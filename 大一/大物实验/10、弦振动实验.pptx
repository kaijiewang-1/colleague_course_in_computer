
<file path=[Content_Types].xml><?xml version="1.0" encoding="utf-8"?>
<Types xmlns="http://schemas.openxmlformats.org/package/2006/content-types">
  <Default Extension="gif" ContentType="image/gi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charts/chart2.xml" ContentType="application/vnd.openxmlformats-officedocument.drawingml.chart+xml"/>
  <Override PartName="/ppt/charts/style2.xml" ContentType="application/vnd.ms-office.chartstyle+xml"/>
  <Override PartName="/ppt/charts/colors2.xml" ContentType="application/vnd.ms-office.chartcolorstyl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9" r:id="rId1"/>
  </p:sldMasterIdLst>
  <p:notesMasterIdLst>
    <p:notesMasterId r:id="rId19"/>
  </p:notesMasterIdLst>
  <p:handoutMasterIdLst>
    <p:handoutMasterId r:id="rId20"/>
  </p:handoutMasterIdLst>
  <p:sldIdLst>
    <p:sldId id="457" r:id="rId2"/>
    <p:sldId id="441" r:id="rId3"/>
    <p:sldId id="426" r:id="rId4"/>
    <p:sldId id="442" r:id="rId5"/>
    <p:sldId id="463" r:id="rId6"/>
    <p:sldId id="443" r:id="rId7"/>
    <p:sldId id="462" r:id="rId8"/>
    <p:sldId id="464" r:id="rId9"/>
    <p:sldId id="460" r:id="rId10"/>
    <p:sldId id="444" r:id="rId11"/>
    <p:sldId id="465" r:id="rId12"/>
    <p:sldId id="445" r:id="rId13"/>
    <p:sldId id="466" r:id="rId14"/>
    <p:sldId id="467" r:id="rId15"/>
    <p:sldId id="468" r:id="rId16"/>
    <p:sldId id="452" r:id="rId17"/>
    <p:sldId id="377" r:id="rId18"/>
  </p:sldIdLst>
  <p:sldSz cx="9144000" cy="6858000" type="screen4x3"/>
  <p:notesSz cx="6858000" cy="9144000"/>
  <p:defaultTextStyle>
    <a:defPPr>
      <a:defRPr lang="zh-CN"/>
    </a:defPPr>
    <a:lvl1pPr algn="l" rtl="0" eaLnBrk="0" fontAlgn="base" hangingPunct="0">
      <a:spcBef>
        <a:spcPct val="0"/>
      </a:spcBef>
      <a:spcAft>
        <a:spcPct val="0"/>
      </a:spcAft>
      <a:defRPr kern="1200">
        <a:solidFill>
          <a:schemeClr val="tx1"/>
        </a:solidFill>
        <a:latin typeface="Arial" charset="0"/>
        <a:ea typeface="宋体" pitchFamily="2" charset="-122"/>
        <a:cs typeface="+mn-cs"/>
      </a:defRPr>
    </a:lvl1pPr>
    <a:lvl2pPr marL="457200" algn="l" rtl="0" eaLnBrk="0" fontAlgn="base" hangingPunct="0">
      <a:spcBef>
        <a:spcPct val="0"/>
      </a:spcBef>
      <a:spcAft>
        <a:spcPct val="0"/>
      </a:spcAft>
      <a:defRPr kern="1200">
        <a:solidFill>
          <a:schemeClr val="tx1"/>
        </a:solidFill>
        <a:latin typeface="Arial" charset="0"/>
        <a:ea typeface="宋体" pitchFamily="2" charset="-122"/>
        <a:cs typeface="+mn-cs"/>
      </a:defRPr>
    </a:lvl2pPr>
    <a:lvl3pPr marL="914400" algn="l" rtl="0" eaLnBrk="0" fontAlgn="base" hangingPunct="0">
      <a:spcBef>
        <a:spcPct val="0"/>
      </a:spcBef>
      <a:spcAft>
        <a:spcPct val="0"/>
      </a:spcAft>
      <a:defRPr kern="1200">
        <a:solidFill>
          <a:schemeClr val="tx1"/>
        </a:solidFill>
        <a:latin typeface="Arial" charset="0"/>
        <a:ea typeface="宋体" pitchFamily="2" charset="-122"/>
        <a:cs typeface="+mn-cs"/>
      </a:defRPr>
    </a:lvl3pPr>
    <a:lvl4pPr marL="1371600" algn="l" rtl="0" eaLnBrk="0" fontAlgn="base" hangingPunct="0">
      <a:spcBef>
        <a:spcPct val="0"/>
      </a:spcBef>
      <a:spcAft>
        <a:spcPct val="0"/>
      </a:spcAft>
      <a:defRPr kern="1200">
        <a:solidFill>
          <a:schemeClr val="tx1"/>
        </a:solidFill>
        <a:latin typeface="Arial" charset="0"/>
        <a:ea typeface="宋体" pitchFamily="2" charset="-122"/>
        <a:cs typeface="+mn-cs"/>
      </a:defRPr>
    </a:lvl4pPr>
    <a:lvl5pPr marL="1828800" algn="l" rtl="0" eaLnBrk="0" fontAlgn="base" hangingPunct="0">
      <a:spcBef>
        <a:spcPct val="0"/>
      </a:spcBef>
      <a:spcAft>
        <a:spcPct val="0"/>
      </a:spcAft>
      <a:defRPr kern="1200">
        <a:solidFill>
          <a:schemeClr val="tx1"/>
        </a:solidFill>
        <a:latin typeface="Arial" charset="0"/>
        <a:ea typeface="宋体" pitchFamily="2" charset="-122"/>
        <a:cs typeface="+mn-cs"/>
      </a:defRPr>
    </a:lvl5pPr>
    <a:lvl6pPr marL="2286000" algn="l" defTabSz="914400" rtl="0" eaLnBrk="1" latinLnBrk="0" hangingPunct="1">
      <a:defRPr kern="1200">
        <a:solidFill>
          <a:schemeClr val="tx1"/>
        </a:solidFill>
        <a:latin typeface="Arial" charset="0"/>
        <a:ea typeface="宋体" pitchFamily="2" charset="-122"/>
        <a:cs typeface="+mn-cs"/>
      </a:defRPr>
    </a:lvl6pPr>
    <a:lvl7pPr marL="2743200" algn="l" defTabSz="914400" rtl="0" eaLnBrk="1" latinLnBrk="0" hangingPunct="1">
      <a:defRPr kern="1200">
        <a:solidFill>
          <a:schemeClr val="tx1"/>
        </a:solidFill>
        <a:latin typeface="Arial" charset="0"/>
        <a:ea typeface="宋体" pitchFamily="2" charset="-122"/>
        <a:cs typeface="+mn-cs"/>
      </a:defRPr>
    </a:lvl7pPr>
    <a:lvl8pPr marL="3200400" algn="l" defTabSz="914400" rtl="0" eaLnBrk="1" latinLnBrk="0" hangingPunct="1">
      <a:defRPr kern="1200">
        <a:solidFill>
          <a:schemeClr val="tx1"/>
        </a:solidFill>
        <a:latin typeface="Arial" charset="0"/>
        <a:ea typeface="宋体" pitchFamily="2" charset="-122"/>
        <a:cs typeface="+mn-cs"/>
      </a:defRPr>
    </a:lvl8pPr>
    <a:lvl9pPr marL="3657600" algn="l" defTabSz="914400" rtl="0" eaLnBrk="1" latinLnBrk="0" hangingPunct="1">
      <a:defRPr kern="1200">
        <a:solidFill>
          <a:schemeClr val="tx1"/>
        </a:solidFill>
        <a:latin typeface="Arial" charset="0"/>
        <a:ea typeface="宋体" pitchFamily="2" charset="-122"/>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0" name="User" initials="" lastIdx="4" clrIdx="0"/>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FF"/>
    <a:srgbClr val="000000"/>
    <a:srgbClr val="000066"/>
    <a:srgbClr val="FF3399"/>
    <a:srgbClr val="FF0066"/>
    <a:srgbClr val="990000"/>
    <a:srgbClr val="7030A0"/>
    <a:srgbClr val="CCFFFF"/>
    <a:srgbClr val="0E302F"/>
    <a:srgbClr val="006666"/>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6938" autoAdjust="0"/>
    <p:restoredTop sz="97885" autoAdjust="0"/>
  </p:normalViewPr>
  <p:slideViewPr>
    <p:cSldViewPr snapToObjects="1">
      <p:cViewPr varScale="1">
        <p:scale>
          <a:sx n="127" d="100"/>
          <a:sy n="127" d="100"/>
        </p:scale>
        <p:origin x="104" y="192"/>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66" d="100"/>
        <a:sy n="66" d="100"/>
      </p:scale>
      <p:origin x="0" y="0"/>
    </p:cViewPr>
  </p:sorterViewPr>
  <p:notesViewPr>
    <p:cSldViewPr snapToObjects="1">
      <p:cViewPr varScale="1">
        <p:scale>
          <a:sx n="48" d="100"/>
          <a:sy n="48" d="100"/>
        </p:scale>
        <p:origin x="-1956" y="-90"/>
      </p:cViewPr>
      <p:guideLst>
        <p:guide orient="horz" pos="2880"/>
        <p:guide pos="2160"/>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commentAuthors" Target="commentAuthor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handoutMaster" Target="handoutMasters/handout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presProps" Target="presProps.xml"/></Relationships>
</file>

<file path=ppt/charts/_rels/chart1.xml.rels><?xml version="1.0" encoding="UTF-8" standalone="yes"?>
<Relationships xmlns="http://schemas.openxmlformats.org/package/2006/relationships"><Relationship Id="rId3" Type="http://schemas.openxmlformats.org/officeDocument/2006/relationships/oleObject" Target="file:///C:\Users\86135\Desktop\&#26032;&#24314;%20Microsoft%20Excel%20&#24037;&#20316;&#34920;.xlsx" TargetMode="External"/><Relationship Id="rId2" Type="http://schemas.microsoft.com/office/2011/relationships/chartColorStyle" Target="colors1.xml"/><Relationship Id="rId1" Type="http://schemas.microsoft.com/office/2011/relationships/chartStyle" Target="style1.xml"/></Relationships>
</file>

<file path=ppt/charts/_rels/chart2.xml.rels><?xml version="1.0" encoding="UTF-8" standalone="yes"?>
<Relationships xmlns="http://schemas.openxmlformats.org/package/2006/relationships"><Relationship Id="rId3" Type="http://schemas.openxmlformats.org/officeDocument/2006/relationships/oleObject" Target="file:///C:\Users\86135\Desktop\&#26032;&#24314;%20Microsoft%20Excel%20&#24037;&#20316;&#34920;.xlsx" TargetMode="External"/><Relationship Id="rId2" Type="http://schemas.microsoft.com/office/2011/relationships/chartColorStyle" Target="colors2.xml"/><Relationship Id="rId1" Type="http://schemas.microsoft.com/office/2011/relationships/chartStyle" Target="style2.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400" b="0" i="0" u="none" strike="noStrike" kern="1200" spc="0" baseline="0">
                <a:solidFill>
                  <a:srgbClr val="000000"/>
                </a:solidFill>
                <a:latin typeface="Times New Roman" panose="02020603050405020304" pitchFamily="18" charset="0"/>
                <a:ea typeface="华文中宋" panose="02010600040101010101" pitchFamily="2" charset="-122"/>
                <a:cs typeface="Times New Roman" panose="02020603050405020304" pitchFamily="18" charset="0"/>
              </a:defRPr>
            </a:pPr>
            <a:r>
              <a:rPr lang="zh-CN"/>
              <a:t>波长对数</a:t>
            </a:r>
            <a:r>
              <a:rPr lang="en-US"/>
              <a:t>-</a:t>
            </a:r>
            <a:r>
              <a:rPr lang="zh-CN"/>
              <a:t>张力对数图</a:t>
            </a:r>
          </a:p>
        </c:rich>
      </c:tx>
      <c:overlay val="0"/>
      <c:spPr>
        <a:noFill/>
        <a:ln>
          <a:noFill/>
        </a:ln>
        <a:effectLst/>
      </c:spPr>
      <c:txPr>
        <a:bodyPr rot="0" spcFirstLastPara="1" vertOverflow="ellipsis" vert="horz" wrap="square" anchor="ctr" anchorCtr="1"/>
        <a:lstStyle/>
        <a:p>
          <a:pPr>
            <a:defRPr sz="1400" b="0" i="0" u="none" strike="noStrike" kern="1200" spc="0" baseline="0">
              <a:solidFill>
                <a:srgbClr val="000000"/>
              </a:solidFill>
              <a:latin typeface="Times New Roman" panose="02020603050405020304" pitchFamily="18" charset="0"/>
              <a:ea typeface="华文中宋" panose="02010600040101010101" pitchFamily="2" charset="-122"/>
              <a:cs typeface="Times New Roman" panose="02020603050405020304" pitchFamily="18" charset="0"/>
            </a:defRPr>
          </a:pPr>
          <a:endParaRPr lang="zh-CN"/>
        </a:p>
      </c:txPr>
    </c:title>
    <c:autoTitleDeleted val="0"/>
    <c:plotArea>
      <c:layout/>
      <c:scatterChart>
        <c:scatterStyle val="smoothMarker"/>
        <c:varyColors val="0"/>
        <c:ser>
          <c:idx val="0"/>
          <c:order val="0"/>
          <c:spPr>
            <a:ln w="19050" cap="rnd">
              <a:solidFill>
                <a:srgbClr val="0000FF"/>
              </a:solidFill>
              <a:round/>
            </a:ln>
            <a:effectLst/>
          </c:spPr>
          <c:marker>
            <c:symbol val="circle"/>
            <c:size val="5"/>
            <c:spPr>
              <a:solidFill>
                <a:srgbClr val="0000FF"/>
              </a:solidFill>
              <a:ln w="9525">
                <a:solidFill>
                  <a:srgbClr val="0000FF"/>
                </a:solidFill>
              </a:ln>
              <a:effectLst/>
            </c:spPr>
          </c:marker>
          <c:trendline>
            <c:spPr>
              <a:ln w="19050" cap="rnd">
                <a:solidFill>
                  <a:srgbClr val="FF0000"/>
                </a:solidFill>
                <a:prstDash val="sysDash"/>
              </a:ln>
              <a:effectLst/>
            </c:spPr>
            <c:trendlineType val="linear"/>
            <c:dispRSqr val="1"/>
            <c:dispEq val="1"/>
            <c:trendlineLbl>
              <c:layout>
                <c:manualLayout>
                  <c:x val="-9.9151793517951822E-2"/>
                  <c:y val="-3.5483357480695622E-2"/>
                </c:manualLayout>
              </c:layout>
              <c:numFmt formatCode="General" sourceLinked="0"/>
              <c:spPr>
                <a:noFill/>
                <a:ln>
                  <a:noFill/>
                </a:ln>
                <a:effectLst/>
              </c:spPr>
              <c:txPr>
                <a:bodyPr rot="0" spcFirstLastPara="1" vertOverflow="ellipsis" vert="horz" wrap="square" anchor="ctr" anchorCtr="1"/>
                <a:lstStyle/>
                <a:p>
                  <a:pPr>
                    <a:defRPr sz="1200" b="0" i="0" u="none" strike="noStrike" kern="1200" baseline="0">
                      <a:solidFill>
                        <a:srgbClr val="000000"/>
                      </a:solidFill>
                      <a:latin typeface="Times New Roman" panose="02020603050405020304" pitchFamily="18" charset="0"/>
                      <a:ea typeface="华文中宋" panose="02010600040101010101" pitchFamily="2" charset="-122"/>
                      <a:cs typeface="Times New Roman" panose="02020603050405020304" pitchFamily="18" charset="0"/>
                    </a:defRPr>
                  </a:pPr>
                  <a:endParaRPr lang="zh-CN"/>
                </a:p>
              </c:txPr>
            </c:trendlineLbl>
          </c:trendline>
          <c:xVal>
            <c:numRef>
              <c:f>Sheet1!$B$5:$B$9</c:f>
              <c:numCache>
                <c:formatCode>General</c:formatCode>
                <c:ptCount val="5"/>
                <c:pt idx="0">
                  <c:v>-0.23062267392386199</c:v>
                </c:pt>
                <c:pt idx="1">
                  <c:v>-8.7739243075051002E-3</c:v>
                </c:pt>
                <c:pt idx="2">
                  <c:v>0.137354111370733</c:v>
                </c:pt>
                <c:pt idx="3">
                  <c:v>0.246498580795801</c:v>
                </c:pt>
                <c:pt idx="4">
                  <c:v>0.33364875651470099</c:v>
                </c:pt>
              </c:numCache>
            </c:numRef>
          </c:xVal>
          <c:yVal>
            <c:numRef>
              <c:f>Sheet1!$C$5:$C$9</c:f>
              <c:numCache>
                <c:formatCode>General</c:formatCode>
                <c:ptCount val="5"/>
                <c:pt idx="0">
                  <c:v>-0.54668165995296203</c:v>
                </c:pt>
                <c:pt idx="1">
                  <c:v>-0.42481215507233899</c:v>
                </c:pt>
                <c:pt idx="2">
                  <c:v>-0.35523326961598101</c:v>
                </c:pt>
                <c:pt idx="3">
                  <c:v>-0.28511166206599198</c:v>
                </c:pt>
                <c:pt idx="4">
                  <c:v>-0.24209809522443901</c:v>
                </c:pt>
              </c:numCache>
            </c:numRef>
          </c:yVal>
          <c:smooth val="1"/>
          <c:extLst>
            <c:ext xmlns:c16="http://schemas.microsoft.com/office/drawing/2014/chart" uri="{C3380CC4-5D6E-409C-BE32-E72D297353CC}">
              <c16:uniqueId val="{00000001-6463-4B62-A10A-2CE50AFED9D4}"/>
            </c:ext>
          </c:extLst>
        </c:ser>
        <c:dLbls>
          <c:showLegendKey val="0"/>
          <c:showVal val="0"/>
          <c:showCatName val="0"/>
          <c:showSerName val="0"/>
          <c:showPercent val="0"/>
          <c:showBubbleSize val="0"/>
        </c:dLbls>
        <c:axId val="418812144"/>
        <c:axId val="418815424"/>
      </c:scatterChart>
      <c:valAx>
        <c:axId val="418812144"/>
        <c:scaling>
          <c:orientation val="minMax"/>
        </c:scaling>
        <c:delete val="0"/>
        <c:axPos val="b"/>
        <c:majorGridlines>
          <c:spPr>
            <a:ln w="9525" cap="flat" cmpd="sng" algn="ctr">
              <a:solidFill>
                <a:schemeClr val="tx1">
                  <a:lumMod val="15000"/>
                  <a:lumOff val="85000"/>
                </a:schemeClr>
              </a:solidFill>
              <a:round/>
            </a:ln>
            <a:effectLst/>
          </c:spPr>
        </c:majorGridlines>
        <c:title>
          <c:tx>
            <c:rich>
              <a:bodyPr rot="0" spcFirstLastPara="1" vertOverflow="ellipsis" vert="horz" wrap="square" anchor="ctr" anchorCtr="1"/>
              <a:lstStyle/>
              <a:p>
                <a:pPr>
                  <a:defRPr sz="1400" b="0" i="0" u="none" strike="noStrike" kern="1200" baseline="0">
                    <a:solidFill>
                      <a:srgbClr val="000000"/>
                    </a:solidFill>
                    <a:latin typeface="Times New Roman" panose="02020603050405020304" pitchFamily="18" charset="0"/>
                    <a:ea typeface="华文中宋" panose="02010600040101010101" pitchFamily="2" charset="-122"/>
                    <a:cs typeface="Times New Roman" panose="02020603050405020304" pitchFamily="18" charset="0"/>
                  </a:defRPr>
                </a:pPr>
                <a:r>
                  <a:rPr lang="en-US" sz="1400"/>
                  <a:t>log(T)</a:t>
                </a:r>
                <a:endParaRPr lang="zh-CN" sz="1400"/>
              </a:p>
            </c:rich>
          </c:tx>
          <c:overlay val="0"/>
          <c:spPr>
            <a:noFill/>
            <a:ln>
              <a:noFill/>
            </a:ln>
            <a:effectLst/>
          </c:spPr>
          <c:txPr>
            <a:bodyPr rot="0" spcFirstLastPara="1" vertOverflow="ellipsis" vert="horz" wrap="square" anchor="ctr" anchorCtr="1"/>
            <a:lstStyle/>
            <a:p>
              <a:pPr>
                <a:defRPr sz="1400" b="0" i="0" u="none" strike="noStrike" kern="1200" baseline="0">
                  <a:solidFill>
                    <a:srgbClr val="000000"/>
                  </a:solidFill>
                  <a:latin typeface="Times New Roman" panose="02020603050405020304" pitchFamily="18" charset="0"/>
                  <a:ea typeface="华文中宋" panose="02010600040101010101" pitchFamily="2" charset="-122"/>
                  <a:cs typeface="Times New Roman" panose="02020603050405020304" pitchFamily="18" charset="0"/>
                </a:defRPr>
              </a:pPr>
              <a:endParaRPr lang="zh-CN"/>
            </a:p>
          </c:txPr>
        </c:title>
        <c:numFmt formatCode="General" sourceLinked="1"/>
        <c:majorTickMark val="none"/>
        <c:minorTickMark val="none"/>
        <c:tickLblPos val="low"/>
        <c:spPr>
          <a:noFill/>
          <a:ln w="9525" cap="flat" cmpd="sng" algn="ctr">
            <a:solidFill>
              <a:schemeClr val="tx1">
                <a:lumMod val="25000"/>
                <a:lumOff val="75000"/>
              </a:schemeClr>
            </a:solidFill>
            <a:round/>
          </a:ln>
          <a:effectLst/>
        </c:spPr>
        <c:txPr>
          <a:bodyPr rot="-60000000" spcFirstLastPara="1" vertOverflow="ellipsis" vert="horz" wrap="square" anchor="ctr" anchorCtr="1"/>
          <a:lstStyle/>
          <a:p>
            <a:pPr>
              <a:defRPr sz="1200" b="0" i="0" u="none" strike="noStrike" kern="1200" baseline="0">
                <a:solidFill>
                  <a:srgbClr val="000000"/>
                </a:solidFill>
                <a:latin typeface="Times New Roman" panose="02020603050405020304" pitchFamily="18" charset="0"/>
                <a:ea typeface="华文中宋" panose="02010600040101010101" pitchFamily="2" charset="-122"/>
                <a:cs typeface="Times New Roman" panose="02020603050405020304" pitchFamily="18" charset="0"/>
              </a:defRPr>
            </a:pPr>
            <a:endParaRPr lang="zh-CN"/>
          </a:p>
        </c:txPr>
        <c:crossAx val="418815424"/>
        <c:crosses val="autoZero"/>
        <c:crossBetween val="midCat"/>
      </c:valAx>
      <c:valAx>
        <c:axId val="418815424"/>
        <c:scaling>
          <c:orientation val="minMax"/>
        </c:scaling>
        <c:delete val="0"/>
        <c:axPos val="l"/>
        <c:majorGridlines>
          <c:spPr>
            <a:ln w="9525" cap="flat" cmpd="sng" algn="ctr">
              <a:solidFill>
                <a:schemeClr val="tx1">
                  <a:lumMod val="15000"/>
                  <a:lumOff val="85000"/>
                </a:schemeClr>
              </a:solidFill>
              <a:round/>
            </a:ln>
            <a:effectLst/>
          </c:spPr>
        </c:majorGridlines>
        <c:title>
          <c:tx>
            <c:rich>
              <a:bodyPr rot="-5400000" spcFirstLastPara="1" vertOverflow="ellipsis" vert="horz" wrap="square" anchor="ctr" anchorCtr="1"/>
              <a:lstStyle/>
              <a:p>
                <a:pPr>
                  <a:defRPr sz="1400" b="0" i="0" u="none" strike="noStrike" kern="1200" baseline="0">
                    <a:solidFill>
                      <a:srgbClr val="000000"/>
                    </a:solidFill>
                    <a:latin typeface="Times New Roman" panose="02020603050405020304" pitchFamily="18" charset="0"/>
                    <a:ea typeface="华文中宋" panose="02010600040101010101" pitchFamily="2" charset="-122"/>
                    <a:cs typeface="Times New Roman" panose="02020603050405020304" pitchFamily="18" charset="0"/>
                  </a:defRPr>
                </a:pPr>
                <a:r>
                  <a:rPr lang="en-US" sz="1400"/>
                  <a:t>log(</a:t>
                </a:r>
                <a:r>
                  <a:rPr lang="el-GR" sz="1400"/>
                  <a:t>λ</a:t>
                </a:r>
                <a:r>
                  <a:rPr lang="en-US" sz="1400"/>
                  <a:t>)</a:t>
                </a:r>
                <a:endParaRPr lang="zh-CN" sz="1400"/>
              </a:p>
            </c:rich>
          </c:tx>
          <c:overlay val="0"/>
          <c:spPr>
            <a:noFill/>
            <a:ln>
              <a:noFill/>
            </a:ln>
            <a:effectLst/>
          </c:spPr>
          <c:txPr>
            <a:bodyPr rot="-5400000" spcFirstLastPara="1" vertOverflow="ellipsis" vert="horz" wrap="square" anchor="ctr" anchorCtr="1"/>
            <a:lstStyle/>
            <a:p>
              <a:pPr>
                <a:defRPr sz="1400" b="0" i="0" u="none" strike="noStrike" kern="1200" baseline="0">
                  <a:solidFill>
                    <a:srgbClr val="000000"/>
                  </a:solidFill>
                  <a:latin typeface="Times New Roman" panose="02020603050405020304" pitchFamily="18" charset="0"/>
                  <a:ea typeface="华文中宋" panose="02010600040101010101" pitchFamily="2" charset="-122"/>
                  <a:cs typeface="Times New Roman" panose="02020603050405020304" pitchFamily="18" charset="0"/>
                </a:defRPr>
              </a:pPr>
              <a:endParaRPr lang="zh-CN"/>
            </a:p>
          </c:txPr>
        </c:title>
        <c:numFmt formatCode="General" sourceLinked="1"/>
        <c:majorTickMark val="in"/>
        <c:minorTickMark val="none"/>
        <c:tickLblPos val="low"/>
        <c:spPr>
          <a:noFill/>
          <a:ln w="9525" cap="flat" cmpd="sng" algn="ctr">
            <a:solidFill>
              <a:schemeClr val="tx1">
                <a:lumMod val="25000"/>
                <a:lumOff val="75000"/>
              </a:schemeClr>
            </a:solidFill>
            <a:round/>
          </a:ln>
          <a:effectLst/>
        </c:spPr>
        <c:txPr>
          <a:bodyPr rot="-60000000" spcFirstLastPara="1" vertOverflow="ellipsis" vert="horz" wrap="square" anchor="ctr" anchorCtr="1"/>
          <a:lstStyle/>
          <a:p>
            <a:pPr>
              <a:defRPr sz="1200" b="0" i="0" u="none" strike="noStrike" kern="1200" baseline="0">
                <a:solidFill>
                  <a:srgbClr val="000000"/>
                </a:solidFill>
                <a:latin typeface="Times New Roman" panose="02020603050405020304" pitchFamily="18" charset="0"/>
                <a:ea typeface="华文中宋" panose="02010600040101010101" pitchFamily="2" charset="-122"/>
                <a:cs typeface="Times New Roman" panose="02020603050405020304" pitchFamily="18" charset="0"/>
              </a:defRPr>
            </a:pPr>
            <a:endParaRPr lang="zh-CN"/>
          </a:p>
        </c:txPr>
        <c:crossAx val="418812144"/>
        <c:crosses val="autoZero"/>
        <c:crossBetween val="midCat"/>
        <c:majorUnit val="0.1"/>
      </c:valAx>
      <c:spPr>
        <a:noFill/>
        <a:ln>
          <a:no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solidFill>
      <a:schemeClr val="bg1"/>
    </a:solidFill>
    <a:ln w="9525" cap="flat" cmpd="sng" algn="ctr">
      <a:solidFill>
        <a:srgbClr val="000000"/>
      </a:solidFill>
      <a:round/>
    </a:ln>
    <a:effectLst/>
  </c:spPr>
  <c:txPr>
    <a:bodyPr/>
    <a:lstStyle/>
    <a:p>
      <a:pPr>
        <a:defRPr>
          <a:solidFill>
            <a:srgbClr val="000000"/>
          </a:solidFill>
          <a:latin typeface="Times New Roman" panose="02020603050405020304" pitchFamily="18" charset="0"/>
          <a:ea typeface="华文中宋" panose="02010600040101010101" pitchFamily="2" charset="-122"/>
          <a:cs typeface="Times New Roman" panose="02020603050405020304" pitchFamily="18" charset="0"/>
        </a:defRPr>
      </a:pPr>
      <a:endParaRPr lang="zh-CN"/>
    </a:p>
  </c:txPr>
  <c:externalData r:id="rId3">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400" b="0" i="0" u="none" strike="noStrike" kern="1200" spc="0" baseline="0">
                <a:solidFill>
                  <a:srgbClr val="000000"/>
                </a:solidFill>
                <a:latin typeface="+mn-lt"/>
                <a:ea typeface="+mn-ea"/>
                <a:cs typeface="+mn-cs"/>
              </a:defRPr>
            </a:pPr>
            <a:r>
              <a:rPr lang="zh-CN"/>
              <a:t>波长对数</a:t>
            </a:r>
            <a:r>
              <a:rPr lang="en-US"/>
              <a:t>-</a:t>
            </a:r>
            <a:r>
              <a:rPr lang="zh-CN"/>
              <a:t>频率对数图</a:t>
            </a:r>
          </a:p>
        </c:rich>
      </c:tx>
      <c:overlay val="0"/>
      <c:spPr>
        <a:noFill/>
        <a:ln>
          <a:noFill/>
        </a:ln>
        <a:effectLst/>
      </c:spPr>
      <c:txPr>
        <a:bodyPr rot="0" spcFirstLastPara="1" vertOverflow="ellipsis" vert="horz" wrap="square" anchor="ctr" anchorCtr="1"/>
        <a:lstStyle/>
        <a:p>
          <a:pPr>
            <a:defRPr sz="1400" b="0" i="0" u="none" strike="noStrike" kern="1200" spc="0" baseline="0">
              <a:solidFill>
                <a:srgbClr val="000000"/>
              </a:solidFill>
              <a:latin typeface="+mn-lt"/>
              <a:ea typeface="+mn-ea"/>
              <a:cs typeface="+mn-cs"/>
            </a:defRPr>
          </a:pPr>
          <a:endParaRPr lang="zh-CN"/>
        </a:p>
      </c:txPr>
    </c:title>
    <c:autoTitleDeleted val="0"/>
    <c:plotArea>
      <c:layout/>
      <c:scatterChart>
        <c:scatterStyle val="smoothMarker"/>
        <c:varyColors val="0"/>
        <c:ser>
          <c:idx val="0"/>
          <c:order val="0"/>
          <c:spPr>
            <a:ln w="19050" cap="rnd">
              <a:solidFill>
                <a:srgbClr val="0000FF"/>
              </a:solidFill>
              <a:round/>
            </a:ln>
            <a:effectLst/>
          </c:spPr>
          <c:marker>
            <c:symbol val="circle"/>
            <c:size val="5"/>
            <c:spPr>
              <a:solidFill>
                <a:srgbClr val="0000FF"/>
              </a:solidFill>
              <a:ln w="9525">
                <a:solidFill>
                  <a:srgbClr val="0000FF"/>
                </a:solidFill>
              </a:ln>
              <a:effectLst/>
            </c:spPr>
          </c:marker>
          <c:trendline>
            <c:spPr>
              <a:ln w="19050" cap="rnd">
                <a:solidFill>
                  <a:srgbClr val="FF0000"/>
                </a:solidFill>
                <a:prstDash val="sysDash"/>
              </a:ln>
              <a:effectLst/>
            </c:spPr>
            <c:trendlineType val="linear"/>
            <c:dispRSqr val="1"/>
            <c:dispEq val="1"/>
            <c:trendlineLbl>
              <c:layout>
                <c:manualLayout>
                  <c:x val="6.3880358705161858E-2"/>
                  <c:y val="-0.36119167395742197"/>
                </c:manualLayout>
              </c:layout>
              <c:numFmt formatCode="General" sourceLinked="0"/>
              <c:spPr>
                <a:noFill/>
                <a:ln>
                  <a:noFill/>
                </a:ln>
                <a:effectLst/>
              </c:spPr>
              <c:txPr>
                <a:bodyPr rot="0" spcFirstLastPara="1" vertOverflow="ellipsis" vert="horz" wrap="square" anchor="ctr" anchorCtr="1"/>
                <a:lstStyle/>
                <a:p>
                  <a:pPr>
                    <a:defRPr sz="1200" b="0" i="0" u="none" strike="noStrike" kern="1200" baseline="0">
                      <a:solidFill>
                        <a:srgbClr val="000000"/>
                      </a:solidFill>
                      <a:latin typeface="Times New Roman" panose="02020603050405020304" pitchFamily="18" charset="0"/>
                      <a:ea typeface="+mn-ea"/>
                      <a:cs typeface="Times New Roman" panose="02020603050405020304" pitchFamily="18" charset="0"/>
                    </a:defRPr>
                  </a:pPr>
                  <a:endParaRPr lang="zh-CN"/>
                </a:p>
              </c:txPr>
            </c:trendlineLbl>
          </c:trendline>
          <c:xVal>
            <c:numRef>
              <c:f>Sheet1!$B$25:$B$29</c:f>
              <c:numCache>
                <c:formatCode>General</c:formatCode>
                <c:ptCount val="5"/>
                <c:pt idx="0">
                  <c:v>1.6989700043360201</c:v>
                </c:pt>
                <c:pt idx="1">
                  <c:v>1.84509804001426</c:v>
                </c:pt>
                <c:pt idx="2">
                  <c:v>1.90308998699194</c:v>
                </c:pt>
                <c:pt idx="3">
                  <c:v>1.9542425094393201</c:v>
                </c:pt>
                <c:pt idx="4">
                  <c:v>2</c:v>
                </c:pt>
              </c:numCache>
            </c:numRef>
          </c:xVal>
          <c:yVal>
            <c:numRef>
              <c:f>Sheet1!$C$25:$C$29</c:f>
              <c:numCache>
                <c:formatCode>General</c:formatCode>
                <c:ptCount val="5"/>
                <c:pt idx="0">
                  <c:v>-2.8724151261894801E-2</c:v>
                </c:pt>
                <c:pt idx="1">
                  <c:v>-0.19654288435158601</c:v>
                </c:pt>
                <c:pt idx="2">
                  <c:v>-0.26440110030182001</c:v>
                </c:pt>
                <c:pt idx="3">
                  <c:v>-0.299296282854981</c:v>
                </c:pt>
                <c:pt idx="4">
                  <c:v>-0.31785492362616802</c:v>
                </c:pt>
              </c:numCache>
            </c:numRef>
          </c:yVal>
          <c:smooth val="1"/>
          <c:extLst>
            <c:ext xmlns:c16="http://schemas.microsoft.com/office/drawing/2014/chart" uri="{C3380CC4-5D6E-409C-BE32-E72D297353CC}">
              <c16:uniqueId val="{00000001-C330-4D4D-83F1-29598EECC6D4}"/>
            </c:ext>
          </c:extLst>
        </c:ser>
        <c:dLbls>
          <c:showLegendKey val="0"/>
          <c:showVal val="0"/>
          <c:showCatName val="0"/>
          <c:showSerName val="0"/>
          <c:showPercent val="0"/>
          <c:showBubbleSize val="0"/>
        </c:dLbls>
        <c:axId val="629586872"/>
        <c:axId val="629583264"/>
      </c:scatterChart>
      <c:valAx>
        <c:axId val="629586872"/>
        <c:scaling>
          <c:orientation val="minMax"/>
          <c:min val="1.6500000000000001"/>
        </c:scaling>
        <c:delete val="0"/>
        <c:axPos val="b"/>
        <c:majorGridlines>
          <c:spPr>
            <a:ln w="9525" cap="flat" cmpd="sng" algn="ctr">
              <a:solidFill>
                <a:schemeClr val="tx1">
                  <a:lumMod val="15000"/>
                  <a:lumOff val="85000"/>
                </a:schemeClr>
              </a:solidFill>
              <a:round/>
            </a:ln>
            <a:effectLst/>
          </c:spPr>
        </c:majorGridlines>
        <c:title>
          <c:tx>
            <c:rich>
              <a:bodyPr rot="0" spcFirstLastPara="1" vertOverflow="ellipsis" vert="horz" wrap="square" anchor="ctr" anchorCtr="1"/>
              <a:lstStyle/>
              <a:p>
                <a:pPr>
                  <a:defRPr sz="1400" b="0" i="0" u="none" strike="noStrike" kern="1200" baseline="0">
                    <a:solidFill>
                      <a:srgbClr val="000000"/>
                    </a:solidFill>
                    <a:latin typeface="Times New Roman" panose="02020603050405020304" pitchFamily="18" charset="0"/>
                    <a:ea typeface="+mn-ea"/>
                    <a:cs typeface="Times New Roman" panose="02020603050405020304" pitchFamily="18" charset="0"/>
                  </a:defRPr>
                </a:pPr>
                <a:r>
                  <a:rPr lang="en-US" sz="1400" dirty="0">
                    <a:latin typeface="Times New Roman" panose="02020603050405020304" pitchFamily="18" charset="0"/>
                    <a:cs typeface="Times New Roman" panose="02020603050405020304" pitchFamily="18" charset="0"/>
                  </a:rPr>
                  <a:t>log(f)</a:t>
                </a:r>
                <a:endParaRPr lang="zh-CN" sz="1400" dirty="0">
                  <a:latin typeface="Times New Roman" panose="02020603050405020304" pitchFamily="18" charset="0"/>
                  <a:cs typeface="Times New Roman" panose="02020603050405020304" pitchFamily="18" charset="0"/>
                </a:endParaRPr>
              </a:p>
            </c:rich>
          </c:tx>
          <c:overlay val="0"/>
          <c:spPr>
            <a:noFill/>
            <a:ln>
              <a:noFill/>
            </a:ln>
            <a:effectLst/>
          </c:spPr>
          <c:txPr>
            <a:bodyPr rot="0" spcFirstLastPara="1" vertOverflow="ellipsis" vert="horz" wrap="square" anchor="ctr" anchorCtr="1"/>
            <a:lstStyle/>
            <a:p>
              <a:pPr>
                <a:defRPr sz="1400" b="0" i="0" u="none" strike="noStrike" kern="1200" baseline="0">
                  <a:solidFill>
                    <a:srgbClr val="000000"/>
                  </a:solidFill>
                  <a:latin typeface="Times New Roman" panose="02020603050405020304" pitchFamily="18" charset="0"/>
                  <a:ea typeface="+mn-ea"/>
                  <a:cs typeface="Times New Roman" panose="02020603050405020304" pitchFamily="18" charset="0"/>
                </a:defRPr>
              </a:pPr>
              <a:endParaRPr lang="zh-CN"/>
            </a:p>
          </c:txPr>
        </c:title>
        <c:numFmt formatCode="General" sourceLinked="1"/>
        <c:majorTickMark val="none"/>
        <c:minorTickMark val="none"/>
        <c:tickLblPos val="low"/>
        <c:spPr>
          <a:noFill/>
          <a:ln w="9525" cap="flat" cmpd="sng" algn="ctr">
            <a:solidFill>
              <a:schemeClr val="tx1">
                <a:lumMod val="25000"/>
                <a:lumOff val="75000"/>
              </a:schemeClr>
            </a:solidFill>
            <a:round/>
          </a:ln>
          <a:effectLst/>
        </c:spPr>
        <c:txPr>
          <a:bodyPr rot="-60000000" spcFirstLastPara="1" vertOverflow="ellipsis" vert="horz" wrap="square" anchor="ctr" anchorCtr="1"/>
          <a:lstStyle/>
          <a:p>
            <a:pPr>
              <a:defRPr sz="1200" b="0" i="0" u="none" strike="noStrike" kern="1200" baseline="0">
                <a:solidFill>
                  <a:srgbClr val="000000"/>
                </a:solidFill>
                <a:latin typeface="Times New Roman" panose="02020603050405020304" pitchFamily="18" charset="0"/>
                <a:ea typeface="+mn-ea"/>
                <a:cs typeface="Times New Roman" panose="02020603050405020304" pitchFamily="18" charset="0"/>
              </a:defRPr>
            </a:pPr>
            <a:endParaRPr lang="zh-CN"/>
          </a:p>
        </c:txPr>
        <c:crossAx val="629583264"/>
        <c:crosses val="autoZero"/>
        <c:crossBetween val="midCat"/>
      </c:valAx>
      <c:valAx>
        <c:axId val="629583264"/>
        <c:scaling>
          <c:orientation val="minMax"/>
        </c:scaling>
        <c:delete val="0"/>
        <c:axPos val="l"/>
        <c:majorGridlines>
          <c:spPr>
            <a:ln w="9525" cap="flat" cmpd="sng" algn="ctr">
              <a:solidFill>
                <a:schemeClr val="tx1">
                  <a:lumMod val="15000"/>
                  <a:lumOff val="85000"/>
                </a:schemeClr>
              </a:solidFill>
              <a:round/>
            </a:ln>
            <a:effectLst/>
          </c:spPr>
        </c:majorGridlines>
        <c:title>
          <c:tx>
            <c:rich>
              <a:bodyPr rot="-5400000" spcFirstLastPara="1" vertOverflow="ellipsis" vert="horz" wrap="square" anchor="ctr" anchorCtr="1"/>
              <a:lstStyle/>
              <a:p>
                <a:pPr>
                  <a:defRPr sz="1400" b="0" i="0" u="none" strike="noStrike" kern="1200" baseline="0">
                    <a:solidFill>
                      <a:srgbClr val="000000"/>
                    </a:solidFill>
                    <a:latin typeface="Times New Roman" panose="02020603050405020304" pitchFamily="18" charset="0"/>
                    <a:ea typeface="+mn-ea"/>
                    <a:cs typeface="Times New Roman" panose="02020603050405020304" pitchFamily="18" charset="0"/>
                  </a:defRPr>
                </a:pPr>
                <a:r>
                  <a:rPr lang="en-US" sz="1400">
                    <a:latin typeface="Times New Roman" panose="02020603050405020304" pitchFamily="18" charset="0"/>
                    <a:cs typeface="Times New Roman" panose="02020603050405020304" pitchFamily="18" charset="0"/>
                  </a:rPr>
                  <a:t>log(</a:t>
                </a:r>
                <a:r>
                  <a:rPr lang="el-GR" sz="1400">
                    <a:latin typeface="Times New Roman" panose="02020603050405020304" pitchFamily="18" charset="0"/>
                    <a:cs typeface="Times New Roman" panose="02020603050405020304" pitchFamily="18" charset="0"/>
                  </a:rPr>
                  <a:t>λ</a:t>
                </a:r>
                <a:r>
                  <a:rPr lang="en-US" sz="1400">
                    <a:latin typeface="Times New Roman" panose="02020603050405020304" pitchFamily="18" charset="0"/>
                    <a:cs typeface="Times New Roman" panose="02020603050405020304" pitchFamily="18" charset="0"/>
                  </a:rPr>
                  <a:t>)</a:t>
                </a:r>
                <a:endParaRPr lang="zh-CN" sz="1400">
                  <a:latin typeface="Times New Roman" panose="02020603050405020304" pitchFamily="18" charset="0"/>
                  <a:cs typeface="Times New Roman" panose="02020603050405020304" pitchFamily="18" charset="0"/>
                </a:endParaRPr>
              </a:p>
            </c:rich>
          </c:tx>
          <c:overlay val="0"/>
          <c:spPr>
            <a:noFill/>
            <a:ln>
              <a:noFill/>
            </a:ln>
            <a:effectLst/>
          </c:spPr>
          <c:txPr>
            <a:bodyPr rot="-5400000" spcFirstLastPara="1" vertOverflow="ellipsis" vert="horz" wrap="square" anchor="ctr" anchorCtr="1"/>
            <a:lstStyle/>
            <a:p>
              <a:pPr>
                <a:defRPr sz="1400" b="0" i="0" u="none" strike="noStrike" kern="1200" baseline="0">
                  <a:solidFill>
                    <a:srgbClr val="000000"/>
                  </a:solidFill>
                  <a:latin typeface="Times New Roman" panose="02020603050405020304" pitchFamily="18" charset="0"/>
                  <a:ea typeface="+mn-ea"/>
                  <a:cs typeface="Times New Roman" panose="02020603050405020304" pitchFamily="18" charset="0"/>
                </a:defRPr>
              </a:pPr>
              <a:endParaRPr lang="zh-CN"/>
            </a:p>
          </c:txPr>
        </c:title>
        <c:numFmt formatCode="General" sourceLinked="1"/>
        <c:majorTickMark val="none"/>
        <c:minorTickMark val="none"/>
        <c:tickLblPos val="low"/>
        <c:spPr>
          <a:noFill/>
          <a:ln w="9525" cap="flat" cmpd="sng" algn="ctr">
            <a:solidFill>
              <a:schemeClr val="tx1">
                <a:lumMod val="25000"/>
                <a:lumOff val="75000"/>
              </a:schemeClr>
            </a:solidFill>
            <a:round/>
          </a:ln>
          <a:effectLst/>
        </c:spPr>
        <c:txPr>
          <a:bodyPr rot="-60000000" spcFirstLastPara="1" vertOverflow="ellipsis" vert="horz" wrap="square" anchor="ctr" anchorCtr="1"/>
          <a:lstStyle/>
          <a:p>
            <a:pPr>
              <a:defRPr sz="1200" b="0" i="0" u="none" strike="noStrike" kern="1200" baseline="0">
                <a:solidFill>
                  <a:srgbClr val="000000"/>
                </a:solidFill>
                <a:latin typeface="Times New Roman" panose="02020603050405020304" pitchFamily="18" charset="0"/>
                <a:ea typeface="+mn-ea"/>
                <a:cs typeface="Times New Roman" panose="02020603050405020304" pitchFamily="18" charset="0"/>
              </a:defRPr>
            </a:pPr>
            <a:endParaRPr lang="zh-CN"/>
          </a:p>
        </c:txPr>
        <c:crossAx val="629586872"/>
        <c:crosses val="autoZero"/>
        <c:crossBetween val="midCat"/>
      </c:valAx>
      <c:spPr>
        <a:noFill/>
        <a:ln>
          <a:no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solidFill>
        <a:srgbClr val="000000"/>
      </a:solidFill>
    </a:ln>
    <a:effectLst/>
  </c:spPr>
  <c:txPr>
    <a:bodyPr/>
    <a:lstStyle/>
    <a:p>
      <a:pPr>
        <a:defRPr>
          <a:solidFill>
            <a:srgbClr val="000000"/>
          </a:solidFill>
        </a:defRPr>
      </a:pPr>
      <a:endParaRPr lang="zh-CN"/>
    </a:p>
  </c:txPr>
  <c:externalData r:id="rId3">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40">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19050"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900" kern="1200"/>
  </cs:valueAxis>
  <cs:wall>
    <cs:lnRef idx="0"/>
    <cs:fillRef idx="0"/>
    <cs:effectRef idx="0"/>
    <cs:fontRef idx="minor">
      <a:schemeClr val="tx1"/>
    </cs:fontRef>
    <cs:spPr>
      <a:noFill/>
      <a:ln>
        <a:noFill/>
      </a:ln>
    </cs:spPr>
  </cs:wall>
</cs:chartStyle>
</file>

<file path=ppt/charts/style2.xml><?xml version="1.0" encoding="utf-8"?>
<cs:chartStyle xmlns:cs="http://schemas.microsoft.com/office/drawing/2012/chartStyle" xmlns:a="http://schemas.openxmlformats.org/drawingml/2006/main" id="240">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19050"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900" kern="1200"/>
  </cs:valueAxis>
  <cs:wall>
    <cs:lnRef idx="0"/>
    <cs:fillRef idx="0"/>
    <cs:effectRef idx="0"/>
    <cs:fontRef idx="minor">
      <a:schemeClr val="tx1"/>
    </cs:fontRef>
    <cs:spPr>
      <a:noFill/>
      <a:ln>
        <a:noFill/>
      </a:ln>
    </cs:spPr>
  </cs:wall>
</cs:chartStyle>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562178" name="Rectangle 2">
            <a:extLst>
              <a:ext uri="{FF2B5EF4-FFF2-40B4-BE49-F238E27FC236}">
                <a16:creationId xmlns:a16="http://schemas.microsoft.com/office/drawing/2014/main" id="{335A6F6C-CB7B-4B27-82DC-7D98304A27CF}"/>
              </a:ext>
            </a:extLst>
          </p:cNvPr>
          <p:cNvSpPr>
            <a:spLocks noGrp="1" noChangeArrowheads="1"/>
          </p:cNvSpPr>
          <p:nvPr>
            <p:ph type="hdr" sz="quarter"/>
          </p:nvPr>
        </p:nvSpPr>
        <p:spPr bwMode="auto">
          <a:xfrm>
            <a:off x="0"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eaLnBrk="1" hangingPunct="1">
              <a:defRPr sz="1200">
                <a:latin typeface="Arial" panose="020B0604020202020204" pitchFamily="34" charset="0"/>
              </a:defRPr>
            </a:lvl1pPr>
          </a:lstStyle>
          <a:p>
            <a:pPr>
              <a:defRPr/>
            </a:pPr>
            <a:endParaRPr lang="en-US" altLang="zh-CN"/>
          </a:p>
        </p:txBody>
      </p:sp>
      <p:sp>
        <p:nvSpPr>
          <p:cNvPr id="562179" name="Rectangle 3">
            <a:extLst>
              <a:ext uri="{FF2B5EF4-FFF2-40B4-BE49-F238E27FC236}">
                <a16:creationId xmlns:a16="http://schemas.microsoft.com/office/drawing/2014/main" id="{D8CB9931-398D-4699-B65F-D36E8970DD53}"/>
              </a:ext>
            </a:extLst>
          </p:cNvPr>
          <p:cNvSpPr>
            <a:spLocks noGrp="1" noChangeArrowheads="1"/>
          </p:cNvSpPr>
          <p:nvPr>
            <p:ph type="dt" sz="quarter" idx="1"/>
          </p:nvPr>
        </p:nvSpPr>
        <p:spPr bwMode="auto">
          <a:xfrm>
            <a:off x="3884613"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r" eaLnBrk="1" hangingPunct="1">
              <a:defRPr sz="1200">
                <a:latin typeface="Arial" panose="020B0604020202020204" pitchFamily="34" charset="0"/>
              </a:defRPr>
            </a:lvl1pPr>
          </a:lstStyle>
          <a:p>
            <a:pPr>
              <a:defRPr/>
            </a:pPr>
            <a:endParaRPr lang="en-US" altLang="zh-CN"/>
          </a:p>
        </p:txBody>
      </p:sp>
      <p:sp>
        <p:nvSpPr>
          <p:cNvPr id="562180" name="Rectangle 4">
            <a:extLst>
              <a:ext uri="{FF2B5EF4-FFF2-40B4-BE49-F238E27FC236}">
                <a16:creationId xmlns:a16="http://schemas.microsoft.com/office/drawing/2014/main" id="{12A28787-79E1-42C6-91D8-AA894FD0E1B1}"/>
              </a:ext>
            </a:extLst>
          </p:cNvPr>
          <p:cNvSpPr>
            <a:spLocks noGrp="1" noChangeArrowheads="1"/>
          </p:cNvSpPr>
          <p:nvPr>
            <p:ph type="ftr" sz="quarter" idx="2"/>
          </p:nvPr>
        </p:nvSpPr>
        <p:spPr bwMode="auto">
          <a:xfrm>
            <a:off x="0" y="8685213"/>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eaLnBrk="1" hangingPunct="1">
              <a:defRPr sz="1200">
                <a:latin typeface="Arial" panose="020B0604020202020204" pitchFamily="34" charset="0"/>
              </a:defRPr>
            </a:lvl1pPr>
          </a:lstStyle>
          <a:p>
            <a:pPr>
              <a:defRPr/>
            </a:pPr>
            <a:endParaRPr lang="en-US" altLang="zh-CN"/>
          </a:p>
        </p:txBody>
      </p:sp>
      <p:sp>
        <p:nvSpPr>
          <p:cNvPr id="562181" name="Rectangle 5">
            <a:extLst>
              <a:ext uri="{FF2B5EF4-FFF2-40B4-BE49-F238E27FC236}">
                <a16:creationId xmlns:a16="http://schemas.microsoft.com/office/drawing/2014/main" id="{D676CAD4-93FC-429D-A805-804DC724C216}"/>
              </a:ext>
            </a:extLst>
          </p:cNvPr>
          <p:cNvSpPr>
            <a:spLocks noGrp="1" noChangeArrowheads="1"/>
          </p:cNvSpPr>
          <p:nvPr>
            <p:ph type="sldNum" sz="quarter" idx="3"/>
          </p:nvPr>
        </p:nvSpPr>
        <p:spPr bwMode="auto">
          <a:xfrm>
            <a:off x="3884613" y="8685213"/>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algn="r" eaLnBrk="1" hangingPunct="1">
              <a:defRPr sz="1200"/>
            </a:lvl1pPr>
          </a:lstStyle>
          <a:p>
            <a:fld id="{0C61AE60-B9D4-42E7-AC7A-D937D48F684F}" type="slidenum">
              <a:rPr lang="en-US" altLang="zh-CN"/>
              <a:pPr/>
              <a:t>‹#›</a:t>
            </a:fld>
            <a:endParaRPr lang="en-US" altLang="zh-CN"/>
          </a:p>
        </p:txBody>
      </p:sp>
    </p:spTree>
    <p:extLst>
      <p:ext uri="{BB962C8B-B14F-4D97-AF65-F5344CB8AC3E}">
        <p14:creationId xmlns:p14="http://schemas.microsoft.com/office/powerpoint/2010/main" val="1274912947"/>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3CD4712-BB5B-4640-A894-3A224A0A43E2}" type="datetimeFigureOut">
              <a:rPr lang="zh-CN" altLang="en-US" smtClean="0"/>
              <a:pPr/>
              <a:t>2023/3/21</a:t>
            </a:fld>
            <a:endParaRPr lang="zh-CN" altLang="en-US"/>
          </a:p>
        </p:txBody>
      </p:sp>
      <p:sp>
        <p:nvSpPr>
          <p:cNvPr id="4" name="幻灯片图像占位符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DA43590-60A0-4A92-8B90-40FAC91FD64C}" type="slidenum">
              <a:rPr lang="zh-CN" altLang="en-US" smtClean="0"/>
              <a:pPr/>
              <a:t>‹#›</a:t>
            </a:fld>
            <a:endParaRPr lang="zh-CN" altLang="en-US"/>
          </a:p>
        </p:txBody>
      </p:sp>
    </p:spTree>
    <p:extLst>
      <p:ext uri="{BB962C8B-B14F-4D97-AF65-F5344CB8AC3E}">
        <p14:creationId xmlns:p14="http://schemas.microsoft.com/office/powerpoint/2010/main" val="191118326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BDA43590-60A0-4A92-8B90-40FAC91FD64C}" type="slidenum">
              <a:rPr lang="zh-CN" altLang="en-US" smtClean="0"/>
              <a:pPr/>
              <a:t>3</a:t>
            </a:fld>
            <a:endParaRPr lang="zh-CN" altLang="en-US"/>
          </a:p>
        </p:txBody>
      </p:sp>
    </p:spTree>
    <p:extLst>
      <p:ext uri="{BB962C8B-B14F-4D97-AF65-F5344CB8AC3E}">
        <p14:creationId xmlns:p14="http://schemas.microsoft.com/office/powerpoint/2010/main" val="1462558372"/>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标题幻灯片">
    <p:bg>
      <p:bgPr>
        <a:blipFill dpi="0" rotWithShape="0">
          <a:blip r:embed="rId2" cstate="print"/>
          <a:srcRect/>
          <a:stretch>
            <a:fillRect/>
          </a:stretch>
        </a:blipFill>
        <a:effectLst/>
      </p:bgPr>
    </p:bg>
    <p:spTree>
      <p:nvGrpSpPr>
        <p:cNvPr id="1" name=""/>
        <p:cNvGrpSpPr/>
        <p:nvPr/>
      </p:nvGrpSpPr>
      <p:grpSpPr>
        <a:xfrm>
          <a:off x="0" y="0"/>
          <a:ext cx="0" cy="0"/>
          <a:chOff x="0" y="0"/>
          <a:chExt cx="0" cy="0"/>
        </a:xfrm>
      </p:grpSpPr>
    </p:spTree>
  </p:cSld>
  <p:clrMapOvr>
    <a:masterClrMapping/>
  </p:clrMapOvr>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F4F61142-93AB-471A-BB1B-C210294AF7F5}"/>
              </a:ext>
            </a:extLst>
          </p:cNvPr>
          <p:cNvSpPr>
            <a:spLocks noGrp="1"/>
          </p:cNvSpPr>
          <p:nvPr>
            <p:ph type="title"/>
          </p:nvPr>
        </p:nvSpPr>
        <p:spPr>
          <a:xfrm>
            <a:off x="628650" y="365125"/>
            <a:ext cx="7886700" cy="1325563"/>
          </a:xfrm>
          <a:prstGeom prst="rect">
            <a:avLst/>
          </a:prstGeom>
        </p:spPr>
        <p:txBody>
          <a:bodyPr/>
          <a:lstStyle/>
          <a:p>
            <a:r>
              <a:rPr lang="zh-CN" altLang="en-US"/>
              <a:t>单击此处编辑母版标题样式</a:t>
            </a:r>
          </a:p>
        </p:txBody>
      </p:sp>
      <p:sp>
        <p:nvSpPr>
          <p:cNvPr id="3" name="内容占位符 2">
            <a:extLst>
              <a:ext uri="{FF2B5EF4-FFF2-40B4-BE49-F238E27FC236}">
                <a16:creationId xmlns:a16="http://schemas.microsoft.com/office/drawing/2014/main" id="{42D46743-B6BC-4BA1-A600-B34958782918}"/>
              </a:ext>
            </a:extLst>
          </p:cNvPr>
          <p:cNvSpPr>
            <a:spLocks noGrp="1"/>
          </p:cNvSpPr>
          <p:nvPr>
            <p:ph idx="1"/>
          </p:nvPr>
        </p:nvSpPr>
        <p:spPr>
          <a:xfrm>
            <a:off x="628650" y="1825625"/>
            <a:ext cx="7886700" cy="4351338"/>
          </a:xfrm>
          <a:prstGeom prst="rect">
            <a:avLst/>
          </a:prstGeo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cSld>
  <p:clrMapOvr>
    <a:masterClrMapping/>
  </p:clrMapOvr>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6BF5EF6-6F57-42CE-B1B1-017A4D6FC499}"/>
              </a:ext>
            </a:extLst>
          </p:cNvPr>
          <p:cNvSpPr>
            <a:spLocks noGrp="1"/>
          </p:cNvSpPr>
          <p:nvPr>
            <p:ph type="title"/>
          </p:nvPr>
        </p:nvSpPr>
        <p:spPr>
          <a:xfrm>
            <a:off x="623888" y="1709738"/>
            <a:ext cx="7886700" cy="2852737"/>
          </a:xfrm>
          <a:prstGeom prst="rect">
            <a:avLst/>
          </a:prstGeom>
        </p:spPr>
        <p:txBody>
          <a:bodyPr anchor="b"/>
          <a:lstStyle>
            <a:lvl1pPr>
              <a:defRPr sz="6000"/>
            </a:lvl1pPr>
          </a:lstStyle>
          <a:p>
            <a:r>
              <a:rPr lang="zh-CN" altLang="en-US"/>
              <a:t>单击此处编辑母版标题样式</a:t>
            </a:r>
          </a:p>
        </p:txBody>
      </p:sp>
      <p:sp>
        <p:nvSpPr>
          <p:cNvPr id="3" name="文本占位符 2">
            <a:extLst>
              <a:ext uri="{FF2B5EF4-FFF2-40B4-BE49-F238E27FC236}">
                <a16:creationId xmlns:a16="http://schemas.microsoft.com/office/drawing/2014/main" id="{09D45E33-6E08-4FEA-A175-FAE56672BD95}"/>
              </a:ext>
            </a:extLst>
          </p:cNvPr>
          <p:cNvSpPr>
            <a:spLocks noGrp="1"/>
          </p:cNvSpPr>
          <p:nvPr>
            <p:ph type="body" idx="1"/>
          </p:nvPr>
        </p:nvSpPr>
        <p:spPr>
          <a:xfrm>
            <a:off x="623888" y="4589463"/>
            <a:ext cx="7886700" cy="1500187"/>
          </a:xfrm>
          <a:prstGeom prst="rect">
            <a:avLst/>
          </a:prstGeom>
        </p:spPr>
        <p:txBody>
          <a:bodyPr/>
          <a:lstStyle>
            <a:lvl1pPr marL="0" indent="0">
              <a:buNone/>
              <a:defRPr sz="2400"/>
            </a:lvl1pPr>
            <a:lvl2pPr marL="457200" indent="0">
              <a:buNone/>
              <a:defRPr sz="2000"/>
            </a:lvl2pPr>
            <a:lvl3pPr marL="914400" indent="0">
              <a:buNone/>
              <a:defRPr sz="18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lvl="0"/>
            <a:r>
              <a:rPr lang="zh-CN" altLang="en-US"/>
              <a:t>编辑母版文本样式</a:t>
            </a:r>
          </a:p>
        </p:txBody>
      </p:sp>
    </p:spTree>
  </p:cSld>
  <p:clrMapOvr>
    <a:masterClrMapping/>
  </p:clrMapOvr>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A98B9250-87A6-4AAB-B37E-EEEFD44A6EA9}"/>
              </a:ext>
            </a:extLst>
          </p:cNvPr>
          <p:cNvSpPr>
            <a:spLocks noGrp="1"/>
          </p:cNvSpPr>
          <p:nvPr>
            <p:ph type="title"/>
          </p:nvPr>
        </p:nvSpPr>
        <p:spPr>
          <a:xfrm>
            <a:off x="628650" y="365125"/>
            <a:ext cx="7886700" cy="1325563"/>
          </a:xfrm>
          <a:prstGeom prst="rect">
            <a:avLst/>
          </a:prstGeom>
        </p:spPr>
        <p:txBody>
          <a:bodyPr/>
          <a:lstStyle/>
          <a:p>
            <a:r>
              <a:rPr lang="zh-CN" altLang="en-US"/>
              <a:t>单击此处编辑母版标题样式</a:t>
            </a:r>
          </a:p>
        </p:txBody>
      </p:sp>
      <p:sp>
        <p:nvSpPr>
          <p:cNvPr id="3" name="内容占位符 2">
            <a:extLst>
              <a:ext uri="{FF2B5EF4-FFF2-40B4-BE49-F238E27FC236}">
                <a16:creationId xmlns:a16="http://schemas.microsoft.com/office/drawing/2014/main" id="{46B4CC22-ED9B-492A-8EED-7616EC546550}"/>
              </a:ext>
            </a:extLst>
          </p:cNvPr>
          <p:cNvSpPr>
            <a:spLocks noGrp="1"/>
          </p:cNvSpPr>
          <p:nvPr>
            <p:ph sz="half" idx="1"/>
          </p:nvPr>
        </p:nvSpPr>
        <p:spPr>
          <a:xfrm>
            <a:off x="628650" y="1825625"/>
            <a:ext cx="3867150" cy="4351338"/>
          </a:xfrm>
          <a:prstGeom prst="rect">
            <a:avLst/>
          </a:prstGeo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a:extLst>
              <a:ext uri="{FF2B5EF4-FFF2-40B4-BE49-F238E27FC236}">
                <a16:creationId xmlns:a16="http://schemas.microsoft.com/office/drawing/2014/main" id="{04B0F73B-9F03-4F62-9CE9-6F1719E6EF36}"/>
              </a:ext>
            </a:extLst>
          </p:cNvPr>
          <p:cNvSpPr>
            <a:spLocks noGrp="1"/>
          </p:cNvSpPr>
          <p:nvPr>
            <p:ph sz="half" idx="2"/>
          </p:nvPr>
        </p:nvSpPr>
        <p:spPr>
          <a:xfrm>
            <a:off x="4648200" y="1825625"/>
            <a:ext cx="3867150" cy="4351338"/>
          </a:xfrm>
          <a:prstGeom prst="rect">
            <a:avLst/>
          </a:prstGeo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cSld>
  <p:clrMapOvr>
    <a:masterClrMapping/>
  </p:clrMapOvr>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EB44E1D-889D-4339-B103-F399E88C8EC7}"/>
              </a:ext>
            </a:extLst>
          </p:cNvPr>
          <p:cNvSpPr>
            <a:spLocks noGrp="1"/>
          </p:cNvSpPr>
          <p:nvPr>
            <p:ph type="title"/>
          </p:nvPr>
        </p:nvSpPr>
        <p:spPr>
          <a:xfrm>
            <a:off x="630238" y="365125"/>
            <a:ext cx="7886700" cy="1325563"/>
          </a:xfrm>
          <a:prstGeom prst="rect">
            <a:avLst/>
          </a:prstGeom>
        </p:spPr>
        <p:txBody>
          <a:bodyPr/>
          <a:lstStyle/>
          <a:p>
            <a:r>
              <a:rPr lang="zh-CN" altLang="en-US"/>
              <a:t>单击此处编辑母版标题样式</a:t>
            </a:r>
          </a:p>
        </p:txBody>
      </p:sp>
      <p:sp>
        <p:nvSpPr>
          <p:cNvPr id="3" name="文本占位符 2">
            <a:extLst>
              <a:ext uri="{FF2B5EF4-FFF2-40B4-BE49-F238E27FC236}">
                <a16:creationId xmlns:a16="http://schemas.microsoft.com/office/drawing/2014/main" id="{BF022EB8-589C-4027-A6F0-F99CC5E1D154}"/>
              </a:ext>
            </a:extLst>
          </p:cNvPr>
          <p:cNvSpPr>
            <a:spLocks noGrp="1"/>
          </p:cNvSpPr>
          <p:nvPr>
            <p:ph type="body" idx="1"/>
          </p:nvPr>
        </p:nvSpPr>
        <p:spPr>
          <a:xfrm>
            <a:off x="630238" y="1681163"/>
            <a:ext cx="3868737" cy="82391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p>
        </p:txBody>
      </p:sp>
      <p:sp>
        <p:nvSpPr>
          <p:cNvPr id="4" name="内容占位符 3">
            <a:extLst>
              <a:ext uri="{FF2B5EF4-FFF2-40B4-BE49-F238E27FC236}">
                <a16:creationId xmlns:a16="http://schemas.microsoft.com/office/drawing/2014/main" id="{062D2BB1-FC5D-4D92-9E45-79FE283506E7}"/>
              </a:ext>
            </a:extLst>
          </p:cNvPr>
          <p:cNvSpPr>
            <a:spLocks noGrp="1"/>
          </p:cNvSpPr>
          <p:nvPr>
            <p:ph sz="half" idx="2"/>
          </p:nvPr>
        </p:nvSpPr>
        <p:spPr>
          <a:xfrm>
            <a:off x="630238" y="2505075"/>
            <a:ext cx="3868737" cy="3684588"/>
          </a:xfrm>
          <a:prstGeom prst="rect">
            <a:avLst/>
          </a:prstGeo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a:extLst>
              <a:ext uri="{FF2B5EF4-FFF2-40B4-BE49-F238E27FC236}">
                <a16:creationId xmlns:a16="http://schemas.microsoft.com/office/drawing/2014/main" id="{0771923F-E853-44B2-9087-95083B86BAF3}"/>
              </a:ext>
            </a:extLst>
          </p:cNvPr>
          <p:cNvSpPr>
            <a:spLocks noGrp="1"/>
          </p:cNvSpPr>
          <p:nvPr>
            <p:ph type="body" sz="quarter" idx="3"/>
          </p:nvPr>
        </p:nvSpPr>
        <p:spPr>
          <a:xfrm>
            <a:off x="4629150" y="1681163"/>
            <a:ext cx="3887788" cy="82391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p>
        </p:txBody>
      </p:sp>
      <p:sp>
        <p:nvSpPr>
          <p:cNvPr id="6" name="内容占位符 5">
            <a:extLst>
              <a:ext uri="{FF2B5EF4-FFF2-40B4-BE49-F238E27FC236}">
                <a16:creationId xmlns:a16="http://schemas.microsoft.com/office/drawing/2014/main" id="{7C6C908B-F78B-4F3A-BCB4-76D45D1E8712}"/>
              </a:ext>
            </a:extLst>
          </p:cNvPr>
          <p:cNvSpPr>
            <a:spLocks noGrp="1"/>
          </p:cNvSpPr>
          <p:nvPr>
            <p:ph sz="quarter" idx="4"/>
          </p:nvPr>
        </p:nvSpPr>
        <p:spPr>
          <a:xfrm>
            <a:off x="4629150" y="2505075"/>
            <a:ext cx="3887788" cy="3684588"/>
          </a:xfrm>
          <a:prstGeom prst="rect">
            <a:avLst/>
          </a:prstGeo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cSld>
  <p:clrMapOvr>
    <a:masterClrMapping/>
  </p:clrMapOvr>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A0775F11-3E4C-4E64-BA35-55D4DA3F8995}"/>
              </a:ext>
            </a:extLst>
          </p:cNvPr>
          <p:cNvSpPr>
            <a:spLocks noGrp="1"/>
          </p:cNvSpPr>
          <p:nvPr>
            <p:ph type="title"/>
          </p:nvPr>
        </p:nvSpPr>
        <p:spPr>
          <a:xfrm>
            <a:off x="628650" y="365125"/>
            <a:ext cx="7886700" cy="1325563"/>
          </a:xfrm>
          <a:prstGeom prst="rect">
            <a:avLst/>
          </a:prstGeom>
        </p:spPr>
        <p:txBody>
          <a:bodyPr/>
          <a:lstStyle/>
          <a:p>
            <a:r>
              <a:rPr lang="zh-CN" altLang="en-US"/>
              <a:t>单击此处编辑母版标题样式</a:t>
            </a:r>
          </a:p>
        </p:txBody>
      </p:sp>
    </p:spTree>
  </p:cSld>
  <p:clrMapOvr>
    <a:masterClrMapping/>
  </p:clrMapOvr>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cSld>
  <p:clrMapOvr>
    <a:masterClrMapping/>
  </p:clrMapOvr>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7397DD0-4257-4088-9D25-C255C4FB757E}"/>
              </a:ext>
            </a:extLst>
          </p:cNvPr>
          <p:cNvSpPr>
            <a:spLocks noGrp="1"/>
          </p:cNvSpPr>
          <p:nvPr>
            <p:ph type="title"/>
          </p:nvPr>
        </p:nvSpPr>
        <p:spPr>
          <a:xfrm>
            <a:off x="630238" y="457200"/>
            <a:ext cx="2949575" cy="1600200"/>
          </a:xfrm>
          <a:prstGeom prst="rect">
            <a:avLst/>
          </a:prstGeom>
        </p:spPr>
        <p:txBody>
          <a:bodyPr anchor="b"/>
          <a:lstStyle>
            <a:lvl1pPr>
              <a:defRPr sz="3200"/>
            </a:lvl1pPr>
          </a:lstStyle>
          <a:p>
            <a:r>
              <a:rPr lang="zh-CN" altLang="en-US"/>
              <a:t>单击此处编辑母版标题样式</a:t>
            </a:r>
          </a:p>
        </p:txBody>
      </p:sp>
      <p:sp>
        <p:nvSpPr>
          <p:cNvPr id="3" name="内容占位符 2">
            <a:extLst>
              <a:ext uri="{FF2B5EF4-FFF2-40B4-BE49-F238E27FC236}">
                <a16:creationId xmlns:a16="http://schemas.microsoft.com/office/drawing/2014/main" id="{753772CE-21B6-4E4F-8637-4A067C315D12}"/>
              </a:ext>
            </a:extLst>
          </p:cNvPr>
          <p:cNvSpPr>
            <a:spLocks noGrp="1"/>
          </p:cNvSpPr>
          <p:nvPr>
            <p:ph idx="1"/>
          </p:nvPr>
        </p:nvSpPr>
        <p:spPr>
          <a:xfrm>
            <a:off x="3887788" y="987425"/>
            <a:ext cx="4629150" cy="4873625"/>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a:extLst>
              <a:ext uri="{FF2B5EF4-FFF2-40B4-BE49-F238E27FC236}">
                <a16:creationId xmlns:a16="http://schemas.microsoft.com/office/drawing/2014/main" id="{D979FED6-0973-41F2-88C8-D7DE270F7E6C}"/>
              </a:ext>
            </a:extLst>
          </p:cNvPr>
          <p:cNvSpPr>
            <a:spLocks noGrp="1"/>
          </p:cNvSpPr>
          <p:nvPr>
            <p:ph type="body" sz="half" idx="2"/>
          </p:nvPr>
        </p:nvSpPr>
        <p:spPr>
          <a:xfrm>
            <a:off x="630238" y="2057400"/>
            <a:ext cx="2949575" cy="3811588"/>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编辑母版文本样式</a:t>
            </a:r>
          </a:p>
        </p:txBody>
      </p:sp>
    </p:spTree>
  </p:cSld>
  <p:clrMapOvr>
    <a:masterClrMapping/>
  </p:clrMapOvr>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A7258DF-1B17-42C4-87B2-53629DFAF41A}"/>
              </a:ext>
            </a:extLst>
          </p:cNvPr>
          <p:cNvSpPr>
            <a:spLocks noGrp="1"/>
          </p:cNvSpPr>
          <p:nvPr>
            <p:ph type="title"/>
          </p:nvPr>
        </p:nvSpPr>
        <p:spPr>
          <a:xfrm>
            <a:off x="630238" y="457200"/>
            <a:ext cx="2949575" cy="1600200"/>
          </a:xfrm>
          <a:prstGeom prst="rect">
            <a:avLst/>
          </a:prstGeom>
        </p:spPr>
        <p:txBody>
          <a:bodyPr anchor="b"/>
          <a:lstStyle>
            <a:lvl1pPr>
              <a:defRPr sz="3200"/>
            </a:lvl1pPr>
          </a:lstStyle>
          <a:p>
            <a:r>
              <a:rPr lang="zh-CN" altLang="en-US"/>
              <a:t>单击此处编辑母版标题样式</a:t>
            </a:r>
          </a:p>
        </p:txBody>
      </p:sp>
      <p:sp>
        <p:nvSpPr>
          <p:cNvPr id="3" name="图片占位符 2">
            <a:extLst>
              <a:ext uri="{FF2B5EF4-FFF2-40B4-BE49-F238E27FC236}">
                <a16:creationId xmlns:a16="http://schemas.microsoft.com/office/drawing/2014/main" id="{140434FB-CED8-4B1C-A2B1-5983E8EDA2D0}"/>
              </a:ext>
            </a:extLst>
          </p:cNvPr>
          <p:cNvSpPr>
            <a:spLocks noGrp="1"/>
          </p:cNvSpPr>
          <p:nvPr>
            <p:ph type="pic" idx="1"/>
          </p:nvPr>
        </p:nvSpPr>
        <p:spPr>
          <a:xfrm>
            <a:off x="3887788" y="987425"/>
            <a:ext cx="4629150" cy="4873625"/>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zh-CN" altLang="en-US" noProof="0"/>
          </a:p>
        </p:txBody>
      </p:sp>
      <p:sp>
        <p:nvSpPr>
          <p:cNvPr id="4" name="文本占位符 3">
            <a:extLst>
              <a:ext uri="{FF2B5EF4-FFF2-40B4-BE49-F238E27FC236}">
                <a16:creationId xmlns:a16="http://schemas.microsoft.com/office/drawing/2014/main" id="{FB98D2A4-747B-4B2D-8CA3-32A189D7C61C}"/>
              </a:ext>
            </a:extLst>
          </p:cNvPr>
          <p:cNvSpPr>
            <a:spLocks noGrp="1"/>
          </p:cNvSpPr>
          <p:nvPr>
            <p:ph type="body" sz="half" idx="2"/>
          </p:nvPr>
        </p:nvSpPr>
        <p:spPr>
          <a:xfrm>
            <a:off x="630238" y="2057400"/>
            <a:ext cx="2949575" cy="3811588"/>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编辑母版文本样式</a:t>
            </a:r>
          </a:p>
        </p:txBody>
      </p:sp>
    </p:spTree>
  </p:cSld>
  <p:clrMapOvr>
    <a:masterClrMapping/>
  </p:clrMapOvr>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AE40CBDA-BEA1-41E7-B783-FAFB49DD1CF4}"/>
              </a:ext>
            </a:extLst>
          </p:cNvPr>
          <p:cNvSpPr>
            <a:spLocks noGrp="1"/>
          </p:cNvSpPr>
          <p:nvPr>
            <p:ph type="title"/>
          </p:nvPr>
        </p:nvSpPr>
        <p:spPr>
          <a:xfrm>
            <a:off x="628650" y="365125"/>
            <a:ext cx="7886700" cy="1325563"/>
          </a:xfrm>
          <a:prstGeom prst="rect">
            <a:avLst/>
          </a:prstGeom>
        </p:spPr>
        <p:txBody>
          <a:bodyPr/>
          <a:lstStyle/>
          <a:p>
            <a:r>
              <a:rPr lang="zh-CN" altLang="en-US"/>
              <a:t>单击此处编辑母版标题样式</a:t>
            </a:r>
          </a:p>
        </p:txBody>
      </p:sp>
      <p:sp>
        <p:nvSpPr>
          <p:cNvPr id="3" name="竖排文字占位符 2">
            <a:extLst>
              <a:ext uri="{FF2B5EF4-FFF2-40B4-BE49-F238E27FC236}">
                <a16:creationId xmlns:a16="http://schemas.microsoft.com/office/drawing/2014/main" id="{DEFE0F44-CA4B-4740-A599-F6A868713B43}"/>
              </a:ext>
            </a:extLst>
          </p:cNvPr>
          <p:cNvSpPr>
            <a:spLocks noGrp="1"/>
          </p:cNvSpPr>
          <p:nvPr>
            <p:ph type="body" orient="vert" idx="1"/>
          </p:nvPr>
        </p:nvSpPr>
        <p:spPr>
          <a:xfrm>
            <a:off x="628650" y="1825625"/>
            <a:ext cx="7886700" cy="4351338"/>
          </a:xfrm>
          <a:prstGeom prst="rect">
            <a:avLst/>
          </a:prstGeom>
        </p:spPr>
        <p:txBody>
          <a:bodyPr vert="eaVert"/>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cSld>
  <p:clrMapOvr>
    <a:masterClrMapping/>
  </p:clrMapOvr>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a:extLst>
              <a:ext uri="{FF2B5EF4-FFF2-40B4-BE49-F238E27FC236}">
                <a16:creationId xmlns:a16="http://schemas.microsoft.com/office/drawing/2014/main" id="{D484FAF2-EBE1-4481-BF59-249249E083F7}"/>
              </a:ext>
            </a:extLst>
          </p:cNvPr>
          <p:cNvSpPr>
            <a:spLocks noGrp="1"/>
          </p:cNvSpPr>
          <p:nvPr>
            <p:ph type="title" orient="vert"/>
          </p:nvPr>
        </p:nvSpPr>
        <p:spPr>
          <a:xfrm>
            <a:off x="6543675" y="365125"/>
            <a:ext cx="1971675" cy="5811838"/>
          </a:xfrm>
          <a:prstGeom prst="rect">
            <a:avLst/>
          </a:prstGeom>
        </p:spPr>
        <p:txBody>
          <a:bodyPr vert="eaVert"/>
          <a:lstStyle/>
          <a:p>
            <a:r>
              <a:rPr lang="zh-CN" altLang="en-US"/>
              <a:t>单击此处编辑母版标题样式</a:t>
            </a:r>
          </a:p>
        </p:txBody>
      </p:sp>
      <p:sp>
        <p:nvSpPr>
          <p:cNvPr id="3" name="竖排文字占位符 2">
            <a:extLst>
              <a:ext uri="{FF2B5EF4-FFF2-40B4-BE49-F238E27FC236}">
                <a16:creationId xmlns:a16="http://schemas.microsoft.com/office/drawing/2014/main" id="{2E17B5AD-B541-44A1-9D16-93B676174646}"/>
              </a:ext>
            </a:extLst>
          </p:cNvPr>
          <p:cNvSpPr>
            <a:spLocks noGrp="1"/>
          </p:cNvSpPr>
          <p:nvPr>
            <p:ph type="body" orient="vert" idx="1"/>
          </p:nvPr>
        </p:nvSpPr>
        <p:spPr>
          <a:xfrm>
            <a:off x="628650" y="365125"/>
            <a:ext cx="5762625" cy="5811838"/>
          </a:xfrm>
          <a:prstGeom prst="rect">
            <a:avLst/>
          </a:prstGeom>
        </p:spPr>
        <p:txBody>
          <a:bodyPr vert="eaVert"/>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cSld>
  <p:clrMapOvr>
    <a:masterClrMapping/>
  </p:clrMapOvr>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1026" name="Picture 40" descr="bj"/>
          <p:cNvPicPr>
            <a:picLocks noChangeAspect="1" noChangeArrowheads="1"/>
          </p:cNvPicPr>
          <p:nvPr userDrawn="1"/>
        </p:nvPicPr>
        <p:blipFill>
          <a:blip r:embed="rId13" cstate="print"/>
          <a:srcRect/>
          <a:stretch>
            <a:fillRect/>
          </a:stretch>
        </p:blipFill>
        <p:spPr bwMode="auto">
          <a:xfrm>
            <a:off x="0" y="6134100"/>
            <a:ext cx="9144000" cy="739775"/>
          </a:xfrm>
          <a:prstGeom prst="rect">
            <a:avLst/>
          </a:prstGeom>
          <a:noFill/>
          <a:ln w="9525">
            <a:noFill/>
            <a:miter lim="800000"/>
            <a:headEnd/>
            <a:tailEnd/>
          </a:ln>
        </p:spPr>
      </p:pic>
      <p:grpSp>
        <p:nvGrpSpPr>
          <p:cNvPr id="1027" name="Group 20"/>
          <p:cNvGrpSpPr>
            <a:grpSpLocks/>
          </p:cNvGrpSpPr>
          <p:nvPr userDrawn="1"/>
        </p:nvGrpSpPr>
        <p:grpSpPr bwMode="auto">
          <a:xfrm>
            <a:off x="6805613" y="6415088"/>
            <a:ext cx="198437" cy="327025"/>
            <a:chOff x="3492" y="3902"/>
            <a:chExt cx="155" cy="257"/>
          </a:xfrm>
        </p:grpSpPr>
        <p:sp>
          <p:nvSpPr>
            <p:cNvPr id="462869" name="AutoShape 21">
              <a:hlinkClick r:id="" action="ppaction://hlinkshowjump?jump=lastslide"/>
              <a:extLst>
                <a:ext uri="{FF2B5EF4-FFF2-40B4-BE49-F238E27FC236}">
                  <a16:creationId xmlns:a16="http://schemas.microsoft.com/office/drawing/2014/main" id="{8B765DA6-15B0-4A70-8199-4757B13934E6}"/>
                </a:ext>
              </a:extLst>
            </p:cNvPr>
            <p:cNvSpPr>
              <a:spLocks noChangeArrowheads="1"/>
            </p:cNvSpPr>
            <p:nvPr userDrawn="1"/>
          </p:nvSpPr>
          <p:spPr bwMode="auto">
            <a:xfrm rot="5400000">
              <a:off x="3441" y="3953"/>
              <a:ext cx="257" cy="155"/>
            </a:xfrm>
            <a:prstGeom prst="triangle">
              <a:avLst>
                <a:gd name="adj" fmla="val 50000"/>
              </a:avLst>
            </a:prstGeom>
            <a:solidFill>
              <a:schemeClr val="accent1"/>
            </a:solidFill>
            <a:ln>
              <a:noFill/>
            </a:ln>
            <a:effectLst>
              <a:prstShdw prst="shdw17" dist="17961" dir="2700000">
                <a:schemeClr val="accent1">
                  <a:gamma/>
                  <a:shade val="60000"/>
                  <a:invGamma/>
                </a:schemeClr>
              </a:prstShdw>
            </a:effectLst>
            <a:extLst>
              <a:ext uri="{91240B29-F687-4F45-9708-019B960494DF}">
                <a14:hiddenLine xmlns:a14="http://schemas.microsoft.com/office/drawing/2010/main" w="9525">
                  <a:solidFill>
                    <a:srgbClr val="ACEAFE"/>
                  </a:solidFill>
                  <a:miter lim="800000"/>
                  <a:headEnd/>
                  <a:tailEnd/>
                </a14:hiddenLine>
              </a:ext>
            </a:extLst>
          </p:spPr>
          <p:txBody>
            <a:bodyPr wrap="none" anchor="ctr"/>
            <a:lstStyle/>
            <a:p>
              <a:pPr eaLnBrk="1" hangingPunct="1">
                <a:defRPr/>
              </a:pPr>
              <a:endParaRPr lang="zh-CN" altLang="en-US">
                <a:latin typeface="Arial" panose="020B0604020202020204" pitchFamily="34" charset="0"/>
              </a:endParaRPr>
            </a:p>
          </p:txBody>
        </p:sp>
        <p:sp>
          <p:nvSpPr>
            <p:cNvPr id="1037" name="Line 22">
              <a:hlinkClick r:id="" action="ppaction://hlinkshowjump?jump=lastslide"/>
            </p:cNvPr>
            <p:cNvSpPr>
              <a:spLocks noChangeShapeType="1"/>
            </p:cNvSpPr>
            <p:nvPr userDrawn="1"/>
          </p:nvSpPr>
          <p:spPr bwMode="auto">
            <a:xfrm>
              <a:off x="3647" y="3923"/>
              <a:ext cx="0" cy="204"/>
            </a:xfrm>
            <a:prstGeom prst="line">
              <a:avLst/>
            </a:prstGeom>
            <a:noFill/>
            <a:ln w="28575">
              <a:solidFill>
                <a:srgbClr val="ACEAFE"/>
              </a:solidFill>
              <a:round/>
              <a:headEnd/>
              <a:tailEnd/>
            </a:ln>
            <a:effectLst>
              <a:prstShdw prst="shdw17" dist="17961" dir="2700000">
                <a:srgbClr val="678C98"/>
              </a:prstShdw>
            </a:effectLst>
          </p:spPr>
          <p:txBody>
            <a:bodyPr/>
            <a:lstStyle/>
            <a:p>
              <a:endParaRPr lang="zh-CN" altLang="en-US"/>
            </a:p>
          </p:txBody>
        </p:sp>
      </p:grpSp>
      <p:sp>
        <p:nvSpPr>
          <p:cNvPr id="462871" name="AutoShape 23">
            <a:hlinkClick r:id="" action="ppaction://hlinkshowjump?jump=nextslide"/>
            <a:extLst>
              <a:ext uri="{FF2B5EF4-FFF2-40B4-BE49-F238E27FC236}">
                <a16:creationId xmlns:a16="http://schemas.microsoft.com/office/drawing/2014/main" id="{879152B9-8B8B-49F4-A918-87011B645C41}"/>
              </a:ext>
            </a:extLst>
          </p:cNvPr>
          <p:cNvSpPr>
            <a:spLocks noChangeArrowheads="1"/>
          </p:cNvSpPr>
          <p:nvPr userDrawn="1"/>
        </p:nvSpPr>
        <p:spPr bwMode="auto">
          <a:xfrm rot="5400000">
            <a:off x="7471569" y="6479382"/>
            <a:ext cx="327025" cy="198437"/>
          </a:xfrm>
          <a:prstGeom prst="triangle">
            <a:avLst>
              <a:gd name="adj" fmla="val 50000"/>
            </a:avLst>
          </a:prstGeom>
          <a:solidFill>
            <a:schemeClr val="accent1"/>
          </a:solidFill>
          <a:ln>
            <a:noFill/>
          </a:ln>
          <a:effectLst>
            <a:prstShdw prst="shdw17" dist="17961" dir="2700000">
              <a:schemeClr val="accent1">
                <a:gamma/>
                <a:shade val="60000"/>
                <a:invGamma/>
              </a:schemeClr>
            </a:prstShdw>
          </a:effectLst>
          <a:extLst>
            <a:ext uri="{91240B29-F687-4F45-9708-019B960494DF}">
              <a14:hiddenLine xmlns:a14="http://schemas.microsoft.com/office/drawing/2010/main" w="9525">
                <a:solidFill>
                  <a:srgbClr val="ACEAFE"/>
                </a:solidFill>
                <a:miter lim="800000"/>
                <a:headEnd/>
                <a:tailEnd/>
              </a14:hiddenLine>
            </a:ext>
          </a:extLst>
        </p:spPr>
        <p:txBody>
          <a:bodyPr wrap="none" anchor="ctr"/>
          <a:lstStyle/>
          <a:p>
            <a:pPr eaLnBrk="1" hangingPunct="1">
              <a:defRPr/>
            </a:pPr>
            <a:endParaRPr lang="zh-CN" altLang="en-US">
              <a:latin typeface="Arial" panose="020B0604020202020204" pitchFamily="34" charset="0"/>
            </a:endParaRPr>
          </a:p>
        </p:txBody>
      </p:sp>
      <p:sp>
        <p:nvSpPr>
          <p:cNvPr id="462872" name="AutoShape 24">
            <a:hlinkClick r:id="" action="ppaction://hlinkshowjump?jump=previousslide"/>
            <a:extLst>
              <a:ext uri="{FF2B5EF4-FFF2-40B4-BE49-F238E27FC236}">
                <a16:creationId xmlns:a16="http://schemas.microsoft.com/office/drawing/2014/main" id="{54EEF684-269C-47C7-8FE9-35EE2BD5EAB2}"/>
              </a:ext>
            </a:extLst>
          </p:cNvPr>
          <p:cNvSpPr>
            <a:spLocks noChangeArrowheads="1"/>
          </p:cNvSpPr>
          <p:nvPr userDrawn="1"/>
        </p:nvSpPr>
        <p:spPr bwMode="auto">
          <a:xfrm rot="16200000">
            <a:off x="8019256" y="6479382"/>
            <a:ext cx="327025" cy="198438"/>
          </a:xfrm>
          <a:prstGeom prst="triangle">
            <a:avLst>
              <a:gd name="adj" fmla="val 50000"/>
            </a:avLst>
          </a:prstGeom>
          <a:solidFill>
            <a:schemeClr val="accent1"/>
          </a:solidFill>
          <a:ln>
            <a:noFill/>
          </a:ln>
          <a:effectLst>
            <a:prstShdw prst="shdw17" dist="17961" dir="2700000">
              <a:schemeClr val="accent1">
                <a:gamma/>
                <a:shade val="60000"/>
                <a:invGamma/>
              </a:schemeClr>
            </a:prstShdw>
          </a:effectLst>
          <a:extLst>
            <a:ext uri="{91240B29-F687-4F45-9708-019B960494DF}">
              <a14:hiddenLine xmlns:a14="http://schemas.microsoft.com/office/drawing/2010/main" w="9525">
                <a:solidFill>
                  <a:srgbClr val="ACEAFE"/>
                </a:solidFill>
                <a:miter lim="800000"/>
                <a:headEnd/>
                <a:tailEnd/>
              </a14:hiddenLine>
            </a:ext>
          </a:extLst>
        </p:spPr>
        <p:txBody>
          <a:bodyPr wrap="none" anchor="ctr"/>
          <a:lstStyle/>
          <a:p>
            <a:pPr eaLnBrk="1" hangingPunct="1">
              <a:defRPr/>
            </a:pPr>
            <a:endParaRPr lang="zh-CN" altLang="en-US">
              <a:latin typeface="Arial" panose="020B0604020202020204" pitchFamily="34" charset="0"/>
            </a:endParaRPr>
          </a:p>
        </p:txBody>
      </p:sp>
      <p:grpSp>
        <p:nvGrpSpPr>
          <p:cNvPr id="1030" name="Group 25"/>
          <p:cNvGrpSpPr>
            <a:grpSpLocks/>
          </p:cNvGrpSpPr>
          <p:nvPr userDrawn="1"/>
        </p:nvGrpSpPr>
        <p:grpSpPr bwMode="auto">
          <a:xfrm>
            <a:off x="8766175" y="6415088"/>
            <a:ext cx="198438" cy="327025"/>
            <a:chOff x="4558" y="3875"/>
            <a:chExt cx="155" cy="257"/>
          </a:xfrm>
        </p:grpSpPr>
        <p:sp>
          <p:nvSpPr>
            <p:cNvPr id="462874" name="AutoShape 26">
              <a:hlinkClick r:id="" action="ppaction://hlinkshowjump?jump=firstslide"/>
              <a:extLst>
                <a:ext uri="{FF2B5EF4-FFF2-40B4-BE49-F238E27FC236}">
                  <a16:creationId xmlns:a16="http://schemas.microsoft.com/office/drawing/2014/main" id="{E259C84F-6867-4ECE-8873-8A9CCC4EF0D0}"/>
                </a:ext>
              </a:extLst>
            </p:cNvPr>
            <p:cNvSpPr>
              <a:spLocks noChangeArrowheads="1"/>
            </p:cNvSpPr>
            <p:nvPr userDrawn="1"/>
          </p:nvSpPr>
          <p:spPr bwMode="auto">
            <a:xfrm rot="16200000">
              <a:off x="4507" y="3926"/>
              <a:ext cx="257" cy="155"/>
            </a:xfrm>
            <a:prstGeom prst="triangle">
              <a:avLst>
                <a:gd name="adj" fmla="val 50000"/>
              </a:avLst>
            </a:prstGeom>
            <a:solidFill>
              <a:schemeClr val="accent1"/>
            </a:solidFill>
            <a:ln>
              <a:noFill/>
            </a:ln>
            <a:effectLst>
              <a:prstShdw prst="shdw17" dist="17961" dir="2700000">
                <a:schemeClr val="accent1">
                  <a:gamma/>
                  <a:shade val="60000"/>
                  <a:invGamma/>
                </a:schemeClr>
              </a:prstShdw>
            </a:effectLst>
            <a:extLst>
              <a:ext uri="{91240B29-F687-4F45-9708-019B960494DF}">
                <a14:hiddenLine xmlns:a14="http://schemas.microsoft.com/office/drawing/2010/main" w="9525">
                  <a:solidFill>
                    <a:srgbClr val="ACEAFE"/>
                  </a:solidFill>
                  <a:miter lim="800000"/>
                  <a:headEnd/>
                  <a:tailEnd/>
                </a14:hiddenLine>
              </a:ext>
            </a:extLst>
          </p:spPr>
          <p:txBody>
            <a:bodyPr wrap="none" anchor="ctr"/>
            <a:lstStyle/>
            <a:p>
              <a:pPr eaLnBrk="1" hangingPunct="1">
                <a:defRPr/>
              </a:pPr>
              <a:endParaRPr lang="zh-CN" altLang="en-US">
                <a:latin typeface="Arial" panose="020B0604020202020204" pitchFamily="34" charset="0"/>
              </a:endParaRPr>
            </a:p>
          </p:txBody>
        </p:sp>
        <p:sp>
          <p:nvSpPr>
            <p:cNvPr id="1035" name="Line 27"/>
            <p:cNvSpPr>
              <a:spLocks noChangeShapeType="1"/>
            </p:cNvSpPr>
            <p:nvPr userDrawn="1"/>
          </p:nvSpPr>
          <p:spPr bwMode="auto">
            <a:xfrm>
              <a:off x="4558" y="3896"/>
              <a:ext cx="0" cy="204"/>
            </a:xfrm>
            <a:prstGeom prst="line">
              <a:avLst/>
            </a:prstGeom>
            <a:noFill/>
            <a:ln w="28575">
              <a:solidFill>
                <a:srgbClr val="ACEAFE"/>
              </a:solidFill>
              <a:round/>
              <a:headEnd/>
              <a:tailEnd/>
            </a:ln>
            <a:effectLst>
              <a:prstShdw prst="shdw17" dist="17961" dir="2700000">
                <a:srgbClr val="678C98"/>
              </a:prstShdw>
            </a:effectLst>
          </p:spPr>
          <p:txBody>
            <a:bodyPr/>
            <a:lstStyle/>
            <a:p>
              <a:endParaRPr lang="zh-CN" altLang="en-US"/>
            </a:p>
          </p:txBody>
        </p:sp>
      </p:grpSp>
      <p:pic>
        <p:nvPicPr>
          <p:cNvPr id="1031" name="Picture 37" descr="bj"/>
          <p:cNvPicPr>
            <a:picLocks noChangeAspect="1" noChangeArrowheads="1"/>
          </p:cNvPicPr>
          <p:nvPr userDrawn="1"/>
        </p:nvPicPr>
        <p:blipFill>
          <a:blip r:embed="rId13" cstate="print"/>
          <a:srcRect/>
          <a:stretch>
            <a:fillRect/>
          </a:stretch>
        </p:blipFill>
        <p:spPr bwMode="auto">
          <a:xfrm>
            <a:off x="0" y="0"/>
            <a:ext cx="9144000" cy="739775"/>
          </a:xfrm>
          <a:prstGeom prst="rect">
            <a:avLst/>
          </a:prstGeom>
          <a:noFill/>
          <a:ln w="9525">
            <a:noFill/>
            <a:miter lim="800000"/>
            <a:headEnd/>
            <a:tailEnd/>
          </a:ln>
        </p:spPr>
      </p:pic>
      <p:sp>
        <p:nvSpPr>
          <p:cNvPr id="1032" name="Rectangle 33"/>
          <p:cNvSpPr>
            <a:spLocks noChangeArrowheads="1"/>
          </p:cNvSpPr>
          <p:nvPr userDrawn="1"/>
        </p:nvSpPr>
        <p:spPr bwMode="auto">
          <a:xfrm>
            <a:off x="0" y="692150"/>
            <a:ext cx="9144000" cy="73025"/>
          </a:xfrm>
          <a:prstGeom prst="rect">
            <a:avLst/>
          </a:prstGeom>
          <a:gradFill rotWithShape="1">
            <a:gsLst>
              <a:gs pos="0">
                <a:srgbClr val="FF3300"/>
              </a:gs>
              <a:gs pos="100000">
                <a:schemeClr val="bg1"/>
              </a:gs>
            </a:gsLst>
            <a:lin ang="0" scaled="1"/>
          </a:gradFill>
          <a:ln w="9525">
            <a:noFill/>
            <a:miter lim="800000"/>
            <a:headEnd/>
            <a:tailEnd/>
          </a:ln>
          <a:effectLst/>
        </p:spPr>
        <p:txBody>
          <a:bodyPr wrap="none" anchor="ctr"/>
          <a:lstStyle/>
          <a:p>
            <a:pPr eaLnBrk="1" hangingPunct="1"/>
            <a:endParaRPr lang="zh-CN" altLang="en-US"/>
          </a:p>
        </p:txBody>
      </p:sp>
      <p:sp>
        <p:nvSpPr>
          <p:cNvPr id="1033" name="Rectangle 34"/>
          <p:cNvSpPr>
            <a:spLocks noChangeArrowheads="1"/>
          </p:cNvSpPr>
          <p:nvPr userDrawn="1"/>
        </p:nvSpPr>
        <p:spPr bwMode="auto">
          <a:xfrm>
            <a:off x="0" y="6173788"/>
            <a:ext cx="9144000" cy="73025"/>
          </a:xfrm>
          <a:prstGeom prst="rect">
            <a:avLst/>
          </a:prstGeom>
          <a:gradFill rotWithShape="1">
            <a:gsLst>
              <a:gs pos="0">
                <a:schemeClr val="bg1"/>
              </a:gs>
              <a:gs pos="100000">
                <a:srgbClr val="FF3300"/>
              </a:gs>
            </a:gsLst>
            <a:lin ang="0" scaled="1"/>
          </a:gradFill>
          <a:ln w="9525">
            <a:noFill/>
            <a:miter lim="800000"/>
            <a:headEnd/>
            <a:tailEnd/>
          </a:ln>
          <a:effectLst/>
        </p:spPr>
        <p:txBody>
          <a:bodyPr wrap="none" anchor="ctr"/>
          <a:lstStyle/>
          <a:p>
            <a:pPr eaLnBrk="1" hangingPunct="1"/>
            <a:endParaRPr lang="zh-CN" altLang="en-US"/>
          </a:p>
        </p:txBody>
      </p:sp>
    </p:spTree>
  </p:cSld>
  <p:clrMap bg1="lt1" tx1="dk1" bg2="lt2" tx2="dk2" accent1="accent1" accent2="accent2" accent3="accent3" accent4="accent4" accent5="accent5" accent6="accent6" hlink="hlink" folHlink="folHlink"/>
  <p:sldLayoutIdLst>
    <p:sldLayoutId id="2147483692" r:id="rId1"/>
    <p:sldLayoutId id="2147483682" r:id="rId2"/>
    <p:sldLayoutId id="2147483683" r:id="rId3"/>
    <p:sldLayoutId id="2147483684" r:id="rId4"/>
    <p:sldLayoutId id="2147483685" r:id="rId5"/>
    <p:sldLayoutId id="2147483686" r:id="rId6"/>
    <p:sldLayoutId id="2147483687" r:id="rId7"/>
    <p:sldLayoutId id="2147483688" r:id="rId8"/>
    <p:sldLayoutId id="2147483689" r:id="rId9"/>
    <p:sldLayoutId id="2147483690" r:id="rId10"/>
    <p:sldLayoutId id="2147483691" r:id="rId11"/>
  </p:sldLayoutIdLst>
  <p:transition/>
  <p:txStyles>
    <p:titleStyle>
      <a:lvl1pPr algn="ctr" rtl="0" eaLnBrk="0" fontAlgn="base" hangingPunct="0">
        <a:spcBef>
          <a:spcPct val="0"/>
        </a:spcBef>
        <a:spcAft>
          <a:spcPct val="0"/>
        </a:spcAft>
        <a:defRPr sz="4400" kern="1200">
          <a:solidFill>
            <a:schemeClr val="tx2"/>
          </a:solidFill>
          <a:latin typeface="+mj-lt"/>
          <a:ea typeface="+mj-ea"/>
          <a:cs typeface="+mj-cs"/>
        </a:defRPr>
      </a:lvl1pPr>
      <a:lvl2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2pPr>
      <a:lvl3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3pPr>
      <a:lvl4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4pPr>
      <a:lvl5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5pPr>
      <a:lvl6pPr marL="4572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6pPr>
      <a:lvl7pPr marL="9144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7pPr>
      <a:lvl8pPr marL="13716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8pPr>
      <a:lvl9pPr marL="18288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9pPr>
    </p:titleStyle>
    <p:bodyStyle>
      <a:lvl1pPr marL="342900" indent="-342900" algn="l" rtl="0" eaLnBrk="0" fontAlgn="base" hangingPunct="0">
        <a:spcBef>
          <a:spcPct val="20000"/>
        </a:spcBef>
        <a:spcAft>
          <a:spcPct val="0"/>
        </a:spcAft>
        <a:buClr>
          <a:schemeClr val="hlink"/>
        </a:buClr>
        <a:buSzPct val="70000"/>
        <a:buFont typeface="Wingdings" pitchFamily="2" charset="2"/>
        <a:buChar char="v"/>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5000"/>
        <a:buFont typeface="Wingdings" pitchFamily="2" charset="2"/>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hlink"/>
        </a:buClr>
        <a:buSzPct val="80000"/>
        <a:buFont typeface="Wingdings" pitchFamily="2" charset="2"/>
        <a:buChar char="v"/>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90000"/>
        <a:buFont typeface="Wingdings" pitchFamily="2" charset="2"/>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hlink"/>
        </a:buClr>
        <a:buSzPct val="85000"/>
        <a:buFont typeface="Wingdings" pitchFamily="2" charset="2"/>
        <a:buChar char="v"/>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image" Target="../media/image5.gif"/><Relationship Id="rId1" Type="http://schemas.openxmlformats.org/officeDocument/2006/relationships/slideLayout" Target="../slideLayouts/slideLayout2.xml"/><Relationship Id="rId5" Type="http://schemas.openxmlformats.org/officeDocument/2006/relationships/image" Target="../media/image8.jpeg"/><Relationship Id="rId4" Type="http://schemas.openxmlformats.org/officeDocument/2006/relationships/image" Target="../media/image7.png"/></Relationships>
</file>

<file path=ppt/slides/_rels/slide5.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chart" Target="../charts/chart1.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chart" Target="../charts/chart2.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audio" Target="file:///C:\Documents%20and%20Settings\new\&#26700;&#38754;\&#26032;&#24314;&#25991;&#20214;&#22841;%20(2)\006.06.%20&#26790;&#20013;&#30340;&#23130;&#31036;%20MARIAGE%20D'%20AMOUR.mp3" TargetMode="External"/><Relationship Id="rId1" Type="http://schemas.microsoft.com/office/2007/relationships/media" Target="file:///C:\Documents%20and%20Settings\new\&#26700;&#38754;\&#26032;&#24314;&#25991;&#20214;&#22841;%20(2)\006.06.%20&#26790;&#20013;&#30340;&#23130;&#31036;%20MARIAGE%20D'%20AMOUR.mp3" TargetMode="External"/><Relationship Id="rId5" Type="http://schemas.openxmlformats.org/officeDocument/2006/relationships/image" Target="../media/image24.png"/><Relationship Id="rId4" Type="http://schemas.openxmlformats.org/officeDocument/2006/relationships/image" Target="../media/image23.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098" name="Picture 2" descr="图片1a"/>
          <p:cNvPicPr>
            <a:picLocks noChangeAspect="1"/>
          </p:cNvPicPr>
          <p:nvPr/>
        </p:nvPicPr>
        <p:blipFill>
          <a:blip r:embed="rId2"/>
          <a:stretch>
            <a:fillRect/>
          </a:stretch>
        </p:blipFill>
        <p:spPr>
          <a:xfrm>
            <a:off x="0" y="549275"/>
            <a:ext cx="9144000" cy="6308725"/>
          </a:xfrm>
          <a:prstGeom prst="rect">
            <a:avLst/>
          </a:prstGeom>
          <a:noFill/>
          <a:ln w="9525">
            <a:noFill/>
          </a:ln>
        </p:spPr>
      </p:pic>
      <p:sp>
        <p:nvSpPr>
          <p:cNvPr id="4099" name="Rectangle 4"/>
          <p:cNvSpPr/>
          <p:nvPr/>
        </p:nvSpPr>
        <p:spPr>
          <a:xfrm>
            <a:off x="-357187" y="5949950"/>
            <a:ext cx="9144000" cy="908050"/>
          </a:xfrm>
          <a:prstGeom prst="rect">
            <a:avLst/>
          </a:prstGeom>
          <a:solidFill>
            <a:srgbClr val="0099FF"/>
          </a:solidFill>
          <a:ln w="28575">
            <a:noFill/>
          </a:ln>
        </p:spPr>
        <p:txBody>
          <a:bodyPr wrap="none" anchor="ctr"/>
          <a:lstStyle/>
          <a:p>
            <a:pPr algn="ctr" eaLnBrk="1" hangingPunct="1"/>
            <a:r>
              <a:rPr lang="en-US" altLang="zh-CN" sz="2800" b="1" i="1" dirty="0">
                <a:latin typeface="Times New Roman" panose="02020603050405020304" pitchFamily="18" charset="0"/>
                <a:ea typeface="华文中宋" panose="02010600040101010101" pitchFamily="2" charset="-122"/>
              </a:rPr>
              <a:t>                                                       </a:t>
            </a:r>
            <a:endParaRPr lang="en-US" altLang="zh-CN" sz="2800" b="1" i="1" dirty="0">
              <a:solidFill>
                <a:srgbClr val="000066"/>
              </a:solidFill>
              <a:latin typeface="Times New Roman" panose="02020603050405020304" pitchFamily="18" charset="0"/>
              <a:ea typeface="华文中宋" panose="02010600040101010101" pitchFamily="2" charset="-122"/>
            </a:endParaRPr>
          </a:p>
        </p:txBody>
      </p:sp>
      <p:sp>
        <p:nvSpPr>
          <p:cNvPr id="4100" name="Rectangle 5"/>
          <p:cNvSpPr/>
          <p:nvPr/>
        </p:nvSpPr>
        <p:spPr>
          <a:xfrm>
            <a:off x="0" y="0"/>
            <a:ext cx="9144000" cy="908050"/>
          </a:xfrm>
          <a:prstGeom prst="rect">
            <a:avLst/>
          </a:prstGeom>
          <a:solidFill>
            <a:srgbClr val="6699FF"/>
          </a:solidFill>
          <a:ln w="28575">
            <a:noFill/>
          </a:ln>
        </p:spPr>
        <p:txBody>
          <a:bodyPr wrap="none" anchor="ctr"/>
          <a:lstStyle/>
          <a:p>
            <a:pPr eaLnBrk="1" hangingPunct="1"/>
            <a:endParaRPr lang="zh-CN" altLang="en-US" dirty="0">
              <a:latin typeface="Arial" panose="020B0604020202020204" pitchFamily="34" charset="0"/>
            </a:endParaRPr>
          </a:p>
        </p:txBody>
      </p:sp>
      <p:sp>
        <p:nvSpPr>
          <p:cNvPr id="605192" name="WordArt 8"/>
          <p:cNvSpPr>
            <a:spLocks noChangeArrowheads="1" noChangeShapeType="1" noTextEdit="1"/>
          </p:cNvSpPr>
          <p:nvPr/>
        </p:nvSpPr>
        <p:spPr bwMode="auto">
          <a:xfrm>
            <a:off x="4716463" y="4510088"/>
            <a:ext cx="3095625" cy="503237"/>
          </a:xfrm>
          <a:prstGeom prst="rect">
            <a:avLst/>
          </a:prstGeom>
        </p:spPr>
        <p:txBody>
          <a:bodyPr wrap="none" numCol="1" fromWordArt="1">
            <a:prstTxWarp prst="textPlain">
              <a:avLst>
                <a:gd name="adj" fmla="val 50000"/>
              </a:avLst>
            </a:prstTxWarp>
          </a:bodyP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zh-CN" altLang="en-US" sz="3600" b="1" i="0" u="none" strike="noStrike" kern="10" cap="none" spc="0" normalizeH="0" baseline="0" noProof="0" dirty="0">
                <a:ln w="9525">
                  <a:solidFill>
                    <a:srgbClr val="000066"/>
                  </a:solidFill>
                  <a:round/>
                </a:ln>
                <a:solidFill>
                  <a:srgbClr val="000066"/>
                </a:solidFill>
                <a:effectLst>
                  <a:outerShdw dist="35921" dir="2700000" algn="ctr" rotWithShape="0">
                    <a:srgbClr val="C0C0C0">
                      <a:alpha val="80000"/>
                    </a:srgbClr>
                  </a:outerShdw>
                </a:effectLst>
                <a:uLnTx/>
                <a:uFillTx/>
                <a:latin typeface="华文隶书" panose="02010800040101010101" pitchFamily="2" charset="-122"/>
                <a:ea typeface="华文隶书" panose="02010800040101010101" pitchFamily="2" charset="-122"/>
                <a:cs typeface="+mn-cs"/>
              </a:rPr>
              <a:t>大学物理实验</a:t>
            </a:r>
            <a:r>
              <a:rPr kumimoji="0" lang="en-US" altLang="zh-CN" sz="3600" b="1" i="0" u="none" strike="noStrike" kern="10" cap="none" spc="0" normalizeH="0" baseline="0" noProof="0" dirty="0">
                <a:ln w="9525">
                  <a:solidFill>
                    <a:srgbClr val="000066"/>
                  </a:solidFill>
                  <a:round/>
                </a:ln>
                <a:solidFill>
                  <a:srgbClr val="000066"/>
                </a:solidFill>
                <a:effectLst>
                  <a:outerShdw dist="35921" dir="2700000" algn="ctr" rotWithShape="0">
                    <a:srgbClr val="C0C0C0">
                      <a:alpha val="80000"/>
                    </a:srgbClr>
                  </a:outerShdw>
                </a:effectLst>
                <a:uLnTx/>
                <a:uFillTx/>
                <a:latin typeface="华文隶书" panose="02010800040101010101" pitchFamily="2" charset="-122"/>
                <a:ea typeface="华文隶书" panose="02010800040101010101" pitchFamily="2" charset="-122"/>
                <a:cs typeface="+mn-cs"/>
              </a:rPr>
              <a:t>1</a:t>
            </a:r>
            <a:endParaRPr kumimoji="0" lang="zh-CN" altLang="en-US" sz="3600" b="1" i="0" u="none" strike="noStrike" kern="10" cap="none" spc="0" normalizeH="0" baseline="0" noProof="0" dirty="0">
              <a:ln w="9525">
                <a:solidFill>
                  <a:srgbClr val="000066"/>
                </a:solidFill>
                <a:round/>
              </a:ln>
              <a:solidFill>
                <a:srgbClr val="000066"/>
              </a:solidFill>
              <a:effectLst>
                <a:outerShdw dist="35921" dir="2700000" algn="ctr" rotWithShape="0">
                  <a:srgbClr val="C0C0C0">
                    <a:alpha val="80000"/>
                  </a:srgbClr>
                </a:outerShdw>
              </a:effectLst>
              <a:uLnTx/>
              <a:uFillTx/>
              <a:latin typeface="华文隶书" panose="02010800040101010101" pitchFamily="2" charset="-122"/>
              <a:ea typeface="华文隶书" panose="02010800040101010101" pitchFamily="2" charset="-122"/>
              <a:cs typeface="+mn-cs"/>
            </a:endParaRPr>
          </a:p>
        </p:txBody>
      </p:sp>
      <p:sp>
        <p:nvSpPr>
          <p:cNvPr id="4102" name="WordArt 9"/>
          <p:cNvSpPr>
            <a:spLocks noTextEdit="1"/>
          </p:cNvSpPr>
          <p:nvPr/>
        </p:nvSpPr>
        <p:spPr>
          <a:xfrm>
            <a:off x="3851919" y="2386013"/>
            <a:ext cx="4647555" cy="1258887"/>
          </a:xfrm>
          <a:prstGeom prst="rect">
            <a:avLst/>
          </a:prstGeom>
        </p:spPr>
        <p:txBody>
          <a:bodyPr wrap="none" fromWordArt="1">
            <a:prstTxWarp prst="textPlain">
              <a:avLst>
                <a:gd name="adj" fmla="val 50000"/>
              </a:avLst>
            </a:prstTxWarp>
            <a:normAutofit/>
          </a:bodyPr>
          <a:lstStyle/>
          <a:p>
            <a:pPr algn="ctr"/>
            <a:r>
              <a:rPr lang="zh-CN" altLang="en-US" sz="3600" b="1" dirty="0">
                <a:ln w="9525" cap="flat" cmpd="sng">
                  <a:solidFill>
                    <a:srgbClr val="000066"/>
                  </a:solidFill>
                  <a:prstDash val="solid"/>
                  <a:headEnd type="none" w="med" len="med"/>
                  <a:tailEnd type="none" w="med" len="med"/>
                </a:ln>
                <a:solidFill>
                  <a:srgbClr val="000066"/>
                </a:solidFill>
                <a:effectLst>
                  <a:outerShdw dist="35921" dir="2699999" algn="ctr" rotWithShape="0">
                    <a:srgbClr val="C0C0C0">
                      <a:alpha val="79999"/>
                    </a:srgbClr>
                  </a:outerShdw>
                </a:effectLst>
                <a:latin typeface="宋体" panose="02010600030101010101" pitchFamily="2" charset="-122"/>
              </a:rPr>
              <a:t>弦振动实验</a:t>
            </a:r>
          </a:p>
        </p:txBody>
      </p:sp>
      <p:sp>
        <p:nvSpPr>
          <p:cNvPr id="4103" name="Text Box 11"/>
          <p:cNvSpPr txBox="1"/>
          <p:nvPr/>
        </p:nvSpPr>
        <p:spPr>
          <a:xfrm>
            <a:off x="2555875" y="6207125"/>
            <a:ext cx="3841750" cy="457200"/>
          </a:xfrm>
          <a:prstGeom prst="rect">
            <a:avLst/>
          </a:prstGeom>
          <a:noFill/>
          <a:ln w="9525">
            <a:noFill/>
          </a:ln>
        </p:spPr>
        <p:txBody>
          <a:bodyPr wrap="none">
            <a:spAutoFit/>
          </a:bodyPr>
          <a:lstStyle/>
          <a:p>
            <a:pPr eaLnBrk="1" hangingPunct="1"/>
            <a:r>
              <a:rPr lang="zh-CN" altLang="en-US" sz="2400" b="1" dirty="0">
                <a:solidFill>
                  <a:srgbClr val="292929"/>
                </a:solidFill>
                <a:latin typeface="Arial" panose="020B0604020202020204" pitchFamily="34" charset="0"/>
                <a:ea typeface="华文隶书" panose="02010800040101010101" pitchFamily="2" charset="-122"/>
              </a:rPr>
              <a:t>深圳大学物理实验教学中心</a:t>
            </a:r>
          </a:p>
        </p:txBody>
      </p:sp>
    </p:spTree>
  </p:cSld>
  <p:clrMapOvr>
    <a:masterClrMapping/>
  </p:clrMapOvr>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p:cNvSpPr/>
          <p:nvPr/>
        </p:nvSpPr>
        <p:spPr>
          <a:xfrm>
            <a:off x="539552" y="1552931"/>
            <a:ext cx="5437527" cy="3785652"/>
          </a:xfrm>
          <a:prstGeom prst="rect">
            <a:avLst/>
          </a:prstGeom>
        </p:spPr>
        <p:txBody>
          <a:bodyPr wrap="square">
            <a:spAutoFit/>
          </a:bodyPr>
          <a:lstStyle/>
          <a:p>
            <a:pPr algn="just"/>
            <a:r>
              <a:rPr kumimoji="1" lang="zh-CN" altLang="en-US" sz="2400" b="1" dirty="0">
                <a:solidFill>
                  <a:srgbClr val="000066"/>
                </a:solidFill>
                <a:latin typeface="Times New Roman" pitchFamily="18" charset="0"/>
                <a:ea typeface="华文中宋" pitchFamily="2" charset="-122"/>
              </a:rPr>
              <a:t>温琴佐</a:t>
            </a:r>
            <a:r>
              <a:rPr kumimoji="1" lang="en-US" altLang="zh-CN" sz="2400" b="1" dirty="0">
                <a:solidFill>
                  <a:srgbClr val="000066"/>
                </a:solidFill>
                <a:latin typeface="Times New Roman" pitchFamily="18" charset="0"/>
                <a:ea typeface="华文中宋" pitchFamily="2" charset="-122"/>
              </a:rPr>
              <a:t>·</a:t>
            </a:r>
            <a:r>
              <a:rPr kumimoji="1" lang="zh-CN" altLang="en-US" sz="2400" b="1" dirty="0">
                <a:solidFill>
                  <a:srgbClr val="000066"/>
                </a:solidFill>
                <a:latin typeface="Times New Roman" pitchFamily="18" charset="0"/>
                <a:ea typeface="华文中宋" pitchFamily="2" charset="-122"/>
              </a:rPr>
              <a:t>伽利莱是意大利琵琶演奏家、作曲家和音乐理论家。他在研究音高和弦张力的过程中，给出了波速与张力的关系，被认为是历史上最早的对自然现象的非线性数学描述。</a:t>
            </a:r>
            <a:endParaRPr kumimoji="1" lang="en-US" altLang="zh-CN" sz="2400" b="1" dirty="0">
              <a:solidFill>
                <a:srgbClr val="000066"/>
              </a:solidFill>
              <a:latin typeface="Times New Roman" pitchFamily="18" charset="0"/>
              <a:ea typeface="华文中宋" pitchFamily="2" charset="-122"/>
            </a:endParaRPr>
          </a:p>
          <a:p>
            <a:pPr algn="just"/>
            <a:endParaRPr kumimoji="1" lang="en-US" altLang="zh-CN" sz="2400" b="1" dirty="0">
              <a:solidFill>
                <a:srgbClr val="000066"/>
              </a:solidFill>
              <a:latin typeface="Times New Roman" pitchFamily="18" charset="0"/>
              <a:ea typeface="华文中宋" pitchFamily="2" charset="-122"/>
            </a:endParaRPr>
          </a:p>
          <a:p>
            <a:pPr algn="just"/>
            <a:r>
              <a:rPr kumimoji="1" lang="zh-CN" altLang="en-US" sz="2400" b="1" dirty="0">
                <a:solidFill>
                  <a:srgbClr val="000066"/>
                </a:solidFill>
                <a:latin typeface="Times New Roman" pitchFamily="18" charset="0"/>
                <a:ea typeface="华文中宋" pitchFamily="2" charset="-122"/>
              </a:rPr>
              <a:t>他引导儿子伽利略</a:t>
            </a:r>
            <a:r>
              <a:rPr kumimoji="1" lang="en-US" altLang="zh-CN" sz="2400" b="1" dirty="0">
                <a:solidFill>
                  <a:srgbClr val="000066"/>
                </a:solidFill>
                <a:latin typeface="Times New Roman" pitchFamily="18" charset="0"/>
                <a:ea typeface="华文中宋" pitchFamily="2" charset="-122"/>
              </a:rPr>
              <a:t>·</a:t>
            </a:r>
            <a:r>
              <a:rPr kumimoji="1" lang="zh-CN" altLang="en-US" sz="2400" b="1" dirty="0">
                <a:solidFill>
                  <a:srgbClr val="000066"/>
                </a:solidFill>
                <a:latin typeface="Times New Roman" pitchFamily="18" charset="0"/>
                <a:ea typeface="华文中宋" pitchFamily="2" charset="-122"/>
              </a:rPr>
              <a:t>伽利莱远离当时纯粹、抽象的数学，而转向了用数学定量描述结果的实验，这对物理学和自然科学史来说是一个重要的方向。	</a:t>
            </a:r>
          </a:p>
        </p:txBody>
      </p:sp>
      <p:sp>
        <p:nvSpPr>
          <p:cNvPr id="4" name="Text Box 4">
            <a:extLst>
              <a:ext uri="{FF2B5EF4-FFF2-40B4-BE49-F238E27FC236}">
                <a16:creationId xmlns:a16="http://schemas.microsoft.com/office/drawing/2014/main" id="{CF0CB549-61E9-4A20-923D-FEA127235872}"/>
              </a:ext>
            </a:extLst>
          </p:cNvPr>
          <p:cNvSpPr txBox="1">
            <a:spLocks noChangeArrowheads="1"/>
          </p:cNvSpPr>
          <p:nvPr/>
        </p:nvSpPr>
        <p:spPr bwMode="auto">
          <a:xfrm>
            <a:off x="399145" y="865490"/>
            <a:ext cx="6033035" cy="461665"/>
          </a:xfrm>
          <a:prstGeom prst="rect">
            <a:avLst/>
          </a:prstGeom>
          <a:noFill/>
          <a:ln w="9525">
            <a:noFill/>
            <a:miter lim="800000"/>
            <a:headEnd/>
            <a:tailEnd/>
          </a:ln>
        </p:spPr>
        <p:txBody>
          <a:bodyPr wrap="square">
            <a:spAutoFit/>
          </a:bodyPr>
          <a:lstStyle/>
          <a:p>
            <a:r>
              <a:rPr kumimoji="1" lang="en-US" altLang="zh-CN" sz="2400" b="1" dirty="0">
                <a:latin typeface="Times New Roman" pitchFamily="18" charset="0"/>
                <a:ea typeface="华文中宋" pitchFamily="2" charset="-122"/>
              </a:rPr>
              <a:t>Vincenzo Galilei </a:t>
            </a:r>
            <a:r>
              <a:rPr kumimoji="1" lang="zh-CN" altLang="en-US" sz="2400" b="1" dirty="0">
                <a:latin typeface="Times New Roman" pitchFamily="18" charset="0"/>
                <a:ea typeface="华文中宋" pitchFamily="2" charset="-122"/>
              </a:rPr>
              <a:t>温琴佐</a:t>
            </a:r>
            <a:r>
              <a:rPr kumimoji="1" lang="en-US" altLang="zh-CN" sz="2400" b="1" dirty="0">
                <a:latin typeface="Times New Roman" pitchFamily="18" charset="0"/>
                <a:ea typeface="华文中宋" pitchFamily="2" charset="-122"/>
              </a:rPr>
              <a:t>·</a:t>
            </a:r>
            <a:r>
              <a:rPr kumimoji="1" lang="zh-CN" altLang="en-US" sz="2400" b="1" dirty="0">
                <a:latin typeface="Times New Roman" pitchFamily="18" charset="0"/>
                <a:ea typeface="华文中宋" pitchFamily="2" charset="-122"/>
              </a:rPr>
              <a:t>伽利莱</a:t>
            </a:r>
            <a:r>
              <a:rPr kumimoji="1" lang="en-US" altLang="zh-CN" sz="2400" b="1" dirty="0">
                <a:latin typeface="Times New Roman" pitchFamily="18" charset="0"/>
                <a:ea typeface="华文中宋" pitchFamily="2" charset="-122"/>
              </a:rPr>
              <a:t>(1520-1591)</a:t>
            </a:r>
            <a:endParaRPr lang="zh-CN" altLang="en-US" sz="2400" dirty="0">
              <a:latin typeface="华文中宋" panose="02010600040101010101" pitchFamily="2" charset="-122"/>
              <a:ea typeface="华文中宋" panose="02010600040101010101" pitchFamily="2" charset="-122"/>
            </a:endParaRPr>
          </a:p>
        </p:txBody>
      </p:sp>
      <p:sp>
        <p:nvSpPr>
          <p:cNvPr id="5" name="Rectangle 5"/>
          <p:cNvSpPr>
            <a:spLocks noChangeArrowheads="1"/>
          </p:cNvSpPr>
          <p:nvPr/>
        </p:nvSpPr>
        <p:spPr bwMode="auto">
          <a:xfrm>
            <a:off x="539552" y="71696"/>
            <a:ext cx="1826141" cy="584775"/>
          </a:xfrm>
          <a:prstGeom prst="rect">
            <a:avLst/>
          </a:prstGeom>
          <a:noFill/>
          <a:ln w="9525" algn="ctr">
            <a:noFill/>
            <a:miter lim="800000"/>
            <a:headEnd/>
            <a:tailEnd/>
          </a:ln>
          <a:effectLst/>
        </p:spPr>
        <p:txBody>
          <a:bodyPr wrap="none">
            <a:spAutoFit/>
          </a:bodyPr>
          <a:lstStyle/>
          <a:p>
            <a:pPr eaLnBrk="1" hangingPunct="1"/>
            <a:r>
              <a:rPr lang="zh-CN" altLang="en-US" sz="3200" b="1" dirty="0">
                <a:solidFill>
                  <a:srgbClr val="FF0000"/>
                </a:solidFill>
                <a:latin typeface="微软雅黑" panose="020B0503020204020204" pitchFamily="34" charset="-122"/>
                <a:ea typeface="微软雅黑" panose="020B0503020204020204" pitchFamily="34" charset="-122"/>
              </a:rPr>
              <a:t>历史回眸</a:t>
            </a:r>
          </a:p>
        </p:txBody>
      </p:sp>
      <p:pic>
        <p:nvPicPr>
          <p:cNvPr id="6" name="图片 5">
            <a:extLst>
              <a:ext uri="{FF2B5EF4-FFF2-40B4-BE49-F238E27FC236}">
                <a16:creationId xmlns:a16="http://schemas.microsoft.com/office/drawing/2014/main" id="{0D075320-C10B-2941-4D25-E60092C168D6}"/>
              </a:ext>
            </a:extLst>
          </p:cNvPr>
          <p:cNvPicPr>
            <a:picLocks noChangeAspect="1"/>
          </p:cNvPicPr>
          <p:nvPr/>
        </p:nvPicPr>
        <p:blipFill>
          <a:blip r:embed="rId2"/>
          <a:stretch>
            <a:fillRect/>
          </a:stretch>
        </p:blipFill>
        <p:spPr>
          <a:xfrm>
            <a:off x="6588224" y="1772816"/>
            <a:ext cx="1956244" cy="2673888"/>
          </a:xfrm>
          <a:prstGeom prst="rect">
            <a:avLst/>
          </a:prstGeom>
        </p:spPr>
      </p:pic>
    </p:spTree>
  </p:cSld>
  <p:clrMapOvr>
    <a:masterClrMapping/>
  </p:clrMapOvr>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5"/>
          <p:cNvSpPr>
            <a:spLocks noChangeArrowheads="1"/>
          </p:cNvSpPr>
          <p:nvPr/>
        </p:nvSpPr>
        <p:spPr bwMode="auto">
          <a:xfrm>
            <a:off x="295428" y="58267"/>
            <a:ext cx="2480166" cy="584775"/>
          </a:xfrm>
          <a:prstGeom prst="rect">
            <a:avLst/>
          </a:prstGeom>
          <a:noFill/>
          <a:ln w="9525" algn="ctr">
            <a:noFill/>
            <a:miter lim="800000"/>
            <a:headEnd/>
            <a:tailEnd/>
          </a:ln>
          <a:effectLst/>
        </p:spPr>
        <p:txBody>
          <a:bodyPr wrap="none">
            <a:spAutoFit/>
          </a:bodyPr>
          <a:lstStyle/>
          <a:p>
            <a:pPr eaLnBrk="1" hangingPunct="1"/>
            <a:r>
              <a:rPr lang="zh-CN" altLang="en-US" sz="3200" b="1" dirty="0">
                <a:solidFill>
                  <a:srgbClr val="FF0000"/>
                </a:solidFill>
                <a:latin typeface="微软雅黑" panose="020B0503020204020204" pitchFamily="34" charset="-122"/>
                <a:ea typeface="微软雅黑" panose="020B0503020204020204" pitchFamily="34" charset="-122"/>
              </a:rPr>
              <a:t>一  实验目的</a:t>
            </a:r>
          </a:p>
        </p:txBody>
      </p:sp>
      <p:sp>
        <p:nvSpPr>
          <p:cNvPr id="6" name="内容占位符 5"/>
          <p:cNvSpPr>
            <a:spLocks noGrp="1"/>
          </p:cNvSpPr>
          <p:nvPr>
            <p:ph idx="1"/>
          </p:nvPr>
        </p:nvSpPr>
        <p:spPr>
          <a:xfrm>
            <a:off x="683568" y="1384598"/>
            <a:ext cx="6893396" cy="1612354"/>
          </a:xfrm>
        </p:spPr>
        <p:txBody>
          <a:bodyPr/>
          <a:lstStyle/>
          <a:p>
            <a:r>
              <a:rPr lang="zh-CN" altLang="en-US" sz="2800" b="1" dirty="0">
                <a:solidFill>
                  <a:schemeClr val="tx1">
                    <a:lumMod val="50000"/>
                  </a:schemeClr>
                </a:solidFill>
                <a:latin typeface="华文中宋" panose="02010600040101010101" pitchFamily="2" charset="-122"/>
                <a:ea typeface="华文中宋" panose="02010600040101010101" pitchFamily="2" charset="-122"/>
              </a:rPr>
              <a:t>观察在弦上形成的驻波</a:t>
            </a:r>
            <a:endParaRPr lang="en-US" altLang="zh-CN" sz="2800" b="1" dirty="0">
              <a:solidFill>
                <a:schemeClr val="tx1">
                  <a:lumMod val="50000"/>
                </a:schemeClr>
              </a:solidFill>
              <a:latin typeface="华文中宋" panose="02010600040101010101" pitchFamily="2" charset="-122"/>
              <a:ea typeface="华文中宋" panose="02010600040101010101" pitchFamily="2" charset="-122"/>
            </a:endParaRPr>
          </a:p>
          <a:p>
            <a:r>
              <a:rPr lang="zh-CN" altLang="en-US" sz="2800" b="1" dirty="0">
                <a:solidFill>
                  <a:schemeClr val="tx1">
                    <a:lumMod val="50000"/>
                  </a:schemeClr>
                </a:solidFill>
                <a:latin typeface="华文中宋" panose="02010600040101010101" pitchFamily="2" charset="-122"/>
                <a:ea typeface="华文中宋" panose="02010600040101010101" pitchFamily="2" charset="-122"/>
              </a:rPr>
              <a:t>验证驻波波长与振动频率和张力的关系</a:t>
            </a:r>
            <a:endParaRPr lang="en-US" altLang="zh-CN" sz="2800" b="1" dirty="0">
              <a:solidFill>
                <a:schemeClr val="tx1">
                  <a:lumMod val="50000"/>
                </a:schemeClr>
              </a:solidFill>
              <a:latin typeface="华文中宋" panose="02010600040101010101" pitchFamily="2" charset="-122"/>
              <a:ea typeface="华文中宋" panose="02010600040101010101" pitchFamily="2" charset="-122"/>
            </a:endParaRPr>
          </a:p>
          <a:p>
            <a:r>
              <a:rPr lang="zh-CN" altLang="en-US" sz="2800" b="1" dirty="0">
                <a:solidFill>
                  <a:schemeClr val="tx1">
                    <a:lumMod val="50000"/>
                  </a:schemeClr>
                </a:solidFill>
                <a:latin typeface="华文中宋" panose="02010600040101010101" pitchFamily="2" charset="-122"/>
                <a:ea typeface="华文中宋" panose="02010600040101010101" pitchFamily="2" charset="-122"/>
              </a:rPr>
              <a:t>学习用对数进行数据处理的方法</a:t>
            </a:r>
          </a:p>
        </p:txBody>
      </p:sp>
    </p:spTree>
  </p:cSld>
  <p:clrMapOvr>
    <a:masterClrMapping/>
  </p:clrMapOvr>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5"/>
          <p:cNvSpPr>
            <a:spLocks noChangeArrowheads="1"/>
          </p:cNvSpPr>
          <p:nvPr/>
        </p:nvSpPr>
        <p:spPr bwMode="auto">
          <a:xfrm>
            <a:off x="251520" y="58072"/>
            <a:ext cx="4424609" cy="584775"/>
          </a:xfrm>
          <a:prstGeom prst="rect">
            <a:avLst/>
          </a:prstGeom>
          <a:noFill/>
          <a:ln w="9525" algn="ctr">
            <a:noFill/>
            <a:miter lim="800000"/>
            <a:headEnd/>
            <a:tailEnd/>
          </a:ln>
          <a:effectLst/>
        </p:spPr>
        <p:txBody>
          <a:bodyPr wrap="none">
            <a:spAutoFit/>
          </a:bodyPr>
          <a:lstStyle/>
          <a:p>
            <a:pPr eaLnBrk="1" hangingPunct="1"/>
            <a:r>
              <a:rPr lang="zh-CN" altLang="en-US" sz="3200" b="1" dirty="0">
                <a:solidFill>
                  <a:srgbClr val="FF0000"/>
                </a:solidFill>
                <a:latin typeface="微软雅黑" panose="020B0503020204020204" pitchFamily="34" charset="-122"/>
                <a:ea typeface="微软雅黑" panose="020B0503020204020204" pitchFamily="34" charset="-122"/>
              </a:rPr>
              <a:t>二  实验原理</a:t>
            </a:r>
            <a:r>
              <a:rPr lang="en-US" altLang="zh-CN" sz="3200" b="1" dirty="0">
                <a:solidFill>
                  <a:srgbClr val="FF0000"/>
                </a:solidFill>
                <a:latin typeface="华文中宋" panose="02010600040101010101" pitchFamily="2" charset="-122"/>
                <a:ea typeface="华文中宋" panose="02010600040101010101" pitchFamily="2" charset="-122"/>
              </a:rPr>
              <a:t>/</a:t>
            </a:r>
            <a:r>
              <a:rPr lang="en-US" altLang="zh-CN" sz="2400" b="1" dirty="0">
                <a:solidFill>
                  <a:srgbClr val="006666"/>
                </a:solidFill>
                <a:latin typeface="微软雅黑" panose="020B0503020204020204" pitchFamily="34" charset="-122"/>
                <a:ea typeface="微软雅黑" panose="020B0503020204020204" pitchFamily="34" charset="-122"/>
              </a:rPr>
              <a:t>2.1</a:t>
            </a:r>
            <a:r>
              <a:rPr lang="zh-CN" altLang="en-US" sz="2400" b="1" dirty="0">
                <a:solidFill>
                  <a:srgbClr val="006666"/>
                </a:solidFill>
                <a:latin typeface="微软雅黑" panose="020B0503020204020204" pitchFamily="34" charset="-122"/>
                <a:ea typeface="微软雅黑" panose="020B0503020204020204" pitchFamily="34" charset="-122"/>
              </a:rPr>
              <a:t>弦的振动</a:t>
            </a:r>
            <a:endParaRPr lang="zh-CN" altLang="en-US" sz="2400" b="1" dirty="0">
              <a:solidFill>
                <a:srgbClr val="FF0000"/>
              </a:solidFill>
              <a:latin typeface="微软雅黑" panose="020B0503020204020204" pitchFamily="34" charset="-122"/>
              <a:ea typeface="微软雅黑" panose="020B0503020204020204" pitchFamily="34" charset="-122"/>
            </a:endParaRPr>
          </a:p>
        </p:txBody>
      </p:sp>
      <p:sp>
        <p:nvSpPr>
          <p:cNvPr id="17" name="Rectangle 3"/>
          <p:cNvSpPr>
            <a:spLocks noChangeArrowheads="1"/>
          </p:cNvSpPr>
          <p:nvPr/>
        </p:nvSpPr>
        <p:spPr bwMode="auto">
          <a:xfrm>
            <a:off x="451055" y="1382380"/>
            <a:ext cx="5073538" cy="2385268"/>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spAutoFit/>
          </a:bodyPr>
          <a:lstStyle/>
          <a:p>
            <a:pPr algn="just" eaLnBrk="1" hangingPunct="1">
              <a:spcAft>
                <a:spcPts val="600"/>
              </a:spcAft>
            </a:pPr>
            <a:r>
              <a:rPr lang="zh-CN" altLang="en-US" sz="2400" b="1" dirty="0">
                <a:latin typeface="华文中宋" panose="02010600040101010101" pitchFamily="2" charset="-122"/>
                <a:ea typeface="华文中宋" panose="02010600040101010101" pitchFamily="2" charset="-122"/>
                <a:cs typeface="宋体" pitchFamily="2" charset="-122"/>
              </a:rPr>
              <a:t>弦的振动</a:t>
            </a:r>
            <a:r>
              <a:rPr lang="zh-CN" altLang="en-US" sz="2400" b="1" dirty="0">
                <a:solidFill>
                  <a:schemeClr val="tx1">
                    <a:lumMod val="50000"/>
                  </a:schemeClr>
                </a:solidFill>
                <a:latin typeface="华文中宋" panose="02010600040101010101" pitchFamily="2" charset="-122"/>
                <a:ea typeface="华文中宋" panose="02010600040101010101" pitchFamily="2" charset="-122"/>
                <a:cs typeface="宋体" pitchFamily="2" charset="-122"/>
              </a:rPr>
              <a:t>：弦的振动即是</a:t>
            </a:r>
            <a:r>
              <a:rPr lang="zh-CN" altLang="en-US" sz="2400" b="1" dirty="0">
                <a:solidFill>
                  <a:srgbClr val="002060"/>
                </a:solidFill>
                <a:latin typeface="华文中宋" panose="02010600040101010101" pitchFamily="2" charset="-122"/>
                <a:ea typeface="华文中宋" panose="02010600040101010101" pitchFamily="2" charset="-122"/>
                <a:cs typeface="宋体" pitchFamily="2" charset="-122"/>
              </a:rPr>
              <a:t>波</a:t>
            </a:r>
            <a:r>
              <a:rPr lang="zh-CN" altLang="en-US" sz="2400" b="1" dirty="0">
                <a:solidFill>
                  <a:schemeClr val="tx1">
                    <a:lumMod val="50000"/>
                  </a:schemeClr>
                </a:solidFill>
                <a:latin typeface="华文中宋" panose="02010600040101010101" pitchFamily="2" charset="-122"/>
                <a:ea typeface="华文中宋" panose="02010600040101010101" pitchFamily="2" charset="-122"/>
                <a:cs typeface="宋体" pitchFamily="2" charset="-122"/>
              </a:rPr>
              <a:t>，波的共振使弦产生特定频率的声音。</a:t>
            </a:r>
            <a:endParaRPr lang="en-US" altLang="zh-CN" sz="2400" b="1" dirty="0">
              <a:solidFill>
                <a:schemeClr val="tx1">
                  <a:lumMod val="50000"/>
                </a:schemeClr>
              </a:solidFill>
              <a:latin typeface="华文中宋" panose="02010600040101010101" pitchFamily="2" charset="-122"/>
              <a:ea typeface="华文中宋" panose="02010600040101010101" pitchFamily="2" charset="-122"/>
              <a:cs typeface="宋体" pitchFamily="2" charset="-122"/>
            </a:endParaRPr>
          </a:p>
          <a:p>
            <a:pPr algn="just" eaLnBrk="1" hangingPunct="1">
              <a:spcAft>
                <a:spcPts val="600"/>
              </a:spcAft>
            </a:pPr>
            <a:r>
              <a:rPr lang="zh-CN" altLang="en-US" sz="2400" b="1" dirty="0">
                <a:solidFill>
                  <a:schemeClr val="tx1">
                    <a:lumMod val="50000"/>
                  </a:schemeClr>
                </a:solidFill>
                <a:latin typeface="华文中宋" panose="02010600040101010101" pitchFamily="2" charset="-122"/>
                <a:ea typeface="华文中宋" panose="02010600040101010101" pitchFamily="2" charset="-122"/>
                <a:cs typeface="宋体" pitchFamily="2" charset="-122"/>
              </a:rPr>
              <a:t>     适当地调节弦的长度、张力或线密度，就可以产生音乐的音调。弦振动是弦乐器（如吉他、钢琴等）的基础。</a:t>
            </a:r>
            <a:endParaRPr kumimoji="0" lang="zh-CN" altLang="en-US" sz="2400" b="0" i="0" u="none" strike="noStrike" cap="none" normalizeH="0" baseline="0" dirty="0">
              <a:ln>
                <a:noFill/>
              </a:ln>
              <a:solidFill>
                <a:schemeClr val="tx1"/>
              </a:solidFill>
              <a:effectLst/>
              <a:latin typeface="华文中宋" panose="02010600040101010101" pitchFamily="2" charset="-122"/>
              <a:ea typeface="华文中宋" panose="02010600040101010101" pitchFamily="2" charset="-122"/>
              <a:cs typeface="宋体" pitchFamily="2" charset="-122"/>
            </a:endParaRPr>
          </a:p>
        </p:txBody>
      </p:sp>
      <p:pic>
        <p:nvPicPr>
          <p:cNvPr id="3" name="图片 2">
            <a:extLst>
              <a:ext uri="{FF2B5EF4-FFF2-40B4-BE49-F238E27FC236}">
                <a16:creationId xmlns:a16="http://schemas.microsoft.com/office/drawing/2014/main" id="{AC319DB0-2291-528C-0403-F9583A7474F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725419" y="1412777"/>
            <a:ext cx="3211684" cy="3024336"/>
          </a:xfrm>
          <a:prstGeom prst="rect">
            <a:avLst/>
          </a:prstGeom>
        </p:spPr>
      </p:pic>
      <p:sp>
        <p:nvSpPr>
          <p:cNvPr id="4" name="文本框 3">
            <a:extLst>
              <a:ext uri="{FF2B5EF4-FFF2-40B4-BE49-F238E27FC236}">
                <a16:creationId xmlns:a16="http://schemas.microsoft.com/office/drawing/2014/main" id="{A5478EAB-6E79-ECF4-901A-E921356BBDA3}"/>
              </a:ext>
            </a:extLst>
          </p:cNvPr>
          <p:cNvSpPr txBox="1"/>
          <p:nvPr/>
        </p:nvSpPr>
        <p:spPr>
          <a:xfrm>
            <a:off x="5868144" y="4203326"/>
            <a:ext cx="3211685" cy="623248"/>
          </a:xfrm>
          <a:prstGeom prst="rect">
            <a:avLst/>
          </a:prstGeom>
          <a:noFill/>
        </p:spPr>
        <p:txBody>
          <a:bodyPr wrap="square" rtlCol="0">
            <a:spAutoFit/>
          </a:bodyPr>
          <a:lstStyle/>
          <a:p>
            <a:pPr algn="ctr">
              <a:spcAft>
                <a:spcPts val="300"/>
              </a:spcAft>
            </a:pPr>
            <a:r>
              <a:rPr lang="zh-CN" altLang="en-US" sz="1600" dirty="0">
                <a:latin typeface="华文中宋" panose="02010600040101010101" pitchFamily="2" charset="-122"/>
                <a:ea typeface="华文中宋" panose="02010600040101010101" pitchFamily="2" charset="-122"/>
              </a:rPr>
              <a:t>弦上的驻波</a:t>
            </a:r>
            <a:endParaRPr lang="en-US" altLang="zh-CN" sz="1600" dirty="0">
              <a:latin typeface="华文中宋" panose="02010600040101010101" pitchFamily="2" charset="-122"/>
              <a:ea typeface="华文中宋" panose="02010600040101010101" pitchFamily="2" charset="-122"/>
            </a:endParaRPr>
          </a:p>
          <a:p>
            <a:pPr algn="ctr">
              <a:spcAft>
                <a:spcPts val="300"/>
              </a:spcAft>
            </a:pPr>
            <a:r>
              <a:rPr lang="zh-CN" altLang="en-US" sz="1600" dirty="0">
                <a:latin typeface="华文中宋" panose="02010600040101010101" pitchFamily="2" charset="-122"/>
                <a:ea typeface="华文中宋" panose="02010600040101010101" pitchFamily="2" charset="-122"/>
              </a:rPr>
              <a:t>（谐音系列的基频和前</a:t>
            </a:r>
            <a:r>
              <a:rPr lang="en-US" altLang="zh-CN" sz="1600" dirty="0">
                <a:latin typeface="华文中宋" panose="02010600040101010101" pitchFamily="2" charset="-122"/>
                <a:ea typeface="华文中宋" panose="02010600040101010101" pitchFamily="2" charset="-122"/>
              </a:rPr>
              <a:t>5</a:t>
            </a:r>
            <a:r>
              <a:rPr lang="zh-CN" altLang="en-US" sz="1600" dirty="0">
                <a:latin typeface="华文中宋" panose="02010600040101010101" pitchFamily="2" charset="-122"/>
                <a:ea typeface="华文中宋" panose="02010600040101010101" pitchFamily="2" charset="-122"/>
              </a:rPr>
              <a:t>个泛音）</a:t>
            </a:r>
          </a:p>
        </p:txBody>
      </p:sp>
      <p:grpSp>
        <p:nvGrpSpPr>
          <p:cNvPr id="15" name="组合 14">
            <a:extLst>
              <a:ext uri="{FF2B5EF4-FFF2-40B4-BE49-F238E27FC236}">
                <a16:creationId xmlns:a16="http://schemas.microsoft.com/office/drawing/2014/main" id="{CAC9B2B3-A502-1BEE-BB34-E2468F8EB998}"/>
              </a:ext>
            </a:extLst>
          </p:cNvPr>
          <p:cNvGrpSpPr/>
          <p:nvPr/>
        </p:nvGrpSpPr>
        <p:grpSpPr>
          <a:xfrm>
            <a:off x="2342560" y="3993166"/>
            <a:ext cx="3006677" cy="2385268"/>
            <a:chOff x="2051720" y="4219207"/>
            <a:chExt cx="3006677" cy="2385268"/>
          </a:xfrm>
        </p:grpSpPr>
        <p:pic>
          <p:nvPicPr>
            <p:cNvPr id="2101" name="Picture 53" descr="What Is A Piano | Piano Facts For Kids | DK Find Out">
              <a:extLst>
                <a:ext uri="{FF2B5EF4-FFF2-40B4-BE49-F238E27FC236}">
                  <a16:creationId xmlns:a16="http://schemas.microsoft.com/office/drawing/2014/main" id="{1B66EAA8-1193-2937-C1F5-19F7364B7E02}"/>
                </a:ext>
              </a:extLst>
            </p:cNvPr>
            <p:cNvPicPr>
              <a:picLocks noChangeAspect="1" noChangeArrowheads="1"/>
            </p:cNvPicPr>
            <p:nvPr/>
          </p:nvPicPr>
          <p:blipFill rotWithShape="1">
            <a:blip r:embed="rId3" cstate="print">
              <a:extLst>
                <a:ext uri="{28A0092B-C50C-407E-A947-70E740481C1C}">
                  <a14:useLocalDpi xmlns:a14="http://schemas.microsoft.com/office/drawing/2010/main" val="0"/>
                </a:ext>
              </a:extLst>
            </a:blip>
            <a:srcRect l="-21560" r="-21560"/>
            <a:stretch/>
          </p:blipFill>
          <p:spPr bwMode="auto">
            <a:xfrm>
              <a:off x="2051720" y="4219207"/>
              <a:ext cx="3006677" cy="2385268"/>
            </a:xfrm>
            <a:prstGeom prst="rect">
              <a:avLst/>
            </a:prstGeom>
            <a:noFill/>
            <a:extLst>
              <a:ext uri="{909E8E84-426E-40DD-AFC4-6F175D3DCCD1}">
                <a14:hiddenFill xmlns:a14="http://schemas.microsoft.com/office/drawing/2010/main">
                  <a:solidFill>
                    <a:srgbClr val="FFFFFF"/>
                  </a:solidFill>
                </a14:hiddenFill>
              </a:ext>
            </a:extLst>
          </p:spPr>
        </p:pic>
        <p:pic>
          <p:nvPicPr>
            <p:cNvPr id="10" name="图片 9">
              <a:extLst>
                <a:ext uri="{FF2B5EF4-FFF2-40B4-BE49-F238E27FC236}">
                  <a16:creationId xmlns:a16="http://schemas.microsoft.com/office/drawing/2014/main" id="{1A53C7DB-778F-4336-0BA5-EE5BA143BE29}"/>
                </a:ext>
              </a:extLst>
            </p:cNvPr>
            <p:cNvPicPr>
              <a:picLocks noChangeAspect="1"/>
            </p:cNvPicPr>
            <p:nvPr/>
          </p:nvPicPr>
          <p:blipFill>
            <a:blip r:embed="rId4"/>
            <a:stretch>
              <a:fillRect/>
            </a:stretch>
          </p:blipFill>
          <p:spPr>
            <a:xfrm>
              <a:off x="4212405" y="4382947"/>
              <a:ext cx="771501" cy="646032"/>
            </a:xfrm>
            <a:prstGeom prst="rect">
              <a:avLst/>
            </a:prstGeom>
            <a:ln>
              <a:solidFill>
                <a:srgbClr val="FF0000"/>
              </a:solidFill>
            </a:ln>
          </p:spPr>
        </p:pic>
        <p:sp>
          <p:nvSpPr>
            <p:cNvPr id="11" name="矩形 10">
              <a:extLst>
                <a:ext uri="{FF2B5EF4-FFF2-40B4-BE49-F238E27FC236}">
                  <a16:creationId xmlns:a16="http://schemas.microsoft.com/office/drawing/2014/main" id="{846CF4F1-F15F-D579-D2EC-41BA3B7D3D8D}"/>
                </a:ext>
              </a:extLst>
            </p:cNvPr>
            <p:cNvSpPr/>
            <p:nvPr/>
          </p:nvSpPr>
          <p:spPr>
            <a:xfrm>
              <a:off x="2987824" y="5157192"/>
              <a:ext cx="360040" cy="275193"/>
            </a:xfrm>
            <a:prstGeom prst="rect">
              <a:avLst/>
            </a:prstGeom>
            <a:noFill/>
            <a:ln>
              <a:solidFill>
                <a:srgbClr val="FF006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14" name="直接箭头连接符 13">
              <a:extLst>
                <a:ext uri="{FF2B5EF4-FFF2-40B4-BE49-F238E27FC236}">
                  <a16:creationId xmlns:a16="http://schemas.microsoft.com/office/drawing/2014/main" id="{F4085D21-AECF-2063-4C9B-F4F763F4572C}"/>
                </a:ext>
              </a:extLst>
            </p:cNvPr>
            <p:cNvCxnSpPr/>
            <p:nvPr/>
          </p:nvCxnSpPr>
          <p:spPr>
            <a:xfrm flipV="1">
              <a:off x="3266533" y="4786194"/>
              <a:ext cx="936104" cy="360040"/>
            </a:xfrm>
            <a:prstGeom prst="straightConnector1">
              <a:avLst/>
            </a:prstGeom>
            <a:ln w="12700">
              <a:solidFill>
                <a:srgbClr val="FF0000"/>
              </a:solidFill>
              <a:tailEnd type="arrow"/>
            </a:ln>
          </p:spPr>
          <p:style>
            <a:lnRef idx="1">
              <a:schemeClr val="accent1"/>
            </a:lnRef>
            <a:fillRef idx="0">
              <a:schemeClr val="accent1"/>
            </a:fillRef>
            <a:effectRef idx="0">
              <a:schemeClr val="accent1"/>
            </a:effectRef>
            <a:fontRef idx="minor">
              <a:schemeClr val="tx1"/>
            </a:fontRef>
          </p:style>
        </p:cxnSp>
      </p:grpSp>
      <p:pic>
        <p:nvPicPr>
          <p:cNvPr id="2103" name="Picture 55" descr="Martin Acoustic &amp; Acoustic Electric Guitars | Martin Guitar">
            <a:extLst>
              <a:ext uri="{FF2B5EF4-FFF2-40B4-BE49-F238E27FC236}">
                <a16:creationId xmlns:a16="http://schemas.microsoft.com/office/drawing/2014/main" id="{5F0D7035-E0B3-25EF-15F6-7C5089AD6DCE}"/>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743893" y="3717032"/>
            <a:ext cx="1524919" cy="2680161"/>
          </a:xfrm>
          <a:prstGeom prst="rect">
            <a:avLst/>
          </a:prstGeom>
          <a:noFill/>
          <a:extLst>
            <a:ext uri="{909E8E84-426E-40DD-AFC4-6F175D3DCCD1}">
              <a14:hiddenFill xmlns:a14="http://schemas.microsoft.com/office/drawing/2010/main">
                <a:solidFill>
                  <a:srgbClr val="FFFFFF"/>
                </a:solidFill>
              </a14:hiddenFill>
            </a:ext>
          </a:extLst>
        </p:spPr>
      </p:pic>
      <p:sp>
        <p:nvSpPr>
          <p:cNvPr id="20" name="文本框 19">
            <a:extLst>
              <a:ext uri="{FF2B5EF4-FFF2-40B4-BE49-F238E27FC236}">
                <a16:creationId xmlns:a16="http://schemas.microsoft.com/office/drawing/2014/main" id="{BDCCFB6E-4DAA-DA9F-FD5B-6FF341A9CEB5}"/>
              </a:ext>
            </a:extLst>
          </p:cNvPr>
          <p:cNvSpPr txBox="1"/>
          <p:nvPr/>
        </p:nvSpPr>
        <p:spPr>
          <a:xfrm>
            <a:off x="790533" y="6326575"/>
            <a:ext cx="1333195" cy="397225"/>
          </a:xfrm>
          <a:prstGeom prst="rect">
            <a:avLst/>
          </a:prstGeom>
          <a:noFill/>
        </p:spPr>
        <p:txBody>
          <a:bodyPr wrap="square">
            <a:spAutoFit/>
          </a:bodyPr>
          <a:lstStyle/>
          <a:p>
            <a:pPr algn="ctr">
              <a:lnSpc>
                <a:spcPts val="2600"/>
              </a:lnSpc>
              <a:spcAft>
                <a:spcPts val="600"/>
              </a:spcAft>
            </a:pPr>
            <a:r>
              <a:rPr lang="zh-CN" altLang="en-US" sz="1800" dirty="0">
                <a:latin typeface="华文中宋" panose="02010600040101010101" pitchFamily="2" charset="-122"/>
                <a:ea typeface="华文中宋" panose="02010600040101010101" pitchFamily="2" charset="-122"/>
              </a:rPr>
              <a:t>吉他的弦</a:t>
            </a:r>
            <a:endParaRPr lang="en-US" altLang="zh-CN" sz="1800" dirty="0">
              <a:latin typeface="华文中宋" panose="02010600040101010101" pitchFamily="2" charset="-122"/>
              <a:ea typeface="华文中宋" panose="02010600040101010101" pitchFamily="2" charset="-122"/>
            </a:endParaRPr>
          </a:p>
        </p:txBody>
      </p:sp>
      <p:sp>
        <p:nvSpPr>
          <p:cNvPr id="21" name="文本框 20">
            <a:extLst>
              <a:ext uri="{FF2B5EF4-FFF2-40B4-BE49-F238E27FC236}">
                <a16:creationId xmlns:a16="http://schemas.microsoft.com/office/drawing/2014/main" id="{55A579AA-08C3-BAA8-2873-869FD2560C46}"/>
              </a:ext>
            </a:extLst>
          </p:cNvPr>
          <p:cNvSpPr txBox="1"/>
          <p:nvPr/>
        </p:nvSpPr>
        <p:spPr>
          <a:xfrm>
            <a:off x="3205515" y="6378314"/>
            <a:ext cx="1333195" cy="397225"/>
          </a:xfrm>
          <a:prstGeom prst="rect">
            <a:avLst/>
          </a:prstGeom>
          <a:noFill/>
        </p:spPr>
        <p:txBody>
          <a:bodyPr wrap="square">
            <a:spAutoFit/>
          </a:bodyPr>
          <a:lstStyle/>
          <a:p>
            <a:pPr algn="ctr">
              <a:lnSpc>
                <a:spcPts val="2600"/>
              </a:lnSpc>
              <a:spcAft>
                <a:spcPts val="600"/>
              </a:spcAft>
            </a:pPr>
            <a:r>
              <a:rPr lang="zh-CN" altLang="en-US" dirty="0">
                <a:latin typeface="华文中宋" panose="02010600040101010101" pitchFamily="2" charset="-122"/>
                <a:ea typeface="华文中宋" panose="02010600040101010101" pitchFamily="2" charset="-122"/>
              </a:rPr>
              <a:t>钢琴</a:t>
            </a:r>
            <a:r>
              <a:rPr lang="zh-CN" altLang="en-US" sz="1800" dirty="0">
                <a:latin typeface="华文中宋" panose="02010600040101010101" pitchFamily="2" charset="-122"/>
                <a:ea typeface="华文中宋" panose="02010600040101010101" pitchFamily="2" charset="-122"/>
              </a:rPr>
              <a:t>的弦</a:t>
            </a:r>
            <a:endParaRPr lang="en-US" altLang="zh-CN" sz="1800" dirty="0">
              <a:latin typeface="华文中宋" panose="02010600040101010101" pitchFamily="2" charset="-122"/>
              <a:ea typeface="华文中宋" panose="02010600040101010101" pitchFamily="2" charset="-122"/>
            </a:endParaRPr>
          </a:p>
        </p:txBody>
      </p:sp>
    </p:spTree>
  </p:cSld>
  <p:clrMapOvr>
    <a:masterClrMapping/>
  </p:clrMapOvr>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Rectangle 5"/>
          <p:cNvSpPr>
            <a:spLocks noChangeArrowheads="1"/>
          </p:cNvSpPr>
          <p:nvPr/>
        </p:nvSpPr>
        <p:spPr bwMode="auto">
          <a:xfrm>
            <a:off x="229671" y="42336"/>
            <a:ext cx="8532031" cy="584775"/>
          </a:xfrm>
          <a:prstGeom prst="rect">
            <a:avLst/>
          </a:prstGeom>
          <a:noFill/>
          <a:ln w="9525" algn="ctr">
            <a:noFill/>
            <a:miter lim="800000"/>
            <a:headEnd/>
            <a:tailEnd/>
          </a:ln>
          <a:effectLst/>
        </p:spPr>
        <p:txBody>
          <a:bodyPr wrap="square">
            <a:spAutoFit/>
          </a:bodyPr>
          <a:lstStyle/>
          <a:p>
            <a:pPr eaLnBrk="1" hangingPunct="1"/>
            <a:r>
              <a:rPr lang="zh-CN" altLang="en-US" sz="3200" b="1" dirty="0">
                <a:solidFill>
                  <a:srgbClr val="FF0000"/>
                </a:solidFill>
                <a:latin typeface="微软雅黑" panose="020B0503020204020204" pitchFamily="34" charset="-122"/>
                <a:ea typeface="微软雅黑" panose="020B0503020204020204" pitchFamily="34" charset="-122"/>
              </a:rPr>
              <a:t>二  实验原理</a:t>
            </a:r>
            <a:r>
              <a:rPr lang="en-US" altLang="zh-CN" sz="3200" b="1" dirty="0">
                <a:solidFill>
                  <a:srgbClr val="FF0000"/>
                </a:solidFill>
                <a:latin typeface="华文中宋" panose="02010600040101010101" pitchFamily="2" charset="-122"/>
                <a:ea typeface="华文中宋" panose="02010600040101010101" pitchFamily="2" charset="-122"/>
              </a:rPr>
              <a:t>/</a:t>
            </a:r>
            <a:r>
              <a:rPr lang="en-US" altLang="zh-CN" sz="2400" b="1" dirty="0">
                <a:solidFill>
                  <a:srgbClr val="006666"/>
                </a:solidFill>
                <a:latin typeface="微软雅黑" panose="020B0503020204020204" pitchFamily="34" charset="-122"/>
                <a:ea typeface="微软雅黑" panose="020B0503020204020204" pitchFamily="34" charset="-122"/>
              </a:rPr>
              <a:t>2.1</a:t>
            </a:r>
            <a:r>
              <a:rPr lang="zh-CN" altLang="en-US" sz="2400" b="1" dirty="0">
                <a:solidFill>
                  <a:srgbClr val="006666"/>
                </a:solidFill>
                <a:latin typeface="微软雅黑" panose="020B0503020204020204" pitchFamily="34" charset="-122"/>
                <a:ea typeface="微软雅黑" panose="020B0503020204020204" pitchFamily="34" charset="-122"/>
              </a:rPr>
              <a:t>弦振动方程</a:t>
            </a:r>
            <a:endParaRPr lang="zh-CN" altLang="en-US" sz="2400" b="1" dirty="0">
              <a:solidFill>
                <a:srgbClr val="FF0000"/>
              </a:solidFill>
              <a:latin typeface="微软雅黑" panose="020B0503020204020204" pitchFamily="34" charset="-122"/>
              <a:ea typeface="微软雅黑" panose="020B0503020204020204" pitchFamily="34" charset="-122"/>
            </a:endParaRPr>
          </a:p>
        </p:txBody>
      </p:sp>
      <mc:AlternateContent xmlns:mc="http://schemas.openxmlformats.org/markup-compatibility/2006" xmlns:a14="http://schemas.microsoft.com/office/drawing/2010/main">
        <mc:Choice Requires="a14">
          <p:sp>
            <p:nvSpPr>
              <p:cNvPr id="3" name="Rectangle 3">
                <a:extLst>
                  <a:ext uri="{FF2B5EF4-FFF2-40B4-BE49-F238E27FC236}">
                    <a16:creationId xmlns:a16="http://schemas.microsoft.com/office/drawing/2014/main" id="{983112AA-71FD-B68C-C5A7-3F8455A4EAAE}"/>
                  </a:ext>
                </a:extLst>
              </p:cNvPr>
              <p:cNvSpPr>
                <a:spLocks noChangeArrowheads="1"/>
              </p:cNvSpPr>
              <p:nvPr/>
            </p:nvSpPr>
            <p:spPr bwMode="auto">
              <a:xfrm>
                <a:off x="827584" y="1076400"/>
                <a:ext cx="7056784" cy="4621971"/>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spAutoFit/>
              </a:bodyPr>
              <a:lstStyle/>
              <a:p>
                <a:pPr indent="457200" algn="just" eaLnBrk="1" hangingPunct="1">
                  <a:spcAft>
                    <a:spcPts val="600"/>
                  </a:spcAft>
                </a:pPr>
                <a:r>
                  <a:rPr lang="zh-CN" altLang="en-US" sz="2400" b="1" dirty="0">
                    <a:latin typeface="华文中宋" panose="02010600040101010101" pitchFamily="2" charset="-122"/>
                    <a:ea typeface="华文中宋" panose="02010600040101010101" pitchFamily="2" charset="-122"/>
                    <a:cs typeface="宋体" pitchFamily="2" charset="-122"/>
                  </a:rPr>
                  <a:t>弦振动方程</a:t>
                </a:r>
                <a:r>
                  <a:rPr lang="zh-CN" altLang="en-US" sz="2400" b="1" dirty="0">
                    <a:solidFill>
                      <a:schemeClr val="tx1">
                        <a:lumMod val="50000"/>
                      </a:schemeClr>
                    </a:solidFill>
                    <a:latin typeface="华文中宋" panose="02010600040101010101" pitchFamily="2" charset="-122"/>
                    <a:ea typeface="华文中宋" panose="02010600040101010101" pitchFamily="2" charset="-122"/>
                    <a:cs typeface="宋体" pitchFamily="2" charset="-122"/>
                  </a:rPr>
                  <a:t>：在一根拉紧的弦线上，设弦上的张力为</a:t>
                </a:r>
                <a:r>
                  <a:rPr lang="en-US" altLang="zh-CN" sz="2400" b="1" dirty="0">
                    <a:solidFill>
                      <a:schemeClr val="tx1">
                        <a:lumMod val="50000"/>
                      </a:schemeClr>
                    </a:solidFill>
                    <a:latin typeface="华文中宋" panose="02010600040101010101" pitchFamily="2" charset="-122"/>
                    <a:ea typeface="华文中宋" panose="02010600040101010101" pitchFamily="2" charset="-122"/>
                    <a:cs typeface="宋体" pitchFamily="2" charset="-122"/>
                  </a:rPr>
                  <a:t>T</a:t>
                </a:r>
                <a:r>
                  <a:rPr lang="zh-CN" altLang="en-US" sz="2400" b="1" dirty="0">
                    <a:solidFill>
                      <a:schemeClr val="tx1">
                        <a:lumMod val="50000"/>
                      </a:schemeClr>
                    </a:solidFill>
                    <a:latin typeface="华文中宋" panose="02010600040101010101" pitchFamily="2" charset="-122"/>
                    <a:ea typeface="华文中宋" panose="02010600040101010101" pitchFamily="2" charset="-122"/>
                    <a:cs typeface="宋体" pitchFamily="2" charset="-122"/>
                  </a:rPr>
                  <a:t>，线密度为</a:t>
                </a:r>
                <a14:m>
                  <m:oMath xmlns:m="http://schemas.openxmlformats.org/officeDocument/2006/math">
                    <m:r>
                      <a:rPr lang="zh-CN" altLang="en-US" sz="2400" b="1" i="1" smtClean="0">
                        <a:solidFill>
                          <a:schemeClr val="tx1">
                            <a:lumMod val="50000"/>
                          </a:schemeClr>
                        </a:solidFill>
                        <a:latin typeface="Cambria Math" panose="02040503050406030204" pitchFamily="18" charset="0"/>
                        <a:ea typeface="华文中宋" panose="02010600040101010101" pitchFamily="2" charset="-122"/>
                        <a:cs typeface="宋体" pitchFamily="2" charset="-122"/>
                      </a:rPr>
                      <m:t>𝝁</m:t>
                    </m:r>
                  </m:oMath>
                </a14:m>
                <a:r>
                  <a:rPr lang="zh-CN" altLang="en-US" sz="2400" b="1" dirty="0">
                    <a:solidFill>
                      <a:schemeClr val="tx1">
                        <a:lumMod val="50000"/>
                      </a:schemeClr>
                    </a:solidFill>
                    <a:latin typeface="华文中宋" panose="02010600040101010101" pitchFamily="2" charset="-122"/>
                    <a:ea typeface="华文中宋" panose="02010600040101010101" pitchFamily="2" charset="-122"/>
                    <a:cs typeface="宋体" pitchFamily="2" charset="-122"/>
                  </a:rPr>
                  <a:t>，则沿弦线传播的横波满足</a:t>
                </a:r>
                <a:r>
                  <a:rPr lang="zh-CN" altLang="en-US" sz="2400" b="1" dirty="0">
                    <a:solidFill>
                      <a:srgbClr val="FF0000"/>
                    </a:solidFill>
                    <a:latin typeface="华文中宋" panose="02010600040101010101" pitchFamily="2" charset="-122"/>
                    <a:ea typeface="华文中宋" panose="02010600040101010101" pitchFamily="2" charset="-122"/>
                    <a:cs typeface="宋体" pitchFamily="2" charset="-122"/>
                  </a:rPr>
                  <a:t>弦振动方程</a:t>
                </a:r>
                <a:r>
                  <a:rPr lang="en-US" altLang="zh-CN" sz="2400" b="1" baseline="30000" dirty="0">
                    <a:solidFill>
                      <a:srgbClr val="FF0000"/>
                    </a:solidFill>
                    <a:latin typeface="华文中宋" panose="02010600040101010101" pitchFamily="2" charset="-122"/>
                    <a:ea typeface="华文中宋" panose="02010600040101010101" pitchFamily="2" charset="-122"/>
                    <a:cs typeface="宋体" pitchFamily="2" charset="-122"/>
                  </a:rPr>
                  <a:t>[1]</a:t>
                </a:r>
                <a:r>
                  <a:rPr lang="zh-CN" altLang="en-US" sz="2400" b="1" dirty="0">
                    <a:solidFill>
                      <a:schemeClr val="tx1">
                        <a:lumMod val="50000"/>
                      </a:schemeClr>
                    </a:solidFill>
                    <a:latin typeface="华文中宋" panose="02010600040101010101" pitchFamily="2" charset="-122"/>
                    <a:ea typeface="华文中宋" panose="02010600040101010101" pitchFamily="2" charset="-122"/>
                    <a:cs typeface="宋体" pitchFamily="2" charset="-122"/>
                  </a:rPr>
                  <a:t>：</a:t>
                </a:r>
                <a:endParaRPr lang="en-US" altLang="zh-CN" sz="2400" b="1" dirty="0">
                  <a:solidFill>
                    <a:schemeClr val="tx1">
                      <a:lumMod val="50000"/>
                    </a:schemeClr>
                  </a:solidFill>
                  <a:latin typeface="华文中宋" panose="02010600040101010101" pitchFamily="2" charset="-122"/>
                  <a:ea typeface="华文中宋" panose="02010600040101010101" pitchFamily="2" charset="-122"/>
                  <a:cs typeface="宋体" pitchFamily="2" charset="-122"/>
                </a:endParaRPr>
              </a:p>
              <a:p>
                <a:pPr indent="457200" algn="just" eaLnBrk="1" hangingPunct="1">
                  <a:spcAft>
                    <a:spcPts val="600"/>
                  </a:spcAft>
                </a:pPr>
                <a:r>
                  <a:rPr kumimoji="0" lang="en-US" altLang="zh-CN" sz="2400" b="0" u="none" strike="noStrike" cap="none" normalizeH="0" baseline="0" dirty="0">
                    <a:ln>
                      <a:noFill/>
                    </a:ln>
                    <a:solidFill>
                      <a:schemeClr val="tx1"/>
                    </a:solidFill>
                    <a:effectLst/>
                    <a:ea typeface="华文中宋" panose="02010600040101010101" pitchFamily="2" charset="-122"/>
                  </a:rPr>
                  <a:t>                           </a:t>
                </a:r>
                <a14:m>
                  <m:oMath xmlns:m="http://schemas.openxmlformats.org/officeDocument/2006/math">
                    <m:f>
                      <m:fPr>
                        <m:ctrlPr>
                          <a:rPr lang="en-US" altLang="zh-CN" sz="2400" b="1" i="1">
                            <a:latin typeface="Cambria Math" panose="02040503050406030204" pitchFamily="18" charset="0"/>
                            <a:ea typeface="华文中宋" panose="02010600040101010101" pitchFamily="2" charset="-122"/>
                          </a:rPr>
                        </m:ctrlPr>
                      </m:fPr>
                      <m:num>
                        <m:sSup>
                          <m:sSupPr>
                            <m:ctrlPr>
                              <a:rPr lang="en-US" altLang="zh-CN" sz="2400" b="1" i="1">
                                <a:latin typeface="Cambria Math" panose="02040503050406030204" pitchFamily="18" charset="0"/>
                                <a:ea typeface="华文中宋" panose="02010600040101010101" pitchFamily="2" charset="-122"/>
                              </a:rPr>
                            </m:ctrlPr>
                          </m:sSupPr>
                          <m:e>
                            <m:r>
                              <a:rPr lang="zh-CN" altLang="en-US" sz="2400" b="1" i="1">
                                <a:latin typeface="Cambria Math" panose="02040503050406030204" pitchFamily="18" charset="0"/>
                                <a:ea typeface="华文中宋" panose="02010600040101010101" pitchFamily="2" charset="-122"/>
                              </a:rPr>
                              <m:t>𝝏</m:t>
                            </m:r>
                          </m:e>
                          <m:sup>
                            <m:r>
                              <a:rPr lang="en-US" altLang="zh-CN" sz="2400" b="1" i="1">
                                <a:latin typeface="Cambria Math" panose="02040503050406030204" pitchFamily="18" charset="0"/>
                                <a:ea typeface="华文中宋" panose="02010600040101010101" pitchFamily="2" charset="-122"/>
                              </a:rPr>
                              <m:t>𝟐</m:t>
                            </m:r>
                          </m:sup>
                        </m:sSup>
                        <m:r>
                          <a:rPr lang="en-US" altLang="zh-CN" sz="2400" b="1" i="1">
                            <a:latin typeface="Cambria Math" panose="02040503050406030204" pitchFamily="18" charset="0"/>
                            <a:ea typeface="华文中宋" panose="02010600040101010101" pitchFamily="2" charset="-122"/>
                          </a:rPr>
                          <m:t>𝒚</m:t>
                        </m:r>
                      </m:num>
                      <m:den>
                        <m:r>
                          <a:rPr lang="zh-CN" altLang="en-US" sz="2400" b="1" i="1">
                            <a:latin typeface="Cambria Math" panose="02040503050406030204" pitchFamily="18" charset="0"/>
                            <a:ea typeface="华文中宋" panose="02010600040101010101" pitchFamily="2" charset="-122"/>
                          </a:rPr>
                          <m:t>𝝏</m:t>
                        </m:r>
                        <m:sSup>
                          <m:sSupPr>
                            <m:ctrlPr>
                              <a:rPr lang="en-US" altLang="zh-CN" sz="2400" b="1" i="1">
                                <a:latin typeface="Cambria Math" panose="02040503050406030204" pitchFamily="18" charset="0"/>
                                <a:ea typeface="华文中宋" panose="02010600040101010101" pitchFamily="2" charset="-122"/>
                              </a:rPr>
                            </m:ctrlPr>
                          </m:sSupPr>
                          <m:e>
                            <m:r>
                              <a:rPr lang="en-US" altLang="zh-CN" sz="2400" b="1" i="1">
                                <a:latin typeface="Cambria Math" panose="02040503050406030204" pitchFamily="18" charset="0"/>
                                <a:ea typeface="华文中宋" panose="02010600040101010101" pitchFamily="2" charset="-122"/>
                              </a:rPr>
                              <m:t>𝒙</m:t>
                            </m:r>
                          </m:e>
                          <m:sup>
                            <m:r>
                              <a:rPr lang="en-US" altLang="zh-CN" sz="2400" b="1" i="1">
                                <a:latin typeface="Cambria Math" panose="02040503050406030204" pitchFamily="18" charset="0"/>
                                <a:ea typeface="华文中宋" panose="02010600040101010101" pitchFamily="2" charset="-122"/>
                              </a:rPr>
                              <m:t>𝟐</m:t>
                            </m:r>
                          </m:sup>
                        </m:sSup>
                      </m:den>
                    </m:f>
                    <m:r>
                      <a:rPr lang="en-US" altLang="zh-CN" sz="2400" b="1" i="1">
                        <a:latin typeface="Cambria Math" panose="02040503050406030204" pitchFamily="18" charset="0"/>
                        <a:ea typeface="华文中宋" panose="02010600040101010101" pitchFamily="2" charset="-122"/>
                      </a:rPr>
                      <m:t>=</m:t>
                    </m:r>
                    <m:f>
                      <m:fPr>
                        <m:ctrlPr>
                          <a:rPr lang="en-US" altLang="zh-CN" sz="2400" b="1" i="1">
                            <a:latin typeface="Cambria Math" panose="02040503050406030204" pitchFamily="18" charset="0"/>
                            <a:ea typeface="华文中宋" panose="02010600040101010101" pitchFamily="2" charset="-122"/>
                          </a:rPr>
                        </m:ctrlPr>
                      </m:fPr>
                      <m:num>
                        <m:r>
                          <a:rPr lang="zh-CN" altLang="en-US" sz="2400" b="1" i="1">
                            <a:latin typeface="Cambria Math" panose="02040503050406030204" pitchFamily="18" charset="0"/>
                            <a:ea typeface="华文中宋" panose="02010600040101010101" pitchFamily="2" charset="-122"/>
                          </a:rPr>
                          <m:t>𝝁</m:t>
                        </m:r>
                      </m:num>
                      <m:den>
                        <m:r>
                          <a:rPr lang="en-US" altLang="zh-CN" sz="2400" b="1" i="1">
                            <a:latin typeface="Cambria Math" panose="02040503050406030204" pitchFamily="18" charset="0"/>
                            <a:ea typeface="华文中宋" panose="02010600040101010101" pitchFamily="2" charset="-122"/>
                          </a:rPr>
                          <m:t>𝑻</m:t>
                        </m:r>
                      </m:den>
                    </m:f>
                    <m:f>
                      <m:fPr>
                        <m:ctrlPr>
                          <a:rPr lang="en-US" altLang="zh-CN" sz="2400" b="1" i="1">
                            <a:latin typeface="Cambria Math" panose="02040503050406030204" pitchFamily="18" charset="0"/>
                            <a:ea typeface="华文中宋" panose="02010600040101010101" pitchFamily="2" charset="-122"/>
                          </a:rPr>
                        </m:ctrlPr>
                      </m:fPr>
                      <m:num>
                        <m:sSup>
                          <m:sSupPr>
                            <m:ctrlPr>
                              <a:rPr lang="en-US" altLang="zh-CN" sz="2400" b="1" i="1">
                                <a:latin typeface="Cambria Math" panose="02040503050406030204" pitchFamily="18" charset="0"/>
                                <a:ea typeface="华文中宋" panose="02010600040101010101" pitchFamily="2" charset="-122"/>
                              </a:rPr>
                            </m:ctrlPr>
                          </m:sSupPr>
                          <m:e>
                            <m:r>
                              <a:rPr lang="zh-CN" altLang="en-US" sz="2400" b="1" i="1">
                                <a:latin typeface="Cambria Math" panose="02040503050406030204" pitchFamily="18" charset="0"/>
                                <a:ea typeface="华文中宋" panose="02010600040101010101" pitchFamily="2" charset="-122"/>
                              </a:rPr>
                              <m:t>𝝏</m:t>
                            </m:r>
                          </m:e>
                          <m:sup>
                            <m:r>
                              <a:rPr lang="en-US" altLang="zh-CN" sz="2400" b="1" i="1">
                                <a:latin typeface="Cambria Math" panose="02040503050406030204" pitchFamily="18" charset="0"/>
                                <a:ea typeface="华文中宋" panose="02010600040101010101" pitchFamily="2" charset="-122"/>
                              </a:rPr>
                              <m:t>𝟐</m:t>
                            </m:r>
                          </m:sup>
                        </m:sSup>
                        <m:r>
                          <a:rPr lang="en-US" altLang="zh-CN" sz="2400" b="1" i="1">
                            <a:latin typeface="Cambria Math" panose="02040503050406030204" pitchFamily="18" charset="0"/>
                            <a:ea typeface="华文中宋" panose="02010600040101010101" pitchFamily="2" charset="-122"/>
                          </a:rPr>
                          <m:t>𝒚</m:t>
                        </m:r>
                      </m:num>
                      <m:den>
                        <m:r>
                          <a:rPr lang="zh-CN" altLang="en-US" sz="2400" b="1" i="1">
                            <a:latin typeface="Cambria Math" panose="02040503050406030204" pitchFamily="18" charset="0"/>
                            <a:ea typeface="华文中宋" panose="02010600040101010101" pitchFamily="2" charset="-122"/>
                          </a:rPr>
                          <m:t>𝝏</m:t>
                        </m:r>
                        <m:sSup>
                          <m:sSupPr>
                            <m:ctrlPr>
                              <a:rPr lang="en-US" altLang="zh-CN" sz="2400" b="1" i="1">
                                <a:latin typeface="Cambria Math" panose="02040503050406030204" pitchFamily="18" charset="0"/>
                                <a:ea typeface="华文中宋" panose="02010600040101010101" pitchFamily="2" charset="-122"/>
                              </a:rPr>
                            </m:ctrlPr>
                          </m:sSupPr>
                          <m:e>
                            <m:r>
                              <a:rPr lang="en-US" altLang="zh-CN" sz="2400" b="1" i="1">
                                <a:latin typeface="Cambria Math" panose="02040503050406030204" pitchFamily="18" charset="0"/>
                                <a:ea typeface="华文中宋" panose="02010600040101010101" pitchFamily="2" charset="-122"/>
                              </a:rPr>
                              <m:t>𝒕</m:t>
                            </m:r>
                          </m:e>
                          <m:sup>
                            <m:r>
                              <a:rPr lang="en-US" altLang="zh-CN" sz="2400" b="1" i="1">
                                <a:latin typeface="Cambria Math" panose="02040503050406030204" pitchFamily="18" charset="0"/>
                                <a:ea typeface="华文中宋" panose="02010600040101010101" pitchFamily="2" charset="-122"/>
                              </a:rPr>
                              <m:t>𝟐</m:t>
                            </m:r>
                          </m:sup>
                        </m:sSup>
                      </m:den>
                    </m:f>
                  </m:oMath>
                </a14:m>
                <a:r>
                  <a:rPr kumimoji="0" lang="en-US" altLang="zh-CN" sz="2400" b="0" i="0" u="none" strike="noStrike" cap="none" normalizeH="0" baseline="0" dirty="0">
                    <a:ln>
                      <a:noFill/>
                    </a:ln>
                    <a:solidFill>
                      <a:schemeClr val="tx1"/>
                    </a:solidFill>
                    <a:effectLst/>
                    <a:latin typeface="Times New Roman" panose="02020603050405020304" pitchFamily="18" charset="0"/>
                    <a:ea typeface="华文中宋" panose="02010600040101010101" pitchFamily="2" charset="-122"/>
                    <a:cs typeface="Times New Roman" panose="02020603050405020304" pitchFamily="18" charset="0"/>
                  </a:rPr>
                  <a:t>                            </a:t>
                </a:r>
                <a:r>
                  <a:rPr kumimoji="0" lang="en-US" altLang="zh-CN" sz="2400" b="1" i="0" u="none" strike="noStrike" cap="none" normalizeH="0" baseline="0" dirty="0">
                    <a:ln>
                      <a:noFill/>
                    </a:ln>
                    <a:solidFill>
                      <a:schemeClr val="tx1"/>
                    </a:solidFill>
                    <a:effectLst/>
                    <a:latin typeface="Times New Roman" panose="02020603050405020304" pitchFamily="18" charset="0"/>
                    <a:ea typeface="华文中宋" panose="02010600040101010101" pitchFamily="2" charset="-122"/>
                    <a:cs typeface="Times New Roman" panose="02020603050405020304" pitchFamily="18" charset="0"/>
                  </a:rPr>
                  <a:t>(1)</a:t>
                </a:r>
                <a:r>
                  <a:rPr kumimoji="0" lang="en-US" altLang="zh-CN" sz="2400" b="0" i="0" u="none" strike="noStrike" cap="none" normalizeH="0" baseline="0" dirty="0">
                    <a:ln>
                      <a:noFill/>
                    </a:ln>
                    <a:solidFill>
                      <a:schemeClr val="tx1"/>
                    </a:solidFill>
                    <a:effectLst/>
                    <a:latin typeface="Times New Roman" panose="02020603050405020304" pitchFamily="18" charset="0"/>
                    <a:ea typeface="华文中宋" panose="02010600040101010101" pitchFamily="2" charset="-122"/>
                    <a:cs typeface="Times New Roman" panose="02020603050405020304" pitchFamily="18" charset="0"/>
                  </a:rPr>
                  <a:t>   </a:t>
                </a:r>
              </a:p>
              <a:p>
                <a:pPr algn="just" eaLnBrk="1" hangingPunct="1">
                  <a:spcAft>
                    <a:spcPts val="600"/>
                  </a:spcAft>
                </a:pPr>
                <a:r>
                  <a:rPr lang="zh-CN" altLang="en-US" sz="2400" b="1" dirty="0">
                    <a:solidFill>
                      <a:schemeClr val="tx1">
                        <a:lumMod val="50000"/>
                      </a:schemeClr>
                    </a:solidFill>
                    <a:latin typeface="华文中宋" panose="02010600040101010101" pitchFamily="2" charset="-122"/>
                    <a:ea typeface="华文中宋" panose="02010600040101010101" pitchFamily="2" charset="-122"/>
                  </a:rPr>
                  <a:t>式中</a:t>
                </a:r>
                <a:r>
                  <a:rPr lang="en-US" altLang="zh-CN" sz="2400" b="1" dirty="0">
                    <a:solidFill>
                      <a:schemeClr val="tx1">
                        <a:lumMod val="50000"/>
                      </a:schemeClr>
                    </a:solidFill>
                    <a:latin typeface="华文中宋" panose="02010600040101010101" pitchFamily="2" charset="-122"/>
                    <a:ea typeface="华文中宋" panose="02010600040101010101" pitchFamily="2" charset="-122"/>
                  </a:rPr>
                  <a:t>x</a:t>
                </a:r>
                <a:r>
                  <a:rPr lang="zh-CN" altLang="en-US" sz="2400" b="1" dirty="0">
                    <a:solidFill>
                      <a:schemeClr val="tx1">
                        <a:lumMod val="50000"/>
                      </a:schemeClr>
                    </a:solidFill>
                    <a:latin typeface="华文中宋" panose="02010600040101010101" pitchFamily="2" charset="-122"/>
                    <a:ea typeface="华文中宋" panose="02010600040101010101" pitchFamily="2" charset="-122"/>
                  </a:rPr>
                  <a:t>为弦线上的质点沿波传播方向的坐标，</a:t>
                </a:r>
                <a:r>
                  <a:rPr lang="en-US" altLang="zh-CN" sz="2400" b="1" dirty="0">
                    <a:solidFill>
                      <a:schemeClr val="tx1">
                        <a:lumMod val="50000"/>
                      </a:schemeClr>
                    </a:solidFill>
                    <a:latin typeface="华文中宋" panose="02010600040101010101" pitchFamily="2" charset="-122"/>
                    <a:ea typeface="华文中宋" panose="02010600040101010101" pitchFamily="2" charset="-122"/>
                  </a:rPr>
                  <a:t>y</a:t>
                </a:r>
                <a:r>
                  <a:rPr lang="zh-CN" altLang="en-US" sz="2400" b="1" dirty="0">
                    <a:solidFill>
                      <a:schemeClr val="tx1">
                        <a:lumMod val="50000"/>
                      </a:schemeClr>
                    </a:solidFill>
                    <a:latin typeface="华文中宋" panose="02010600040101010101" pitchFamily="2" charset="-122"/>
                    <a:ea typeface="华文中宋" panose="02010600040101010101" pitchFamily="2" charset="-122"/>
                  </a:rPr>
                  <a:t>为振动位移（垂直于传播方向）。典型的波动方程为，</a:t>
                </a:r>
                <a:endParaRPr lang="en-US" altLang="zh-CN" sz="2400" b="1" dirty="0">
                  <a:solidFill>
                    <a:schemeClr val="tx1">
                      <a:lumMod val="50000"/>
                    </a:schemeClr>
                  </a:solidFill>
                  <a:latin typeface="华文中宋" panose="02010600040101010101" pitchFamily="2" charset="-122"/>
                  <a:ea typeface="华文中宋" panose="02010600040101010101" pitchFamily="2" charset="-122"/>
                </a:endParaRPr>
              </a:p>
              <a:p>
                <a:pPr indent="457200" algn="just" eaLnBrk="1" hangingPunct="1">
                  <a:spcAft>
                    <a:spcPts val="600"/>
                  </a:spcAft>
                </a:pPr>
                <a:r>
                  <a:rPr kumimoji="0" lang="en-US" altLang="zh-CN" sz="2400" b="0" u="none" strike="noStrike" cap="none" normalizeH="0" baseline="0" dirty="0">
                    <a:ln>
                      <a:noFill/>
                    </a:ln>
                    <a:solidFill>
                      <a:schemeClr val="tx1"/>
                    </a:solidFill>
                    <a:effectLst/>
                    <a:ea typeface="华文中宋" panose="02010600040101010101" pitchFamily="2" charset="-122"/>
                  </a:rPr>
                  <a:t>                          </a:t>
                </a:r>
                <a14:m>
                  <m:oMath xmlns:m="http://schemas.openxmlformats.org/officeDocument/2006/math">
                    <m:f>
                      <m:fPr>
                        <m:ctrlPr>
                          <a:rPr lang="en-US" altLang="zh-CN" sz="2400" b="1" i="1">
                            <a:latin typeface="Cambria Math" panose="02040503050406030204" pitchFamily="18" charset="0"/>
                            <a:ea typeface="华文中宋" panose="02010600040101010101" pitchFamily="2" charset="-122"/>
                          </a:rPr>
                        </m:ctrlPr>
                      </m:fPr>
                      <m:num>
                        <m:sSup>
                          <m:sSupPr>
                            <m:ctrlPr>
                              <a:rPr lang="en-US" altLang="zh-CN" sz="2400" b="1" i="1">
                                <a:latin typeface="Cambria Math" panose="02040503050406030204" pitchFamily="18" charset="0"/>
                                <a:ea typeface="华文中宋" panose="02010600040101010101" pitchFamily="2" charset="-122"/>
                              </a:rPr>
                            </m:ctrlPr>
                          </m:sSupPr>
                          <m:e>
                            <m:r>
                              <a:rPr lang="zh-CN" altLang="en-US" sz="2400" b="1" i="1">
                                <a:latin typeface="Cambria Math" panose="02040503050406030204" pitchFamily="18" charset="0"/>
                                <a:ea typeface="华文中宋" panose="02010600040101010101" pitchFamily="2" charset="-122"/>
                              </a:rPr>
                              <m:t>𝝏</m:t>
                            </m:r>
                          </m:e>
                          <m:sup>
                            <m:r>
                              <a:rPr lang="en-US" altLang="zh-CN" sz="2400" b="1" i="1">
                                <a:latin typeface="Cambria Math" panose="02040503050406030204" pitchFamily="18" charset="0"/>
                                <a:ea typeface="华文中宋" panose="02010600040101010101" pitchFamily="2" charset="-122"/>
                              </a:rPr>
                              <m:t>𝟐</m:t>
                            </m:r>
                          </m:sup>
                        </m:sSup>
                        <m:r>
                          <a:rPr lang="en-US" altLang="zh-CN" sz="2400" b="1" i="1">
                            <a:latin typeface="Cambria Math" panose="02040503050406030204" pitchFamily="18" charset="0"/>
                            <a:ea typeface="华文中宋" panose="02010600040101010101" pitchFamily="2" charset="-122"/>
                          </a:rPr>
                          <m:t>𝒚</m:t>
                        </m:r>
                      </m:num>
                      <m:den>
                        <m:r>
                          <a:rPr lang="zh-CN" altLang="en-US" sz="2400" b="1" i="1">
                            <a:latin typeface="Cambria Math" panose="02040503050406030204" pitchFamily="18" charset="0"/>
                            <a:ea typeface="华文中宋" panose="02010600040101010101" pitchFamily="2" charset="-122"/>
                          </a:rPr>
                          <m:t>𝝏</m:t>
                        </m:r>
                        <m:sSup>
                          <m:sSupPr>
                            <m:ctrlPr>
                              <a:rPr lang="en-US" altLang="zh-CN" sz="2400" b="1" i="1">
                                <a:latin typeface="Cambria Math" panose="02040503050406030204" pitchFamily="18" charset="0"/>
                                <a:ea typeface="华文中宋" panose="02010600040101010101" pitchFamily="2" charset="-122"/>
                              </a:rPr>
                            </m:ctrlPr>
                          </m:sSupPr>
                          <m:e>
                            <m:r>
                              <a:rPr lang="en-US" altLang="zh-CN" sz="2400" b="1" i="1">
                                <a:latin typeface="Cambria Math" panose="02040503050406030204" pitchFamily="18" charset="0"/>
                                <a:ea typeface="华文中宋" panose="02010600040101010101" pitchFamily="2" charset="-122"/>
                              </a:rPr>
                              <m:t>𝒙</m:t>
                            </m:r>
                          </m:e>
                          <m:sup>
                            <m:r>
                              <a:rPr lang="en-US" altLang="zh-CN" sz="2400" b="1" i="1">
                                <a:latin typeface="Cambria Math" panose="02040503050406030204" pitchFamily="18" charset="0"/>
                                <a:ea typeface="华文中宋" panose="02010600040101010101" pitchFamily="2" charset="-122"/>
                              </a:rPr>
                              <m:t>𝟐</m:t>
                            </m:r>
                          </m:sup>
                        </m:sSup>
                      </m:den>
                    </m:f>
                    <m:r>
                      <a:rPr lang="en-US" altLang="zh-CN" sz="2400" b="1" i="1">
                        <a:latin typeface="Cambria Math" panose="02040503050406030204" pitchFamily="18" charset="0"/>
                        <a:ea typeface="华文中宋" panose="02010600040101010101" pitchFamily="2" charset="-122"/>
                      </a:rPr>
                      <m:t>=</m:t>
                    </m:r>
                    <m:f>
                      <m:fPr>
                        <m:ctrlPr>
                          <a:rPr lang="en-US" altLang="zh-CN" sz="2400" b="1" i="1">
                            <a:latin typeface="Cambria Math" panose="02040503050406030204" pitchFamily="18" charset="0"/>
                            <a:ea typeface="华文中宋" panose="02010600040101010101" pitchFamily="2" charset="-122"/>
                          </a:rPr>
                        </m:ctrlPr>
                      </m:fPr>
                      <m:num>
                        <m:r>
                          <a:rPr lang="en-US" altLang="zh-CN" sz="2400" b="1" i="1">
                            <a:latin typeface="Cambria Math" panose="02040503050406030204" pitchFamily="18" charset="0"/>
                            <a:ea typeface="华文中宋" panose="02010600040101010101" pitchFamily="2" charset="-122"/>
                          </a:rPr>
                          <m:t>𝟏</m:t>
                        </m:r>
                      </m:num>
                      <m:den>
                        <m:sSup>
                          <m:sSupPr>
                            <m:ctrlPr>
                              <a:rPr lang="en-US" altLang="zh-CN" sz="2400" b="1" i="1">
                                <a:latin typeface="Cambria Math" panose="02040503050406030204" pitchFamily="18" charset="0"/>
                                <a:ea typeface="华文中宋" panose="02010600040101010101" pitchFamily="2" charset="-122"/>
                              </a:rPr>
                            </m:ctrlPr>
                          </m:sSupPr>
                          <m:e>
                            <m:r>
                              <a:rPr lang="en-US" altLang="zh-CN" sz="2400" b="1" i="1">
                                <a:latin typeface="Cambria Math" panose="02040503050406030204" pitchFamily="18" charset="0"/>
                                <a:ea typeface="华文中宋" panose="02010600040101010101" pitchFamily="2" charset="-122"/>
                              </a:rPr>
                              <m:t>𝑽</m:t>
                            </m:r>
                          </m:e>
                          <m:sup>
                            <m:r>
                              <a:rPr lang="en-US" altLang="zh-CN" sz="2400" b="1" i="1">
                                <a:latin typeface="Cambria Math" panose="02040503050406030204" pitchFamily="18" charset="0"/>
                                <a:ea typeface="华文中宋" panose="02010600040101010101" pitchFamily="2" charset="-122"/>
                              </a:rPr>
                              <m:t>𝟐</m:t>
                            </m:r>
                          </m:sup>
                        </m:sSup>
                      </m:den>
                    </m:f>
                    <m:f>
                      <m:fPr>
                        <m:ctrlPr>
                          <a:rPr lang="en-US" altLang="zh-CN" sz="2400" b="1" i="1">
                            <a:latin typeface="Cambria Math" panose="02040503050406030204" pitchFamily="18" charset="0"/>
                            <a:ea typeface="华文中宋" panose="02010600040101010101" pitchFamily="2" charset="-122"/>
                          </a:rPr>
                        </m:ctrlPr>
                      </m:fPr>
                      <m:num>
                        <m:sSup>
                          <m:sSupPr>
                            <m:ctrlPr>
                              <a:rPr lang="en-US" altLang="zh-CN" sz="2400" b="1" i="1">
                                <a:latin typeface="Cambria Math" panose="02040503050406030204" pitchFamily="18" charset="0"/>
                                <a:ea typeface="华文中宋" panose="02010600040101010101" pitchFamily="2" charset="-122"/>
                              </a:rPr>
                            </m:ctrlPr>
                          </m:sSupPr>
                          <m:e>
                            <m:r>
                              <a:rPr lang="zh-CN" altLang="en-US" sz="2400" b="1" i="1">
                                <a:latin typeface="Cambria Math" panose="02040503050406030204" pitchFamily="18" charset="0"/>
                                <a:ea typeface="华文中宋" panose="02010600040101010101" pitchFamily="2" charset="-122"/>
                              </a:rPr>
                              <m:t>𝝏</m:t>
                            </m:r>
                          </m:e>
                          <m:sup>
                            <m:r>
                              <a:rPr lang="en-US" altLang="zh-CN" sz="2400" b="1" i="1">
                                <a:latin typeface="Cambria Math" panose="02040503050406030204" pitchFamily="18" charset="0"/>
                                <a:ea typeface="华文中宋" panose="02010600040101010101" pitchFamily="2" charset="-122"/>
                              </a:rPr>
                              <m:t>𝟐</m:t>
                            </m:r>
                          </m:sup>
                        </m:sSup>
                        <m:r>
                          <a:rPr lang="en-US" altLang="zh-CN" sz="2400" b="1" i="1">
                            <a:latin typeface="Cambria Math" panose="02040503050406030204" pitchFamily="18" charset="0"/>
                            <a:ea typeface="华文中宋" panose="02010600040101010101" pitchFamily="2" charset="-122"/>
                          </a:rPr>
                          <m:t>𝒚</m:t>
                        </m:r>
                      </m:num>
                      <m:den>
                        <m:r>
                          <a:rPr lang="zh-CN" altLang="en-US" sz="2400" b="1" i="1">
                            <a:latin typeface="Cambria Math" panose="02040503050406030204" pitchFamily="18" charset="0"/>
                            <a:ea typeface="华文中宋" panose="02010600040101010101" pitchFamily="2" charset="-122"/>
                          </a:rPr>
                          <m:t>𝝏</m:t>
                        </m:r>
                        <m:sSup>
                          <m:sSupPr>
                            <m:ctrlPr>
                              <a:rPr lang="en-US" altLang="zh-CN" sz="2400" b="1" i="1">
                                <a:latin typeface="Cambria Math" panose="02040503050406030204" pitchFamily="18" charset="0"/>
                                <a:ea typeface="华文中宋" panose="02010600040101010101" pitchFamily="2" charset="-122"/>
                              </a:rPr>
                            </m:ctrlPr>
                          </m:sSupPr>
                          <m:e>
                            <m:r>
                              <a:rPr lang="en-US" altLang="zh-CN" sz="2400" b="1" i="1">
                                <a:latin typeface="Cambria Math" panose="02040503050406030204" pitchFamily="18" charset="0"/>
                                <a:ea typeface="华文中宋" panose="02010600040101010101" pitchFamily="2" charset="-122"/>
                              </a:rPr>
                              <m:t>𝒕</m:t>
                            </m:r>
                          </m:e>
                          <m:sup>
                            <m:r>
                              <a:rPr lang="en-US" altLang="zh-CN" sz="2400" b="1" i="1">
                                <a:latin typeface="Cambria Math" panose="02040503050406030204" pitchFamily="18" charset="0"/>
                                <a:ea typeface="华文中宋" panose="02010600040101010101" pitchFamily="2" charset="-122"/>
                              </a:rPr>
                              <m:t>𝟐</m:t>
                            </m:r>
                          </m:sup>
                        </m:sSup>
                      </m:den>
                    </m:f>
                  </m:oMath>
                </a14:m>
                <a:r>
                  <a:rPr kumimoji="0" lang="en-US" altLang="zh-CN" sz="2400" b="0" i="0" u="none" strike="noStrike" cap="none" normalizeH="0" baseline="0" dirty="0">
                    <a:ln>
                      <a:noFill/>
                    </a:ln>
                    <a:solidFill>
                      <a:schemeClr val="tx1"/>
                    </a:solidFill>
                    <a:effectLst/>
                    <a:latin typeface="Times New Roman" panose="02020603050405020304" pitchFamily="18" charset="0"/>
                    <a:ea typeface="华文中宋" panose="02010600040101010101" pitchFamily="2" charset="-122"/>
                    <a:cs typeface="Times New Roman" panose="02020603050405020304" pitchFamily="18" charset="0"/>
                  </a:rPr>
                  <a:t>                            </a:t>
                </a:r>
                <a:r>
                  <a:rPr kumimoji="0" lang="en-US" altLang="zh-CN" sz="2400" b="1" i="0" u="none" strike="noStrike" cap="none" normalizeH="0" baseline="0" dirty="0">
                    <a:ln>
                      <a:noFill/>
                    </a:ln>
                    <a:solidFill>
                      <a:schemeClr val="tx1"/>
                    </a:solidFill>
                    <a:effectLst/>
                    <a:latin typeface="Times New Roman" panose="02020603050405020304" pitchFamily="18" charset="0"/>
                    <a:ea typeface="华文中宋" panose="02010600040101010101" pitchFamily="2" charset="-122"/>
                    <a:cs typeface="Times New Roman" panose="02020603050405020304" pitchFamily="18" charset="0"/>
                  </a:rPr>
                  <a:t>(2)</a:t>
                </a:r>
              </a:p>
              <a:p>
                <a:pPr algn="just" eaLnBrk="1" hangingPunct="1">
                  <a:spcAft>
                    <a:spcPts val="600"/>
                  </a:spcAft>
                </a:pPr>
                <a:r>
                  <a:rPr lang="zh-CN" altLang="en-US" sz="2400" b="1" dirty="0">
                    <a:solidFill>
                      <a:schemeClr val="tx1">
                        <a:lumMod val="50000"/>
                      </a:schemeClr>
                    </a:solidFill>
                    <a:latin typeface="华文中宋" panose="02010600040101010101" pitchFamily="2" charset="-122"/>
                    <a:ea typeface="华文中宋" panose="02010600040101010101" pitchFamily="2" charset="-122"/>
                  </a:rPr>
                  <a:t>其中</a:t>
                </a:r>
                <a14:m>
                  <m:oMath xmlns:m="http://schemas.openxmlformats.org/officeDocument/2006/math">
                    <m:r>
                      <a:rPr lang="en-US" altLang="zh-CN" sz="2400" b="1" i="1" smtClean="0">
                        <a:solidFill>
                          <a:schemeClr val="tx1">
                            <a:lumMod val="50000"/>
                          </a:schemeClr>
                        </a:solidFill>
                        <a:latin typeface="Cambria Math" panose="02040503050406030204" pitchFamily="18" charset="0"/>
                        <a:ea typeface="华文中宋" panose="02010600040101010101" pitchFamily="2" charset="-122"/>
                      </a:rPr>
                      <m:t>𝑽</m:t>
                    </m:r>
                  </m:oMath>
                </a14:m>
                <a:r>
                  <a:rPr lang="zh-CN" altLang="en-US" sz="2400" b="1" dirty="0">
                    <a:solidFill>
                      <a:schemeClr val="tx1">
                        <a:lumMod val="50000"/>
                      </a:schemeClr>
                    </a:solidFill>
                    <a:latin typeface="华文中宋" panose="02010600040101010101" pitchFamily="2" charset="-122"/>
                    <a:ea typeface="华文中宋" panose="02010600040101010101" pitchFamily="2" charset="-122"/>
                  </a:rPr>
                  <a:t>为波速，比较式</a:t>
                </a:r>
                <a:r>
                  <a:rPr lang="en-US" altLang="zh-CN" sz="2400" b="1" dirty="0">
                    <a:solidFill>
                      <a:schemeClr val="tx1">
                        <a:lumMod val="50000"/>
                      </a:schemeClr>
                    </a:solidFill>
                    <a:latin typeface="Times New Roman" panose="02020603050405020304" pitchFamily="18" charset="0"/>
                    <a:ea typeface="华文中宋" panose="02010600040101010101" pitchFamily="2" charset="-122"/>
                    <a:cs typeface="Times New Roman" panose="02020603050405020304" pitchFamily="18" charset="0"/>
                  </a:rPr>
                  <a:t>(1)</a:t>
                </a:r>
                <a:r>
                  <a:rPr lang="zh-CN" altLang="en-US" sz="2400" b="1" dirty="0">
                    <a:solidFill>
                      <a:schemeClr val="tx1">
                        <a:lumMod val="50000"/>
                      </a:schemeClr>
                    </a:solidFill>
                    <a:latin typeface="Times New Roman" panose="02020603050405020304" pitchFamily="18" charset="0"/>
                    <a:ea typeface="华文中宋" panose="02010600040101010101" pitchFamily="2" charset="-122"/>
                    <a:cs typeface="Times New Roman" panose="02020603050405020304" pitchFamily="18" charset="0"/>
                  </a:rPr>
                  <a:t>、</a:t>
                </a:r>
                <a:r>
                  <a:rPr lang="en-US" altLang="zh-CN" sz="2400" b="1" dirty="0">
                    <a:solidFill>
                      <a:schemeClr val="tx1">
                        <a:lumMod val="50000"/>
                      </a:schemeClr>
                    </a:solidFill>
                    <a:latin typeface="Times New Roman" panose="02020603050405020304" pitchFamily="18" charset="0"/>
                    <a:ea typeface="华文中宋" panose="02010600040101010101" pitchFamily="2" charset="-122"/>
                    <a:cs typeface="Times New Roman" panose="02020603050405020304" pitchFamily="18" charset="0"/>
                  </a:rPr>
                  <a:t>(2)</a:t>
                </a:r>
                <a:r>
                  <a:rPr lang="zh-CN" altLang="en-US" sz="2400" b="1" dirty="0">
                    <a:solidFill>
                      <a:schemeClr val="tx1">
                        <a:lumMod val="50000"/>
                      </a:schemeClr>
                    </a:solidFill>
                    <a:latin typeface="华文中宋" panose="02010600040101010101" pitchFamily="2" charset="-122"/>
                    <a:ea typeface="华文中宋" panose="02010600040101010101" pitchFamily="2" charset="-122"/>
                  </a:rPr>
                  <a:t>可得：</a:t>
                </a:r>
                <a:endParaRPr lang="en-US" altLang="zh-CN" sz="2400" b="1" dirty="0">
                  <a:solidFill>
                    <a:schemeClr val="tx1">
                      <a:lumMod val="50000"/>
                    </a:schemeClr>
                  </a:solidFill>
                  <a:latin typeface="华文中宋" panose="02010600040101010101" pitchFamily="2" charset="-122"/>
                  <a:ea typeface="华文中宋" panose="02010600040101010101" pitchFamily="2" charset="-122"/>
                </a:endParaRPr>
              </a:p>
              <a:p>
                <a:pPr indent="457200" algn="just" eaLnBrk="1" hangingPunct="1">
                  <a:spcAft>
                    <a:spcPts val="600"/>
                  </a:spcAft>
                </a:pPr>
                <a:r>
                  <a:rPr lang="en-US" altLang="zh-CN" sz="2400" dirty="0">
                    <a:ea typeface="华文中宋" panose="02010600040101010101" pitchFamily="2" charset="-122"/>
                  </a:rPr>
                  <a:t>                            </a:t>
                </a:r>
                <a14:m>
                  <m:oMath xmlns:m="http://schemas.openxmlformats.org/officeDocument/2006/math">
                    <m:r>
                      <a:rPr lang="en-US" altLang="zh-CN" sz="2400" b="1" i="1" smtClean="0">
                        <a:latin typeface="Cambria Math" panose="02040503050406030204" pitchFamily="18" charset="0"/>
                        <a:ea typeface="华文中宋" panose="02010600040101010101" pitchFamily="2" charset="-122"/>
                      </a:rPr>
                      <m:t>𝑽</m:t>
                    </m:r>
                    <m:r>
                      <a:rPr lang="en-US" altLang="zh-CN" sz="2400" b="1" i="1" smtClean="0">
                        <a:latin typeface="Cambria Math" panose="02040503050406030204" pitchFamily="18" charset="0"/>
                        <a:ea typeface="华文中宋" panose="02010600040101010101" pitchFamily="2" charset="-122"/>
                      </a:rPr>
                      <m:t>=</m:t>
                    </m:r>
                    <m:rad>
                      <m:radPr>
                        <m:degHide m:val="on"/>
                        <m:ctrlPr>
                          <a:rPr lang="en-US" altLang="zh-CN" sz="2400" b="1" i="1" smtClean="0">
                            <a:latin typeface="Cambria Math" panose="02040503050406030204" pitchFamily="18" charset="0"/>
                            <a:ea typeface="华文中宋" panose="02010600040101010101" pitchFamily="2" charset="-122"/>
                          </a:rPr>
                        </m:ctrlPr>
                      </m:radPr>
                      <m:deg/>
                      <m:e>
                        <m:f>
                          <m:fPr>
                            <m:ctrlPr>
                              <a:rPr lang="en-US" altLang="zh-CN" sz="2400" b="1" i="1" smtClean="0">
                                <a:latin typeface="Cambria Math" panose="02040503050406030204" pitchFamily="18" charset="0"/>
                                <a:ea typeface="华文中宋" panose="02010600040101010101" pitchFamily="2" charset="-122"/>
                              </a:rPr>
                            </m:ctrlPr>
                          </m:fPr>
                          <m:num>
                            <m:r>
                              <a:rPr lang="en-US" altLang="zh-CN" sz="2400" b="1" i="1" smtClean="0">
                                <a:latin typeface="Cambria Math" panose="02040503050406030204" pitchFamily="18" charset="0"/>
                                <a:ea typeface="华文中宋" panose="02010600040101010101" pitchFamily="2" charset="-122"/>
                              </a:rPr>
                              <m:t>𝑻</m:t>
                            </m:r>
                          </m:num>
                          <m:den>
                            <m:r>
                              <a:rPr lang="zh-CN" altLang="en-US" sz="2400" b="1" i="1" smtClean="0">
                                <a:latin typeface="Cambria Math" panose="02040503050406030204" pitchFamily="18" charset="0"/>
                                <a:ea typeface="华文中宋" panose="02010600040101010101" pitchFamily="2" charset="-122"/>
                              </a:rPr>
                              <m:t>𝝁</m:t>
                            </m:r>
                          </m:den>
                        </m:f>
                      </m:e>
                    </m:rad>
                  </m:oMath>
                </a14:m>
                <a:r>
                  <a:rPr lang="zh-CN" altLang="en-US" sz="2400" b="1" dirty="0">
                    <a:solidFill>
                      <a:schemeClr val="tx1">
                        <a:lumMod val="50000"/>
                      </a:schemeClr>
                    </a:solidFill>
                    <a:latin typeface="华文中宋" panose="02010600040101010101" pitchFamily="2" charset="-122"/>
                    <a:ea typeface="华文中宋" panose="02010600040101010101" pitchFamily="2" charset="-122"/>
                  </a:rPr>
                  <a:t>                         </a:t>
                </a:r>
                <a:r>
                  <a:rPr lang="en-US" altLang="zh-CN" sz="2400" b="1" dirty="0">
                    <a:latin typeface="Times New Roman" panose="02020603050405020304" pitchFamily="18" charset="0"/>
                    <a:ea typeface="华文中宋" panose="02010600040101010101" pitchFamily="2" charset="-122"/>
                    <a:cs typeface="Times New Roman" panose="02020603050405020304" pitchFamily="18" charset="0"/>
                  </a:rPr>
                  <a:t>(3)</a:t>
                </a:r>
                <a:r>
                  <a:rPr lang="en-US" altLang="zh-CN" sz="2400" dirty="0">
                    <a:latin typeface="Times New Roman" panose="02020603050405020304" pitchFamily="18" charset="0"/>
                    <a:ea typeface="华文中宋" panose="02010600040101010101" pitchFamily="2" charset="-122"/>
                    <a:cs typeface="Times New Roman" panose="02020603050405020304" pitchFamily="18" charset="0"/>
                  </a:rPr>
                  <a:t> </a:t>
                </a:r>
              </a:p>
            </p:txBody>
          </p:sp>
        </mc:Choice>
        <mc:Fallback xmlns="">
          <p:sp>
            <p:nvSpPr>
              <p:cNvPr id="3" name="Rectangle 3">
                <a:extLst>
                  <a:ext uri="{FF2B5EF4-FFF2-40B4-BE49-F238E27FC236}">
                    <a16:creationId xmlns:a16="http://schemas.microsoft.com/office/drawing/2014/main" id="{983112AA-71FD-B68C-C5A7-3F8455A4EAAE}"/>
                  </a:ext>
                </a:extLst>
              </p:cNvPr>
              <p:cNvSpPr>
                <a:spLocks noRot="1" noChangeAspect="1" noMove="1" noResize="1" noEditPoints="1" noAdjustHandles="1" noChangeArrowheads="1" noChangeShapeType="1" noTextEdit="1"/>
              </p:cNvSpPr>
              <p:nvPr/>
            </p:nvSpPr>
            <p:spPr bwMode="auto">
              <a:xfrm>
                <a:off x="827584" y="1076400"/>
                <a:ext cx="7056784" cy="4621971"/>
              </a:xfrm>
              <a:prstGeom prst="rect">
                <a:avLst/>
              </a:prstGeom>
              <a:blipFill>
                <a:blip r:embed="rId2"/>
                <a:stretch>
                  <a:fillRect l="-1383" t="-660" r="-1383"/>
                </a:stretch>
              </a:blipFill>
              <a:ln w="9525">
                <a:noFill/>
                <a:miter lim="800000"/>
                <a:headEnd/>
                <a:tailEnd/>
              </a:ln>
              <a:effectLst/>
            </p:spPr>
            <p:txBody>
              <a:bodyPr/>
              <a:lstStyle/>
              <a:p>
                <a:r>
                  <a:rPr lang="zh-CN" altLang="en-US">
                    <a:noFill/>
                  </a:rPr>
                  <a:t> </a:t>
                </a:r>
              </a:p>
            </p:txBody>
          </p:sp>
        </mc:Fallback>
      </mc:AlternateContent>
      <p:sp>
        <p:nvSpPr>
          <p:cNvPr id="2" name="文本框 1">
            <a:extLst>
              <a:ext uri="{FF2B5EF4-FFF2-40B4-BE49-F238E27FC236}">
                <a16:creationId xmlns:a16="http://schemas.microsoft.com/office/drawing/2014/main" id="{C0CFA943-65BD-279F-29BE-D3C96D763065}"/>
              </a:ext>
            </a:extLst>
          </p:cNvPr>
          <p:cNvSpPr txBox="1"/>
          <p:nvPr/>
        </p:nvSpPr>
        <p:spPr>
          <a:xfrm>
            <a:off x="755576" y="6309320"/>
            <a:ext cx="6121730" cy="338554"/>
          </a:xfrm>
          <a:prstGeom prst="rect">
            <a:avLst/>
          </a:prstGeom>
          <a:noFill/>
        </p:spPr>
        <p:txBody>
          <a:bodyPr wrap="square" rtlCol="0">
            <a:spAutoFit/>
          </a:bodyPr>
          <a:lstStyle/>
          <a:p>
            <a:r>
              <a:rPr lang="en-US" altLang="zh-CN" sz="1600" dirty="0">
                <a:solidFill>
                  <a:srgbClr val="FF0000"/>
                </a:solidFill>
                <a:latin typeface="Times New Roman" panose="02020603050405020304" pitchFamily="18" charset="0"/>
                <a:ea typeface="华文中宋" panose="02010600040101010101" pitchFamily="2" charset="-122"/>
                <a:cs typeface="Times New Roman" panose="02020603050405020304" pitchFamily="18" charset="0"/>
              </a:rPr>
              <a:t>[1]</a:t>
            </a:r>
            <a:r>
              <a:rPr lang="zh-CN" altLang="en-US" sz="1600" dirty="0">
                <a:solidFill>
                  <a:srgbClr val="FF0000"/>
                </a:solidFill>
                <a:latin typeface="Times New Roman" panose="02020603050405020304" pitchFamily="18" charset="0"/>
                <a:ea typeface="华文中宋" panose="02010600040101010101" pitchFamily="2" charset="-122"/>
                <a:cs typeface="Times New Roman" panose="02020603050405020304" pitchFamily="18" charset="0"/>
              </a:rPr>
              <a:t>推导可查阅</a:t>
            </a:r>
            <a:r>
              <a:rPr lang="en-US" altLang="zh-CN" sz="1600" dirty="0">
                <a:solidFill>
                  <a:srgbClr val="FF0000"/>
                </a:solidFill>
                <a:latin typeface="Times New Roman" panose="02020603050405020304" pitchFamily="18" charset="0"/>
                <a:ea typeface="华文中宋" panose="02010600040101010101" pitchFamily="2" charset="-122"/>
                <a:cs typeface="Times New Roman" panose="02020603050405020304" pitchFamily="18" charset="0"/>
              </a:rPr>
              <a:t>《</a:t>
            </a:r>
            <a:r>
              <a:rPr lang="zh-CN" altLang="en-US" sz="1600" dirty="0">
                <a:solidFill>
                  <a:srgbClr val="FF0000"/>
                </a:solidFill>
                <a:latin typeface="Times New Roman" panose="02020603050405020304" pitchFamily="18" charset="0"/>
                <a:ea typeface="华文中宋" panose="02010600040101010101" pitchFamily="2" charset="-122"/>
                <a:cs typeface="Times New Roman" panose="02020603050405020304" pitchFamily="18" charset="0"/>
              </a:rPr>
              <a:t>大学物理实验（一）</a:t>
            </a:r>
            <a:r>
              <a:rPr lang="en-US" altLang="zh-CN" sz="1600" dirty="0">
                <a:solidFill>
                  <a:srgbClr val="FF0000"/>
                </a:solidFill>
                <a:latin typeface="Times New Roman" panose="02020603050405020304" pitchFamily="18" charset="0"/>
                <a:ea typeface="华文中宋" panose="02010600040101010101" pitchFamily="2" charset="-122"/>
                <a:cs typeface="Times New Roman" panose="02020603050405020304" pitchFamily="18" charset="0"/>
              </a:rPr>
              <a:t>》</a:t>
            </a:r>
            <a:r>
              <a:rPr lang="zh-CN" altLang="en-US" sz="1600" dirty="0">
                <a:solidFill>
                  <a:srgbClr val="FF0000"/>
                </a:solidFill>
                <a:latin typeface="Times New Roman" panose="02020603050405020304" pitchFamily="18" charset="0"/>
                <a:ea typeface="华文中宋" panose="02010600040101010101" pitchFamily="2" charset="-122"/>
                <a:cs typeface="Times New Roman" panose="02020603050405020304" pitchFamily="18" charset="0"/>
              </a:rPr>
              <a:t>或</a:t>
            </a:r>
            <a:r>
              <a:rPr lang="en-US" altLang="zh-CN" sz="1600" dirty="0">
                <a:solidFill>
                  <a:srgbClr val="FF0000"/>
                </a:solidFill>
                <a:latin typeface="Times New Roman" panose="02020603050405020304" pitchFamily="18" charset="0"/>
                <a:ea typeface="华文中宋" panose="02010600040101010101" pitchFamily="2" charset="-122"/>
                <a:cs typeface="Times New Roman" panose="02020603050405020304" pitchFamily="18" charset="0"/>
              </a:rPr>
              <a:t>《</a:t>
            </a:r>
            <a:r>
              <a:rPr lang="zh-CN" altLang="en-US" sz="1600" dirty="0">
                <a:solidFill>
                  <a:srgbClr val="FF0000"/>
                </a:solidFill>
                <a:latin typeface="Times New Roman" panose="02020603050405020304" pitchFamily="18" charset="0"/>
                <a:ea typeface="华文中宋" panose="02010600040101010101" pitchFamily="2" charset="-122"/>
                <a:cs typeface="Times New Roman" panose="02020603050405020304" pitchFamily="18" charset="0"/>
              </a:rPr>
              <a:t>数学物理方法</a:t>
            </a:r>
            <a:r>
              <a:rPr lang="en-US" altLang="zh-CN" sz="1600" dirty="0">
                <a:solidFill>
                  <a:srgbClr val="FF0000"/>
                </a:solidFill>
                <a:latin typeface="Times New Roman" panose="02020603050405020304" pitchFamily="18" charset="0"/>
                <a:ea typeface="华文中宋" panose="02010600040101010101" pitchFamily="2" charset="-122"/>
                <a:cs typeface="Times New Roman" panose="02020603050405020304" pitchFamily="18" charset="0"/>
              </a:rPr>
              <a:t>》</a:t>
            </a:r>
            <a:r>
              <a:rPr lang="zh-CN" altLang="en-US" sz="1600" dirty="0">
                <a:solidFill>
                  <a:srgbClr val="FF0000"/>
                </a:solidFill>
                <a:latin typeface="Times New Roman" panose="02020603050405020304" pitchFamily="18" charset="0"/>
                <a:ea typeface="华文中宋" panose="02010600040101010101" pitchFamily="2" charset="-122"/>
                <a:cs typeface="Times New Roman" panose="02020603050405020304" pitchFamily="18" charset="0"/>
              </a:rPr>
              <a:t>书</a:t>
            </a:r>
          </a:p>
        </p:txBody>
      </p:sp>
    </p:spTree>
    <p:extLst>
      <p:ext uri="{BB962C8B-B14F-4D97-AF65-F5344CB8AC3E}">
        <p14:creationId xmlns:p14="http://schemas.microsoft.com/office/powerpoint/2010/main" val="66420865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10" name="Rectangle 2"/>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zh-CN" altLang="en-US"/>
          </a:p>
        </p:txBody>
      </p:sp>
      <p:sp>
        <p:nvSpPr>
          <p:cNvPr id="23" name="Rectangle 5"/>
          <p:cNvSpPr>
            <a:spLocks noChangeArrowheads="1"/>
          </p:cNvSpPr>
          <p:nvPr/>
        </p:nvSpPr>
        <p:spPr bwMode="auto">
          <a:xfrm>
            <a:off x="229671" y="42336"/>
            <a:ext cx="8532031" cy="584775"/>
          </a:xfrm>
          <a:prstGeom prst="rect">
            <a:avLst/>
          </a:prstGeom>
          <a:noFill/>
          <a:ln w="9525" algn="ctr">
            <a:noFill/>
            <a:miter lim="800000"/>
            <a:headEnd/>
            <a:tailEnd/>
          </a:ln>
          <a:effectLst/>
        </p:spPr>
        <p:txBody>
          <a:bodyPr wrap="square">
            <a:spAutoFit/>
          </a:bodyPr>
          <a:lstStyle/>
          <a:p>
            <a:pPr eaLnBrk="1" hangingPunct="1"/>
            <a:r>
              <a:rPr lang="zh-CN" altLang="en-US" sz="3200" b="1" dirty="0">
                <a:solidFill>
                  <a:srgbClr val="FF0000"/>
                </a:solidFill>
                <a:latin typeface="微软雅黑" panose="020B0503020204020204" pitchFamily="34" charset="-122"/>
                <a:ea typeface="微软雅黑" panose="020B0503020204020204" pitchFamily="34" charset="-122"/>
              </a:rPr>
              <a:t>二  实验原理</a:t>
            </a:r>
            <a:r>
              <a:rPr lang="en-US" altLang="zh-CN" sz="3200" b="1" dirty="0">
                <a:solidFill>
                  <a:srgbClr val="FF0000"/>
                </a:solidFill>
                <a:latin typeface="华文中宋" panose="02010600040101010101" pitchFamily="2" charset="-122"/>
                <a:ea typeface="华文中宋" panose="02010600040101010101" pitchFamily="2" charset="-122"/>
              </a:rPr>
              <a:t>/</a:t>
            </a:r>
            <a:r>
              <a:rPr lang="en-US" altLang="zh-CN" sz="2400" b="1" dirty="0">
                <a:solidFill>
                  <a:srgbClr val="006666"/>
                </a:solidFill>
                <a:latin typeface="微软雅黑" panose="020B0503020204020204" pitchFamily="34" charset="-122"/>
                <a:ea typeface="微软雅黑" panose="020B0503020204020204" pitchFamily="34" charset="-122"/>
              </a:rPr>
              <a:t>2.1</a:t>
            </a:r>
            <a:r>
              <a:rPr lang="zh-CN" altLang="en-US" sz="2400" b="1" dirty="0">
                <a:solidFill>
                  <a:srgbClr val="006666"/>
                </a:solidFill>
                <a:latin typeface="微软雅黑" panose="020B0503020204020204" pitchFamily="34" charset="-122"/>
                <a:ea typeface="微软雅黑" panose="020B0503020204020204" pitchFamily="34" charset="-122"/>
              </a:rPr>
              <a:t>弦振动方程</a:t>
            </a:r>
            <a:endParaRPr lang="zh-CN" altLang="en-US" sz="2400" b="1" dirty="0">
              <a:solidFill>
                <a:srgbClr val="FF0000"/>
              </a:solidFill>
              <a:latin typeface="微软雅黑" panose="020B0503020204020204" pitchFamily="34" charset="-122"/>
              <a:ea typeface="微软雅黑" panose="020B0503020204020204" pitchFamily="34" charset="-122"/>
            </a:endParaRPr>
          </a:p>
        </p:txBody>
      </p:sp>
      <mc:AlternateContent xmlns:mc="http://schemas.openxmlformats.org/markup-compatibility/2006" xmlns:a14="http://schemas.microsoft.com/office/drawing/2010/main">
        <mc:Choice Requires="a14">
          <p:sp>
            <p:nvSpPr>
              <p:cNvPr id="4" name="文本框 3">
                <a:extLst>
                  <a:ext uri="{FF2B5EF4-FFF2-40B4-BE49-F238E27FC236}">
                    <a16:creationId xmlns:a16="http://schemas.microsoft.com/office/drawing/2014/main" id="{33B4C95E-3711-46C8-83E6-5C581150B76E}"/>
                  </a:ext>
                </a:extLst>
              </p:cNvPr>
              <p:cNvSpPr txBox="1"/>
              <p:nvPr/>
            </p:nvSpPr>
            <p:spPr>
              <a:xfrm>
                <a:off x="539552" y="980728"/>
                <a:ext cx="7704856" cy="3899401"/>
              </a:xfrm>
              <a:prstGeom prst="rect">
                <a:avLst/>
              </a:prstGeom>
              <a:noFill/>
            </p:spPr>
            <p:txBody>
              <a:bodyPr wrap="square" rtlCol="0">
                <a:spAutoFit/>
              </a:bodyPr>
              <a:lstStyle/>
              <a:p>
                <a:pPr indent="457200" algn="just" eaLnBrk="1" hangingPunct="1">
                  <a:spcAft>
                    <a:spcPts val="600"/>
                  </a:spcAft>
                </a:pPr>
                <a:r>
                  <a:rPr lang="zh-CN" altLang="en-US" sz="2400" b="1" dirty="0">
                    <a:solidFill>
                      <a:schemeClr val="tx1">
                        <a:lumMod val="50000"/>
                      </a:schemeClr>
                    </a:solidFill>
                    <a:latin typeface="华文中宋" panose="02010600040101010101" pitchFamily="2" charset="-122"/>
                    <a:ea typeface="华文中宋" panose="02010600040101010101" pitchFamily="2" charset="-122"/>
                  </a:rPr>
                  <a:t>若波源的振动频率为</a:t>
                </a:r>
                <a14:m>
                  <m:oMath xmlns:m="http://schemas.openxmlformats.org/officeDocument/2006/math">
                    <m:r>
                      <a:rPr lang="en-US" altLang="zh-CN" sz="2400" b="1" i="1" smtClean="0">
                        <a:solidFill>
                          <a:schemeClr val="tx1">
                            <a:lumMod val="50000"/>
                          </a:schemeClr>
                        </a:solidFill>
                        <a:latin typeface="Cambria Math" panose="02040503050406030204" pitchFamily="18" charset="0"/>
                        <a:ea typeface="华文中宋" panose="02010600040101010101" pitchFamily="2" charset="-122"/>
                      </a:rPr>
                      <m:t>𝒇</m:t>
                    </m:r>
                  </m:oMath>
                </a14:m>
                <a:r>
                  <a:rPr lang="zh-CN" altLang="en-US" sz="2400" b="1" dirty="0">
                    <a:solidFill>
                      <a:schemeClr val="tx1">
                        <a:lumMod val="50000"/>
                      </a:schemeClr>
                    </a:solidFill>
                    <a:latin typeface="华文中宋" panose="02010600040101010101" pitchFamily="2" charset="-122"/>
                    <a:ea typeface="华文中宋" panose="02010600040101010101" pitchFamily="2" charset="-122"/>
                  </a:rPr>
                  <a:t>，横波的波长为</a:t>
                </a:r>
                <a14:m>
                  <m:oMath xmlns:m="http://schemas.openxmlformats.org/officeDocument/2006/math">
                    <m:r>
                      <a:rPr lang="zh-CN" altLang="en-US" sz="2400" b="1" i="1" smtClean="0">
                        <a:solidFill>
                          <a:schemeClr val="tx1">
                            <a:lumMod val="50000"/>
                          </a:schemeClr>
                        </a:solidFill>
                        <a:latin typeface="Cambria Math" panose="02040503050406030204" pitchFamily="18" charset="0"/>
                        <a:ea typeface="华文中宋" panose="02010600040101010101" pitchFamily="2" charset="-122"/>
                      </a:rPr>
                      <m:t>𝝀</m:t>
                    </m:r>
                  </m:oMath>
                </a14:m>
                <a:r>
                  <a:rPr lang="zh-CN" altLang="en-US" sz="2400" b="1" dirty="0">
                    <a:solidFill>
                      <a:schemeClr val="tx1">
                        <a:lumMod val="50000"/>
                      </a:schemeClr>
                    </a:solidFill>
                    <a:latin typeface="华文中宋" panose="02010600040101010101" pitchFamily="2" charset="-122"/>
                    <a:ea typeface="华文中宋" panose="02010600040101010101" pitchFamily="2" charset="-122"/>
                  </a:rPr>
                  <a:t>，由</a:t>
                </a:r>
                <a14:m>
                  <m:oMath xmlns:m="http://schemas.openxmlformats.org/officeDocument/2006/math">
                    <m:r>
                      <a:rPr lang="en-US" altLang="zh-CN" sz="2400" b="1" i="1" smtClean="0">
                        <a:solidFill>
                          <a:schemeClr val="tx1">
                            <a:lumMod val="50000"/>
                          </a:schemeClr>
                        </a:solidFill>
                        <a:latin typeface="Cambria Math" panose="02040503050406030204" pitchFamily="18" charset="0"/>
                        <a:ea typeface="华文中宋" panose="02010600040101010101" pitchFamily="2" charset="-122"/>
                      </a:rPr>
                      <m:t>𝑽</m:t>
                    </m:r>
                    <m:r>
                      <a:rPr lang="en-US" altLang="zh-CN" sz="2400" b="1" i="1" smtClean="0">
                        <a:solidFill>
                          <a:schemeClr val="tx1">
                            <a:lumMod val="50000"/>
                          </a:schemeClr>
                        </a:solidFill>
                        <a:latin typeface="Cambria Math" panose="02040503050406030204" pitchFamily="18" charset="0"/>
                        <a:ea typeface="华文中宋" panose="02010600040101010101" pitchFamily="2" charset="-122"/>
                      </a:rPr>
                      <m:t>=</m:t>
                    </m:r>
                    <m:r>
                      <a:rPr lang="en-US" altLang="zh-CN" sz="2400" b="1" i="1" smtClean="0">
                        <a:solidFill>
                          <a:schemeClr val="tx1">
                            <a:lumMod val="50000"/>
                          </a:schemeClr>
                        </a:solidFill>
                        <a:latin typeface="Cambria Math" panose="02040503050406030204" pitchFamily="18" charset="0"/>
                        <a:ea typeface="华文中宋" panose="02010600040101010101" pitchFamily="2" charset="-122"/>
                      </a:rPr>
                      <m:t>𝒇</m:t>
                    </m:r>
                    <m:r>
                      <a:rPr lang="zh-CN" altLang="en-US" sz="2400" b="1" i="1" smtClean="0">
                        <a:solidFill>
                          <a:schemeClr val="tx1">
                            <a:lumMod val="50000"/>
                          </a:schemeClr>
                        </a:solidFill>
                        <a:latin typeface="Cambria Math" panose="02040503050406030204" pitchFamily="18" charset="0"/>
                        <a:ea typeface="华文中宋" panose="02010600040101010101" pitchFamily="2" charset="-122"/>
                      </a:rPr>
                      <m:t>𝝀</m:t>
                    </m:r>
                  </m:oMath>
                </a14:m>
                <a:r>
                  <a:rPr lang="zh-CN" altLang="en-US" sz="2400" b="1" dirty="0">
                    <a:solidFill>
                      <a:schemeClr val="tx1">
                        <a:lumMod val="50000"/>
                      </a:schemeClr>
                    </a:solidFill>
                    <a:latin typeface="华文中宋" panose="02010600040101010101" pitchFamily="2" charset="-122"/>
                    <a:ea typeface="华文中宋" panose="02010600040101010101" pitchFamily="2" charset="-122"/>
                  </a:rPr>
                  <a:t>可得波长与张力、频率及线密度之间的关系：</a:t>
                </a:r>
                <a:endParaRPr lang="en-US" altLang="zh-CN" sz="2400" b="1" dirty="0">
                  <a:solidFill>
                    <a:schemeClr val="tx1">
                      <a:lumMod val="50000"/>
                    </a:schemeClr>
                  </a:solidFill>
                  <a:latin typeface="华文中宋" panose="02010600040101010101" pitchFamily="2" charset="-122"/>
                  <a:ea typeface="华文中宋" panose="02010600040101010101" pitchFamily="2" charset="-122"/>
                </a:endParaRPr>
              </a:p>
              <a:p>
                <a:pPr indent="457200" algn="just" eaLnBrk="1" hangingPunct="1">
                  <a:spcAft>
                    <a:spcPts val="600"/>
                  </a:spcAft>
                </a:pPr>
                <a:r>
                  <a:rPr lang="zh-CN" altLang="en-US" sz="2400" b="1" dirty="0">
                    <a:solidFill>
                      <a:schemeClr val="tx1">
                        <a:lumMod val="50000"/>
                      </a:schemeClr>
                    </a:solidFill>
                    <a:ea typeface="华文中宋" panose="02010600040101010101" pitchFamily="2" charset="-122"/>
                  </a:rPr>
                  <a:t>                          </a:t>
                </a:r>
                <a14:m>
                  <m:oMath xmlns:m="http://schemas.openxmlformats.org/officeDocument/2006/math">
                    <m:r>
                      <a:rPr lang="zh-CN" altLang="en-US" sz="2400" b="1" i="1" smtClean="0">
                        <a:solidFill>
                          <a:schemeClr val="tx1"/>
                        </a:solidFill>
                        <a:latin typeface="Cambria Math" panose="02040503050406030204" pitchFamily="18" charset="0"/>
                        <a:ea typeface="华文中宋" panose="02010600040101010101" pitchFamily="2" charset="-122"/>
                      </a:rPr>
                      <m:t>𝝀</m:t>
                    </m:r>
                    <m:r>
                      <a:rPr lang="en-US" altLang="zh-CN" sz="2400" b="1" i="1" smtClean="0">
                        <a:solidFill>
                          <a:schemeClr val="tx1"/>
                        </a:solidFill>
                        <a:latin typeface="Cambria Math" panose="02040503050406030204" pitchFamily="18" charset="0"/>
                        <a:ea typeface="华文中宋" panose="02010600040101010101" pitchFamily="2" charset="-122"/>
                      </a:rPr>
                      <m:t>=</m:t>
                    </m:r>
                    <m:f>
                      <m:fPr>
                        <m:ctrlPr>
                          <a:rPr lang="en-US" altLang="zh-CN" sz="2400" b="1" i="1" smtClean="0">
                            <a:solidFill>
                              <a:schemeClr val="tx1"/>
                            </a:solidFill>
                            <a:latin typeface="Cambria Math" panose="02040503050406030204" pitchFamily="18" charset="0"/>
                            <a:ea typeface="华文中宋" panose="02010600040101010101" pitchFamily="2" charset="-122"/>
                          </a:rPr>
                        </m:ctrlPr>
                      </m:fPr>
                      <m:num>
                        <m:r>
                          <a:rPr lang="en-US" altLang="zh-CN" sz="2400" b="1" i="1" smtClean="0">
                            <a:solidFill>
                              <a:schemeClr val="tx1"/>
                            </a:solidFill>
                            <a:latin typeface="Cambria Math" panose="02040503050406030204" pitchFamily="18" charset="0"/>
                            <a:ea typeface="华文中宋" panose="02010600040101010101" pitchFamily="2" charset="-122"/>
                          </a:rPr>
                          <m:t>𝟏</m:t>
                        </m:r>
                      </m:num>
                      <m:den>
                        <m:r>
                          <a:rPr lang="en-US" altLang="zh-CN" sz="2400" b="1" i="1" smtClean="0">
                            <a:solidFill>
                              <a:schemeClr val="tx1"/>
                            </a:solidFill>
                            <a:latin typeface="Cambria Math" panose="02040503050406030204" pitchFamily="18" charset="0"/>
                            <a:ea typeface="华文中宋" panose="02010600040101010101" pitchFamily="2" charset="-122"/>
                          </a:rPr>
                          <m:t>𝒇</m:t>
                        </m:r>
                      </m:den>
                    </m:f>
                    <m:rad>
                      <m:radPr>
                        <m:degHide m:val="on"/>
                        <m:ctrlPr>
                          <a:rPr lang="en-US" altLang="zh-CN" sz="2400" b="1" i="1" smtClean="0">
                            <a:solidFill>
                              <a:schemeClr val="tx1"/>
                            </a:solidFill>
                            <a:latin typeface="Cambria Math" panose="02040503050406030204" pitchFamily="18" charset="0"/>
                            <a:ea typeface="华文中宋" panose="02010600040101010101" pitchFamily="2" charset="-122"/>
                          </a:rPr>
                        </m:ctrlPr>
                      </m:radPr>
                      <m:deg/>
                      <m:e>
                        <m:f>
                          <m:fPr>
                            <m:ctrlPr>
                              <a:rPr lang="en-US" altLang="zh-CN" sz="2400" b="1" i="1" smtClean="0">
                                <a:solidFill>
                                  <a:schemeClr val="tx1"/>
                                </a:solidFill>
                                <a:latin typeface="Cambria Math" panose="02040503050406030204" pitchFamily="18" charset="0"/>
                                <a:ea typeface="华文中宋" panose="02010600040101010101" pitchFamily="2" charset="-122"/>
                              </a:rPr>
                            </m:ctrlPr>
                          </m:fPr>
                          <m:num>
                            <m:r>
                              <a:rPr lang="en-US" altLang="zh-CN" sz="2400" b="1" i="1" smtClean="0">
                                <a:solidFill>
                                  <a:schemeClr val="tx1"/>
                                </a:solidFill>
                                <a:latin typeface="Cambria Math" panose="02040503050406030204" pitchFamily="18" charset="0"/>
                                <a:ea typeface="华文中宋" panose="02010600040101010101" pitchFamily="2" charset="-122"/>
                              </a:rPr>
                              <m:t>𝑻</m:t>
                            </m:r>
                          </m:num>
                          <m:den>
                            <m:r>
                              <a:rPr lang="zh-CN" altLang="en-US" sz="2400" b="1" i="1" smtClean="0">
                                <a:solidFill>
                                  <a:schemeClr val="tx1"/>
                                </a:solidFill>
                                <a:latin typeface="Cambria Math" panose="02040503050406030204" pitchFamily="18" charset="0"/>
                                <a:ea typeface="华文中宋" panose="02010600040101010101" pitchFamily="2" charset="-122"/>
                              </a:rPr>
                              <m:t>𝝁</m:t>
                            </m:r>
                          </m:den>
                        </m:f>
                      </m:e>
                    </m:rad>
                  </m:oMath>
                </a14:m>
                <a:r>
                  <a:rPr lang="zh-CN" altLang="en-US" sz="2400" b="1" dirty="0">
                    <a:solidFill>
                      <a:schemeClr val="tx1">
                        <a:lumMod val="50000"/>
                      </a:schemeClr>
                    </a:solidFill>
                    <a:latin typeface="华文中宋" panose="02010600040101010101" pitchFamily="2" charset="-122"/>
                    <a:ea typeface="华文中宋" panose="02010600040101010101" pitchFamily="2" charset="-122"/>
                  </a:rPr>
                  <a:t>                              </a:t>
                </a:r>
                <a:r>
                  <a:rPr lang="en-US" altLang="zh-CN" sz="2400" b="1" dirty="0">
                    <a:latin typeface="Times New Roman" panose="02020603050405020304" pitchFamily="18" charset="0"/>
                    <a:ea typeface="华文中宋" panose="02010600040101010101" pitchFamily="2" charset="-122"/>
                    <a:cs typeface="Times New Roman" panose="02020603050405020304" pitchFamily="18" charset="0"/>
                  </a:rPr>
                  <a:t>(4)</a:t>
                </a:r>
                <a:endParaRPr lang="en-US" altLang="zh-CN" sz="2400" b="1" dirty="0">
                  <a:solidFill>
                    <a:srgbClr val="002060"/>
                  </a:solidFill>
                  <a:latin typeface="华文中宋" panose="02010600040101010101" pitchFamily="2" charset="-122"/>
                  <a:ea typeface="华文中宋" panose="02010600040101010101" pitchFamily="2" charset="-122"/>
                </a:endParaRPr>
              </a:p>
              <a:p>
                <a:pPr indent="457200">
                  <a:spcAft>
                    <a:spcPts val="600"/>
                  </a:spcAft>
                </a:pPr>
                <a:r>
                  <a:rPr lang="zh-CN" altLang="en-US" sz="2400" b="1" dirty="0">
                    <a:solidFill>
                      <a:srgbClr val="002060"/>
                    </a:solidFill>
                    <a:latin typeface="华文中宋" panose="02010600040101010101" pitchFamily="2" charset="-122"/>
                    <a:ea typeface="华文中宋" panose="02010600040101010101" pitchFamily="2" charset="-122"/>
                  </a:rPr>
                  <a:t>本实验的主要目的是验证弦上的驻波波长与振动频率及张力之间的关系，将</a:t>
                </a:r>
                <a:r>
                  <a:rPr lang="en-US" altLang="zh-CN" sz="2400" b="1" dirty="0">
                    <a:solidFill>
                      <a:srgbClr val="002060"/>
                    </a:solidFill>
                    <a:latin typeface="Times New Roman" panose="02020603050405020304" pitchFamily="18" charset="0"/>
                    <a:ea typeface="华文中宋" panose="02010600040101010101" pitchFamily="2" charset="-122"/>
                    <a:cs typeface="Times New Roman" panose="02020603050405020304" pitchFamily="18" charset="0"/>
                  </a:rPr>
                  <a:t>(4)</a:t>
                </a:r>
                <a:r>
                  <a:rPr lang="zh-CN" altLang="en-US" sz="2400" b="1" dirty="0">
                    <a:solidFill>
                      <a:srgbClr val="002060"/>
                    </a:solidFill>
                    <a:latin typeface="华文中宋" panose="02010600040101010101" pitchFamily="2" charset="-122"/>
                    <a:ea typeface="华文中宋" panose="02010600040101010101" pitchFamily="2" charset="-122"/>
                  </a:rPr>
                  <a:t>式两边取对数可得，</a:t>
                </a:r>
                <a:endParaRPr lang="en-US" altLang="zh-CN" sz="2400" b="1" dirty="0">
                  <a:solidFill>
                    <a:srgbClr val="002060"/>
                  </a:solidFill>
                  <a:latin typeface="华文中宋" panose="02010600040101010101" pitchFamily="2" charset="-122"/>
                  <a:ea typeface="华文中宋" panose="02010600040101010101" pitchFamily="2" charset="-122"/>
                </a:endParaRPr>
              </a:p>
              <a:p>
                <a:pPr indent="457200">
                  <a:spcAft>
                    <a:spcPts val="600"/>
                  </a:spcAft>
                </a:pPr>
                <a:r>
                  <a:rPr lang="en-US" altLang="zh-CN" sz="2400" b="1" dirty="0">
                    <a:solidFill>
                      <a:schemeClr val="tx1"/>
                    </a:solidFill>
                    <a:ea typeface="华文中宋" panose="02010600040101010101" pitchFamily="2" charset="-122"/>
                  </a:rPr>
                  <a:t>       </a:t>
                </a:r>
                <a14:m>
                  <m:oMath xmlns:m="http://schemas.openxmlformats.org/officeDocument/2006/math">
                    <m:r>
                      <a:rPr lang="en-US" altLang="zh-CN" sz="2400" b="1" i="1" smtClean="0">
                        <a:solidFill>
                          <a:schemeClr val="tx1"/>
                        </a:solidFill>
                        <a:latin typeface="Cambria Math" panose="02040503050406030204" pitchFamily="18" charset="0"/>
                        <a:ea typeface="华文中宋" panose="02010600040101010101" pitchFamily="2" charset="-122"/>
                      </a:rPr>
                      <m:t>𝒍𝒐𝒈</m:t>
                    </m:r>
                    <m:d>
                      <m:dPr>
                        <m:ctrlPr>
                          <a:rPr lang="en-US" altLang="zh-CN" sz="2400" b="1" i="1" smtClean="0">
                            <a:solidFill>
                              <a:schemeClr val="tx1"/>
                            </a:solidFill>
                            <a:latin typeface="Cambria Math" panose="02040503050406030204" pitchFamily="18" charset="0"/>
                            <a:ea typeface="华文中宋" panose="02010600040101010101" pitchFamily="2" charset="-122"/>
                          </a:rPr>
                        </m:ctrlPr>
                      </m:dPr>
                      <m:e>
                        <m:r>
                          <a:rPr lang="zh-CN" altLang="en-US" sz="2400" b="1" i="1" smtClean="0">
                            <a:solidFill>
                              <a:schemeClr val="tx1"/>
                            </a:solidFill>
                            <a:latin typeface="Cambria Math" panose="02040503050406030204" pitchFamily="18" charset="0"/>
                            <a:ea typeface="华文中宋" panose="02010600040101010101" pitchFamily="2" charset="-122"/>
                          </a:rPr>
                          <m:t>𝝀</m:t>
                        </m:r>
                      </m:e>
                    </m:d>
                    <m:r>
                      <a:rPr lang="en-US" altLang="zh-CN" sz="2400" b="1" i="1" smtClean="0">
                        <a:solidFill>
                          <a:schemeClr val="tx1"/>
                        </a:solidFill>
                        <a:latin typeface="Cambria Math" panose="02040503050406030204" pitchFamily="18" charset="0"/>
                        <a:ea typeface="华文中宋" panose="02010600040101010101" pitchFamily="2" charset="-122"/>
                      </a:rPr>
                      <m:t>=</m:t>
                    </m:r>
                    <m:f>
                      <m:fPr>
                        <m:ctrlPr>
                          <a:rPr lang="en-US" altLang="zh-CN" sz="2400" b="1" i="1" smtClean="0">
                            <a:solidFill>
                              <a:schemeClr val="tx1"/>
                            </a:solidFill>
                            <a:latin typeface="Cambria Math" panose="02040503050406030204" pitchFamily="18" charset="0"/>
                            <a:ea typeface="华文中宋" panose="02010600040101010101" pitchFamily="2" charset="-122"/>
                          </a:rPr>
                        </m:ctrlPr>
                      </m:fPr>
                      <m:num>
                        <m:r>
                          <a:rPr lang="en-US" altLang="zh-CN" sz="2400" b="1" i="1" smtClean="0">
                            <a:solidFill>
                              <a:schemeClr val="tx1"/>
                            </a:solidFill>
                            <a:latin typeface="Cambria Math" panose="02040503050406030204" pitchFamily="18" charset="0"/>
                            <a:ea typeface="华文中宋" panose="02010600040101010101" pitchFamily="2" charset="-122"/>
                          </a:rPr>
                          <m:t>𝟏</m:t>
                        </m:r>
                      </m:num>
                      <m:den>
                        <m:r>
                          <a:rPr lang="en-US" altLang="zh-CN" sz="2400" b="1" i="1" smtClean="0">
                            <a:solidFill>
                              <a:schemeClr val="tx1"/>
                            </a:solidFill>
                            <a:latin typeface="Cambria Math" panose="02040503050406030204" pitchFamily="18" charset="0"/>
                            <a:ea typeface="华文中宋" panose="02010600040101010101" pitchFamily="2" charset="-122"/>
                          </a:rPr>
                          <m:t>𝟐</m:t>
                        </m:r>
                      </m:den>
                    </m:f>
                    <m:r>
                      <a:rPr lang="en-US" altLang="zh-CN" sz="2400" b="1" i="1" smtClean="0">
                        <a:solidFill>
                          <a:schemeClr val="tx1"/>
                        </a:solidFill>
                        <a:latin typeface="Cambria Math" panose="02040503050406030204" pitchFamily="18" charset="0"/>
                        <a:ea typeface="华文中宋" panose="02010600040101010101" pitchFamily="2" charset="-122"/>
                      </a:rPr>
                      <m:t>𝒍𝒐𝒈</m:t>
                    </m:r>
                    <m:d>
                      <m:dPr>
                        <m:ctrlPr>
                          <a:rPr lang="en-US" altLang="zh-CN" sz="2400" b="1" i="1" smtClean="0">
                            <a:solidFill>
                              <a:schemeClr val="tx1"/>
                            </a:solidFill>
                            <a:latin typeface="Cambria Math" panose="02040503050406030204" pitchFamily="18" charset="0"/>
                            <a:ea typeface="华文中宋" panose="02010600040101010101" pitchFamily="2" charset="-122"/>
                          </a:rPr>
                        </m:ctrlPr>
                      </m:dPr>
                      <m:e>
                        <m:r>
                          <a:rPr lang="en-US" altLang="zh-CN" sz="2400" b="1" i="1" smtClean="0">
                            <a:solidFill>
                              <a:schemeClr val="tx1"/>
                            </a:solidFill>
                            <a:latin typeface="Cambria Math" panose="02040503050406030204" pitchFamily="18" charset="0"/>
                            <a:ea typeface="华文中宋" panose="02010600040101010101" pitchFamily="2" charset="-122"/>
                          </a:rPr>
                          <m:t>𝑻</m:t>
                        </m:r>
                      </m:e>
                    </m:d>
                    <m:r>
                      <a:rPr lang="en-US" altLang="zh-CN" sz="2400" b="1" i="1" smtClean="0">
                        <a:solidFill>
                          <a:schemeClr val="tx1"/>
                        </a:solidFill>
                        <a:latin typeface="Cambria Math" panose="02040503050406030204" pitchFamily="18" charset="0"/>
                        <a:ea typeface="华文中宋" panose="02010600040101010101" pitchFamily="2" charset="-122"/>
                      </a:rPr>
                      <m:t>−</m:t>
                    </m:r>
                    <m:f>
                      <m:fPr>
                        <m:ctrlPr>
                          <a:rPr lang="en-US" altLang="zh-CN" sz="2400" b="1" i="1" smtClean="0">
                            <a:solidFill>
                              <a:schemeClr val="tx1"/>
                            </a:solidFill>
                            <a:latin typeface="Cambria Math" panose="02040503050406030204" pitchFamily="18" charset="0"/>
                            <a:ea typeface="华文中宋" panose="02010600040101010101" pitchFamily="2" charset="-122"/>
                          </a:rPr>
                        </m:ctrlPr>
                      </m:fPr>
                      <m:num>
                        <m:r>
                          <a:rPr lang="en-US" altLang="zh-CN" sz="2400" b="1" i="1" smtClean="0">
                            <a:solidFill>
                              <a:schemeClr val="tx1"/>
                            </a:solidFill>
                            <a:latin typeface="Cambria Math" panose="02040503050406030204" pitchFamily="18" charset="0"/>
                            <a:ea typeface="华文中宋" panose="02010600040101010101" pitchFamily="2" charset="-122"/>
                          </a:rPr>
                          <m:t>𝟏</m:t>
                        </m:r>
                      </m:num>
                      <m:den>
                        <m:r>
                          <a:rPr lang="en-US" altLang="zh-CN" sz="2400" b="1" i="1" smtClean="0">
                            <a:solidFill>
                              <a:schemeClr val="tx1"/>
                            </a:solidFill>
                            <a:latin typeface="Cambria Math" panose="02040503050406030204" pitchFamily="18" charset="0"/>
                            <a:ea typeface="华文中宋" panose="02010600040101010101" pitchFamily="2" charset="-122"/>
                          </a:rPr>
                          <m:t>𝟐</m:t>
                        </m:r>
                      </m:den>
                    </m:f>
                    <m:r>
                      <a:rPr lang="en-US" altLang="zh-CN" sz="2400" b="1" i="1" smtClean="0">
                        <a:solidFill>
                          <a:schemeClr val="tx1"/>
                        </a:solidFill>
                        <a:latin typeface="Cambria Math" panose="02040503050406030204" pitchFamily="18" charset="0"/>
                        <a:ea typeface="华文中宋" panose="02010600040101010101" pitchFamily="2" charset="-122"/>
                      </a:rPr>
                      <m:t>𝒍𝒐𝒈</m:t>
                    </m:r>
                    <m:d>
                      <m:dPr>
                        <m:ctrlPr>
                          <a:rPr lang="en-US" altLang="zh-CN" sz="2400" b="1" i="1" smtClean="0">
                            <a:solidFill>
                              <a:schemeClr val="tx1"/>
                            </a:solidFill>
                            <a:latin typeface="Cambria Math" panose="02040503050406030204" pitchFamily="18" charset="0"/>
                            <a:ea typeface="华文中宋" panose="02010600040101010101" pitchFamily="2" charset="-122"/>
                          </a:rPr>
                        </m:ctrlPr>
                      </m:dPr>
                      <m:e>
                        <m:r>
                          <a:rPr lang="zh-CN" altLang="en-US" sz="2400" b="1" i="1" smtClean="0">
                            <a:solidFill>
                              <a:schemeClr val="tx1"/>
                            </a:solidFill>
                            <a:latin typeface="Cambria Math" panose="02040503050406030204" pitchFamily="18" charset="0"/>
                            <a:ea typeface="华文中宋" panose="02010600040101010101" pitchFamily="2" charset="-122"/>
                          </a:rPr>
                          <m:t>𝝁</m:t>
                        </m:r>
                      </m:e>
                    </m:d>
                    <m:r>
                      <a:rPr lang="en-US" altLang="zh-CN" sz="2400" b="1" i="1" smtClean="0">
                        <a:solidFill>
                          <a:schemeClr val="tx1"/>
                        </a:solidFill>
                        <a:latin typeface="Cambria Math" panose="02040503050406030204" pitchFamily="18" charset="0"/>
                        <a:ea typeface="华文中宋" panose="02010600040101010101" pitchFamily="2" charset="-122"/>
                      </a:rPr>
                      <m:t>−</m:t>
                    </m:r>
                    <m:r>
                      <a:rPr lang="en-US" altLang="zh-CN" sz="2400" b="1" i="1" smtClean="0">
                        <a:solidFill>
                          <a:schemeClr val="tx1"/>
                        </a:solidFill>
                        <a:latin typeface="Cambria Math" panose="02040503050406030204" pitchFamily="18" charset="0"/>
                        <a:ea typeface="华文中宋" panose="02010600040101010101" pitchFamily="2" charset="-122"/>
                      </a:rPr>
                      <m:t>𝒍𝒐𝒈</m:t>
                    </m:r>
                    <m:r>
                      <a:rPr lang="en-US" altLang="zh-CN" sz="2400" b="1" i="1" smtClean="0">
                        <a:solidFill>
                          <a:schemeClr val="tx1"/>
                        </a:solidFill>
                        <a:latin typeface="Cambria Math" panose="02040503050406030204" pitchFamily="18" charset="0"/>
                        <a:ea typeface="华文中宋" panose="02010600040101010101" pitchFamily="2" charset="-122"/>
                      </a:rPr>
                      <m:t>(</m:t>
                    </m:r>
                    <m:r>
                      <a:rPr lang="en-US" altLang="zh-CN" sz="2400" b="1" i="1" smtClean="0">
                        <a:solidFill>
                          <a:schemeClr val="tx1"/>
                        </a:solidFill>
                        <a:latin typeface="Cambria Math" panose="02040503050406030204" pitchFamily="18" charset="0"/>
                        <a:ea typeface="华文中宋" panose="02010600040101010101" pitchFamily="2" charset="-122"/>
                      </a:rPr>
                      <m:t>𝒇</m:t>
                    </m:r>
                    <m:r>
                      <a:rPr lang="en-US" altLang="zh-CN" sz="2400" b="1" i="1" smtClean="0">
                        <a:solidFill>
                          <a:schemeClr val="tx1"/>
                        </a:solidFill>
                        <a:latin typeface="Cambria Math" panose="02040503050406030204" pitchFamily="18" charset="0"/>
                        <a:ea typeface="华文中宋" panose="02010600040101010101" pitchFamily="2" charset="-122"/>
                      </a:rPr>
                      <m:t>)</m:t>
                    </m:r>
                  </m:oMath>
                </a14:m>
                <a:r>
                  <a:rPr lang="zh-CN" altLang="en-US" sz="2400" b="1" dirty="0">
                    <a:solidFill>
                      <a:schemeClr val="tx1"/>
                    </a:solidFill>
                    <a:latin typeface="华文中宋" panose="02010600040101010101" pitchFamily="2" charset="-122"/>
                    <a:ea typeface="华文中宋" panose="02010600040101010101" pitchFamily="2" charset="-122"/>
                  </a:rPr>
                  <a:t>     </a:t>
                </a:r>
                <a:r>
                  <a:rPr lang="en-US" altLang="zh-CN" sz="2400" b="1" dirty="0">
                    <a:latin typeface="Times New Roman" panose="02020603050405020304" pitchFamily="18" charset="0"/>
                    <a:ea typeface="华文中宋" panose="02010600040101010101" pitchFamily="2" charset="-122"/>
                    <a:cs typeface="Times New Roman" panose="02020603050405020304" pitchFamily="18" charset="0"/>
                  </a:rPr>
                  <a:t>(5)</a:t>
                </a:r>
                <a:endParaRPr lang="en-US" altLang="zh-CN" sz="2400" b="1" dirty="0">
                  <a:solidFill>
                    <a:schemeClr val="tx1"/>
                  </a:solidFill>
                  <a:latin typeface="华文中宋" panose="02010600040101010101" pitchFamily="2" charset="-122"/>
                  <a:ea typeface="华文中宋" panose="02010600040101010101" pitchFamily="2" charset="-122"/>
                </a:endParaRPr>
              </a:p>
              <a:p>
                <a:pPr algn="just">
                  <a:spcAft>
                    <a:spcPts val="600"/>
                  </a:spcAft>
                </a:pPr>
                <a:r>
                  <a:rPr lang="zh-CN" altLang="en-US" sz="2400" b="1" dirty="0">
                    <a:solidFill>
                      <a:srgbClr val="002060"/>
                    </a:solidFill>
                    <a:latin typeface="华文中宋" panose="02010600040101010101" pitchFamily="2" charset="-122"/>
                    <a:ea typeface="华文中宋" panose="02010600040101010101" pitchFamily="2" charset="-122"/>
                  </a:rPr>
                  <a:t>实验中线密度</a:t>
                </a:r>
                <a14:m>
                  <m:oMath xmlns:m="http://schemas.openxmlformats.org/officeDocument/2006/math">
                    <m:r>
                      <a:rPr lang="zh-CN" altLang="en-US" sz="2400" b="1" i="1" smtClean="0">
                        <a:solidFill>
                          <a:srgbClr val="002060"/>
                        </a:solidFill>
                        <a:latin typeface="Cambria Math" panose="02040503050406030204" pitchFamily="18" charset="0"/>
                        <a:ea typeface="华文中宋" panose="02010600040101010101" pitchFamily="2" charset="-122"/>
                      </a:rPr>
                      <m:t>𝝁</m:t>
                    </m:r>
                  </m:oMath>
                </a14:m>
                <a:r>
                  <a:rPr lang="zh-CN" altLang="en-US" sz="2400" b="1" dirty="0">
                    <a:solidFill>
                      <a:srgbClr val="002060"/>
                    </a:solidFill>
                    <a:latin typeface="华文中宋" panose="02010600040101010101" pitchFamily="2" charset="-122"/>
                    <a:ea typeface="华文中宋" panose="02010600040101010101" pitchFamily="2" charset="-122"/>
                  </a:rPr>
                  <a:t>是一定的。如果波长</a:t>
                </a:r>
                <a14:m>
                  <m:oMath xmlns:m="http://schemas.openxmlformats.org/officeDocument/2006/math">
                    <m:r>
                      <a:rPr lang="zh-CN" altLang="en-US" sz="2400" b="1" i="1" smtClean="0">
                        <a:solidFill>
                          <a:srgbClr val="002060"/>
                        </a:solidFill>
                        <a:latin typeface="Cambria Math" panose="02040503050406030204" pitchFamily="18" charset="0"/>
                        <a:ea typeface="华文中宋" panose="02010600040101010101" pitchFamily="2" charset="-122"/>
                      </a:rPr>
                      <m:t>𝝀</m:t>
                    </m:r>
                  </m:oMath>
                </a14:m>
                <a:r>
                  <a:rPr lang="zh-CN" altLang="en-US" sz="2400" b="1" dirty="0">
                    <a:solidFill>
                      <a:srgbClr val="002060"/>
                    </a:solidFill>
                    <a:latin typeface="华文中宋" panose="02010600040101010101" pitchFamily="2" charset="-122"/>
                    <a:ea typeface="华文中宋" panose="02010600040101010101" pitchFamily="2" charset="-122"/>
                  </a:rPr>
                  <a:t>、频率</a:t>
                </a:r>
                <a14:m>
                  <m:oMath xmlns:m="http://schemas.openxmlformats.org/officeDocument/2006/math">
                    <m:r>
                      <a:rPr lang="en-US" altLang="zh-CN" sz="2400" b="1" i="1" smtClean="0">
                        <a:solidFill>
                          <a:srgbClr val="002060"/>
                        </a:solidFill>
                        <a:latin typeface="Cambria Math" panose="02040503050406030204" pitchFamily="18" charset="0"/>
                        <a:ea typeface="华文中宋" panose="02010600040101010101" pitchFamily="2" charset="-122"/>
                      </a:rPr>
                      <m:t>𝒇</m:t>
                    </m:r>
                  </m:oMath>
                </a14:m>
                <a:r>
                  <a:rPr lang="zh-CN" altLang="en-US" sz="2400" b="1" dirty="0">
                    <a:solidFill>
                      <a:srgbClr val="002060"/>
                    </a:solidFill>
                    <a:latin typeface="华文中宋" panose="02010600040101010101" pitchFamily="2" charset="-122"/>
                    <a:ea typeface="华文中宋" panose="02010600040101010101" pitchFamily="2" charset="-122"/>
                  </a:rPr>
                  <a:t>和张力</a:t>
                </a:r>
                <a14:m>
                  <m:oMath xmlns:m="http://schemas.openxmlformats.org/officeDocument/2006/math">
                    <m:r>
                      <a:rPr lang="en-US" altLang="zh-CN" sz="2400" b="1" i="1" smtClean="0">
                        <a:solidFill>
                          <a:srgbClr val="002060"/>
                        </a:solidFill>
                        <a:latin typeface="Cambria Math" panose="02040503050406030204" pitchFamily="18" charset="0"/>
                        <a:ea typeface="华文中宋" panose="02010600040101010101" pitchFamily="2" charset="-122"/>
                      </a:rPr>
                      <m:t>𝑻</m:t>
                    </m:r>
                  </m:oMath>
                </a14:m>
                <a:r>
                  <a:rPr lang="zh-CN" altLang="en-US" sz="2400" b="1" dirty="0">
                    <a:solidFill>
                      <a:srgbClr val="002060"/>
                    </a:solidFill>
                    <a:latin typeface="华文中宋" panose="02010600040101010101" pitchFamily="2" charset="-122"/>
                    <a:ea typeface="华文中宋" panose="02010600040101010101" pitchFamily="2" charset="-122"/>
                  </a:rPr>
                  <a:t>的对数满足上式的线性关系，即验证了它们之间的关系。</a:t>
                </a:r>
              </a:p>
            </p:txBody>
          </p:sp>
        </mc:Choice>
        <mc:Fallback xmlns="">
          <p:sp>
            <p:nvSpPr>
              <p:cNvPr id="4" name="文本框 3">
                <a:extLst>
                  <a:ext uri="{FF2B5EF4-FFF2-40B4-BE49-F238E27FC236}">
                    <a16:creationId xmlns:a16="http://schemas.microsoft.com/office/drawing/2014/main" id="{33B4C95E-3711-46C8-83E6-5C581150B76E}"/>
                  </a:ext>
                </a:extLst>
              </p:cNvPr>
              <p:cNvSpPr txBox="1">
                <a:spLocks noRot="1" noChangeAspect="1" noMove="1" noResize="1" noEditPoints="1" noAdjustHandles="1" noChangeArrowheads="1" noChangeShapeType="1" noTextEdit="1"/>
              </p:cNvSpPr>
              <p:nvPr/>
            </p:nvSpPr>
            <p:spPr>
              <a:xfrm>
                <a:off x="539552" y="980728"/>
                <a:ext cx="7704856" cy="3899401"/>
              </a:xfrm>
              <a:prstGeom prst="rect">
                <a:avLst/>
              </a:prstGeom>
              <a:blipFill>
                <a:blip r:embed="rId2"/>
                <a:stretch>
                  <a:fillRect l="-1267" t="-1250" r="-1267" b="-2656"/>
                </a:stretch>
              </a:blipFill>
            </p:spPr>
            <p:txBody>
              <a:bodyPr/>
              <a:lstStyle/>
              <a:p>
                <a:r>
                  <a:rPr lang="zh-CN" altLang="en-US">
                    <a:noFill/>
                  </a:rPr>
                  <a:t> </a:t>
                </a:r>
              </a:p>
            </p:txBody>
          </p:sp>
        </mc:Fallback>
      </mc:AlternateContent>
      <p:sp>
        <p:nvSpPr>
          <p:cNvPr id="2" name="文本框 1">
            <a:extLst>
              <a:ext uri="{FF2B5EF4-FFF2-40B4-BE49-F238E27FC236}">
                <a16:creationId xmlns:a16="http://schemas.microsoft.com/office/drawing/2014/main" id="{D576801E-D2CD-DDEE-2B93-B61A375751A6}"/>
              </a:ext>
            </a:extLst>
          </p:cNvPr>
          <p:cNvSpPr txBox="1"/>
          <p:nvPr/>
        </p:nvSpPr>
        <p:spPr>
          <a:xfrm>
            <a:off x="467544" y="4881690"/>
            <a:ext cx="7632848" cy="1661993"/>
          </a:xfrm>
          <a:prstGeom prst="rect">
            <a:avLst/>
          </a:prstGeom>
          <a:noFill/>
        </p:spPr>
        <p:txBody>
          <a:bodyPr wrap="square" rtlCol="0">
            <a:spAutoFit/>
          </a:bodyPr>
          <a:lstStyle/>
          <a:p>
            <a:r>
              <a:rPr lang="zh-CN" altLang="en-US" sz="2000" b="1" dirty="0">
                <a:solidFill>
                  <a:schemeClr val="accent6">
                    <a:lumMod val="75000"/>
                  </a:schemeClr>
                </a:solidFill>
              </a:rPr>
              <a:t>受迫振动与自由振动：</a:t>
            </a:r>
            <a:endParaRPr lang="en-US" altLang="zh-CN" sz="2000" b="1" dirty="0">
              <a:solidFill>
                <a:schemeClr val="accent6">
                  <a:lumMod val="75000"/>
                </a:schemeClr>
              </a:solidFill>
            </a:endParaRPr>
          </a:p>
          <a:p>
            <a:pPr marL="573750" indent="-216000">
              <a:spcBef>
                <a:spcPts val="600"/>
              </a:spcBef>
              <a:buFont typeface="Arial" panose="020B0604020202020204" pitchFamily="34" charset="0"/>
              <a:buChar char="•"/>
            </a:pPr>
            <a:r>
              <a:rPr lang="zh-CN" altLang="en-US" b="1" dirty="0">
                <a:solidFill>
                  <a:srgbClr val="0000FF"/>
                </a:solidFill>
              </a:rPr>
              <a:t>本实验中弦的振动为</a:t>
            </a:r>
            <a:r>
              <a:rPr lang="zh-CN" altLang="en-US" b="1" dirty="0">
                <a:solidFill>
                  <a:srgbClr val="FF0000"/>
                </a:solidFill>
              </a:rPr>
              <a:t>受迫振动</a:t>
            </a:r>
            <a:r>
              <a:rPr lang="zh-CN" altLang="en-US" b="1" dirty="0">
                <a:solidFill>
                  <a:srgbClr val="0000FF"/>
                </a:solidFill>
              </a:rPr>
              <a:t>（振源始终与弦连接），受迫振动的频率取决于振源频率。</a:t>
            </a:r>
            <a:endParaRPr lang="en-US" altLang="zh-CN" b="1" dirty="0">
              <a:solidFill>
                <a:srgbClr val="0000FF"/>
              </a:solidFill>
            </a:endParaRPr>
          </a:p>
          <a:p>
            <a:pPr marL="573750" indent="-216000">
              <a:spcBef>
                <a:spcPts val="600"/>
              </a:spcBef>
              <a:buFont typeface="Arial" panose="020B0604020202020204" pitchFamily="34" charset="0"/>
              <a:buChar char="•"/>
            </a:pPr>
            <a:r>
              <a:rPr lang="zh-CN" altLang="en-US" b="1" dirty="0">
                <a:solidFill>
                  <a:srgbClr val="0000FF"/>
                </a:solidFill>
              </a:rPr>
              <a:t>与之相对的是弦的</a:t>
            </a:r>
            <a:r>
              <a:rPr lang="zh-CN" altLang="en-US" b="1" dirty="0">
                <a:solidFill>
                  <a:srgbClr val="FF0000"/>
                </a:solidFill>
              </a:rPr>
              <a:t>自由振动</a:t>
            </a:r>
            <a:r>
              <a:rPr lang="zh-CN" altLang="en-US" b="1" dirty="0">
                <a:solidFill>
                  <a:srgbClr val="0000FF"/>
                </a:solidFill>
              </a:rPr>
              <a:t>（比如手指拨一下琴弦后即离开），自由振动的频率取决于弦的固有属性。</a:t>
            </a:r>
          </a:p>
        </p:txBody>
      </p:sp>
    </p:spTree>
  </p:cSld>
  <p:clrMapOvr>
    <a:masterClrMapping/>
  </p:clrMapOvr>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10" name="Rectangle 2"/>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zh-CN" altLang="en-US"/>
          </a:p>
        </p:txBody>
      </p:sp>
      <p:sp>
        <p:nvSpPr>
          <p:cNvPr id="23" name="Rectangle 5"/>
          <p:cNvSpPr>
            <a:spLocks noChangeArrowheads="1"/>
          </p:cNvSpPr>
          <p:nvPr/>
        </p:nvSpPr>
        <p:spPr bwMode="auto">
          <a:xfrm>
            <a:off x="229671" y="42336"/>
            <a:ext cx="8532031" cy="584775"/>
          </a:xfrm>
          <a:prstGeom prst="rect">
            <a:avLst/>
          </a:prstGeom>
          <a:noFill/>
          <a:ln w="9525" algn="ctr">
            <a:noFill/>
            <a:miter lim="800000"/>
            <a:headEnd/>
            <a:tailEnd/>
          </a:ln>
          <a:effectLst/>
        </p:spPr>
        <p:txBody>
          <a:bodyPr wrap="square">
            <a:spAutoFit/>
          </a:bodyPr>
          <a:lstStyle/>
          <a:p>
            <a:pPr eaLnBrk="1" hangingPunct="1"/>
            <a:r>
              <a:rPr lang="zh-CN" altLang="en-US" sz="3200" b="1" dirty="0">
                <a:solidFill>
                  <a:srgbClr val="FF0000"/>
                </a:solidFill>
                <a:latin typeface="微软雅黑" panose="020B0503020204020204" pitchFamily="34" charset="-122"/>
                <a:ea typeface="微软雅黑" panose="020B0503020204020204" pitchFamily="34" charset="-122"/>
              </a:rPr>
              <a:t>二  实验原理</a:t>
            </a:r>
            <a:r>
              <a:rPr lang="en-US" altLang="zh-CN" sz="3200" b="1" dirty="0">
                <a:solidFill>
                  <a:srgbClr val="FF0000"/>
                </a:solidFill>
                <a:latin typeface="华文中宋" panose="02010600040101010101" pitchFamily="2" charset="-122"/>
                <a:ea typeface="华文中宋" panose="02010600040101010101" pitchFamily="2" charset="-122"/>
              </a:rPr>
              <a:t>/</a:t>
            </a:r>
            <a:r>
              <a:rPr lang="en-US" altLang="zh-CN" sz="2400" b="1" dirty="0">
                <a:solidFill>
                  <a:srgbClr val="006666"/>
                </a:solidFill>
                <a:latin typeface="微软雅黑" panose="020B0503020204020204" pitchFamily="34" charset="-122"/>
                <a:ea typeface="微软雅黑" panose="020B0503020204020204" pitchFamily="34" charset="-122"/>
              </a:rPr>
              <a:t>2.2</a:t>
            </a:r>
            <a:r>
              <a:rPr lang="zh-CN" altLang="en-US" sz="2400" b="1" dirty="0">
                <a:solidFill>
                  <a:srgbClr val="006666"/>
                </a:solidFill>
                <a:latin typeface="微软雅黑" panose="020B0503020204020204" pitchFamily="34" charset="-122"/>
                <a:ea typeface="微软雅黑" panose="020B0503020204020204" pitchFamily="34" charset="-122"/>
              </a:rPr>
              <a:t>形成驻波的条件</a:t>
            </a:r>
            <a:endParaRPr lang="zh-CN" altLang="en-US" sz="2400" b="1" dirty="0">
              <a:solidFill>
                <a:srgbClr val="FF0000"/>
              </a:solidFill>
              <a:latin typeface="微软雅黑" panose="020B0503020204020204" pitchFamily="34" charset="-122"/>
              <a:ea typeface="微软雅黑" panose="020B0503020204020204" pitchFamily="34" charset="-122"/>
            </a:endParaRPr>
          </a:p>
        </p:txBody>
      </p:sp>
      <mc:AlternateContent xmlns:mc="http://schemas.openxmlformats.org/markup-compatibility/2006" xmlns:a14="http://schemas.microsoft.com/office/drawing/2010/main">
        <mc:Choice Requires="a14">
          <p:sp>
            <p:nvSpPr>
              <p:cNvPr id="4" name="文本框 3">
                <a:extLst>
                  <a:ext uri="{FF2B5EF4-FFF2-40B4-BE49-F238E27FC236}">
                    <a16:creationId xmlns:a16="http://schemas.microsoft.com/office/drawing/2014/main" id="{33B4C95E-3711-46C8-83E6-5C581150B76E}"/>
                  </a:ext>
                </a:extLst>
              </p:cNvPr>
              <p:cNvSpPr txBox="1"/>
              <p:nvPr/>
            </p:nvSpPr>
            <p:spPr>
              <a:xfrm>
                <a:off x="621391" y="1005187"/>
                <a:ext cx="7479001" cy="4846711"/>
              </a:xfrm>
              <a:prstGeom prst="rect">
                <a:avLst/>
              </a:prstGeom>
              <a:noFill/>
            </p:spPr>
            <p:txBody>
              <a:bodyPr wrap="square" rtlCol="0">
                <a:spAutoFit/>
              </a:bodyPr>
              <a:lstStyle/>
              <a:p>
                <a:pPr indent="457200" algn="just">
                  <a:spcAft>
                    <a:spcPts val="600"/>
                  </a:spcAft>
                </a:pPr>
                <a:r>
                  <a:rPr lang="zh-CN" altLang="en-US" sz="2400" b="1" dirty="0">
                    <a:solidFill>
                      <a:srgbClr val="7030A0"/>
                    </a:solidFill>
                    <a:latin typeface="华文中宋" panose="02010600040101010101" pitchFamily="2" charset="-122"/>
                    <a:ea typeface="华文中宋" panose="02010600040101010101" pitchFamily="2" charset="-122"/>
                  </a:rPr>
                  <a:t>如何测得驻波波长？产生驻波的条件是什么？</a:t>
                </a:r>
                <a:endParaRPr lang="en-US" altLang="zh-CN" sz="2400" b="1" dirty="0">
                  <a:solidFill>
                    <a:srgbClr val="7030A0"/>
                  </a:solidFill>
                  <a:latin typeface="华文中宋" panose="02010600040101010101" pitchFamily="2" charset="-122"/>
                  <a:ea typeface="华文中宋" panose="02010600040101010101" pitchFamily="2" charset="-122"/>
                </a:endParaRPr>
              </a:p>
              <a:p>
                <a:pPr indent="457200" algn="just">
                  <a:spcAft>
                    <a:spcPts val="600"/>
                  </a:spcAft>
                </a:pPr>
                <a:r>
                  <a:rPr lang="zh-CN" altLang="en-US" sz="2400" b="1" dirty="0">
                    <a:solidFill>
                      <a:srgbClr val="002060"/>
                    </a:solidFill>
                    <a:latin typeface="华文中宋" panose="02010600040101010101" pitchFamily="2" charset="-122"/>
                    <a:ea typeface="华文中宋" panose="02010600040101010101" pitchFamily="2" charset="-122"/>
                  </a:rPr>
                  <a:t>在一根两端固定的弦上，假设振动源位于起始端，波沿着弦传输到末端会被反射回来。前进波和反射波可分别由</a:t>
                </a:r>
                <a14:m>
                  <m:oMath xmlns:m="http://schemas.openxmlformats.org/officeDocument/2006/math">
                    <m:sSub>
                      <m:sSubPr>
                        <m:ctrlPr>
                          <a:rPr lang="en-US" altLang="zh-CN" sz="2400" b="1" i="1" smtClean="0">
                            <a:solidFill>
                              <a:srgbClr val="002060"/>
                            </a:solidFill>
                            <a:latin typeface="Cambria Math" panose="02040503050406030204" pitchFamily="18" charset="0"/>
                            <a:ea typeface="华文中宋" panose="02010600040101010101" pitchFamily="2" charset="-122"/>
                          </a:rPr>
                        </m:ctrlPr>
                      </m:sSubPr>
                      <m:e>
                        <m:r>
                          <a:rPr lang="en-US" altLang="zh-CN" sz="2400" b="1" i="1" smtClean="0">
                            <a:solidFill>
                              <a:srgbClr val="002060"/>
                            </a:solidFill>
                            <a:latin typeface="Cambria Math" panose="02040503050406030204" pitchFamily="18" charset="0"/>
                            <a:ea typeface="华文中宋" panose="02010600040101010101" pitchFamily="2" charset="-122"/>
                          </a:rPr>
                          <m:t>𝒚</m:t>
                        </m:r>
                      </m:e>
                      <m:sub>
                        <m:r>
                          <a:rPr lang="en-US" altLang="zh-CN" sz="2400" b="1" i="1" smtClean="0">
                            <a:solidFill>
                              <a:srgbClr val="002060"/>
                            </a:solidFill>
                            <a:latin typeface="Cambria Math" panose="02040503050406030204" pitchFamily="18" charset="0"/>
                            <a:ea typeface="华文中宋" panose="02010600040101010101" pitchFamily="2" charset="-122"/>
                          </a:rPr>
                          <m:t>𝟏</m:t>
                        </m:r>
                      </m:sub>
                    </m:sSub>
                  </m:oMath>
                </a14:m>
                <a:r>
                  <a:rPr lang="zh-CN" altLang="en-US" sz="2400" b="1" dirty="0">
                    <a:solidFill>
                      <a:srgbClr val="002060"/>
                    </a:solidFill>
                    <a:latin typeface="华文中宋" panose="02010600040101010101" pitchFamily="2" charset="-122"/>
                    <a:ea typeface="华文中宋" panose="02010600040101010101" pitchFamily="2" charset="-122"/>
                  </a:rPr>
                  <a:t>和</a:t>
                </a:r>
                <a14:m>
                  <m:oMath xmlns:m="http://schemas.openxmlformats.org/officeDocument/2006/math">
                    <m:sSub>
                      <m:sSubPr>
                        <m:ctrlPr>
                          <a:rPr lang="en-US" altLang="zh-CN" sz="2400" b="1" i="1">
                            <a:solidFill>
                              <a:srgbClr val="002060"/>
                            </a:solidFill>
                            <a:latin typeface="Cambria Math" panose="02040503050406030204" pitchFamily="18" charset="0"/>
                            <a:ea typeface="华文中宋" panose="02010600040101010101" pitchFamily="2" charset="-122"/>
                          </a:rPr>
                        </m:ctrlPr>
                      </m:sSubPr>
                      <m:e>
                        <m:r>
                          <a:rPr lang="en-US" altLang="zh-CN" sz="2400" b="1" i="1">
                            <a:solidFill>
                              <a:srgbClr val="002060"/>
                            </a:solidFill>
                            <a:latin typeface="Cambria Math" panose="02040503050406030204" pitchFamily="18" charset="0"/>
                            <a:ea typeface="华文中宋" panose="02010600040101010101" pitchFamily="2" charset="-122"/>
                          </a:rPr>
                          <m:t>𝒚</m:t>
                        </m:r>
                      </m:e>
                      <m:sub>
                        <m:r>
                          <a:rPr lang="en-US" altLang="zh-CN" sz="2400" b="1" i="1" smtClean="0">
                            <a:solidFill>
                              <a:srgbClr val="002060"/>
                            </a:solidFill>
                            <a:latin typeface="Cambria Math" panose="02040503050406030204" pitchFamily="18" charset="0"/>
                            <a:ea typeface="华文中宋" panose="02010600040101010101" pitchFamily="2" charset="-122"/>
                          </a:rPr>
                          <m:t>𝟐</m:t>
                        </m:r>
                      </m:sub>
                    </m:sSub>
                  </m:oMath>
                </a14:m>
                <a:r>
                  <a:rPr lang="zh-CN" altLang="en-US" sz="2400" b="1" dirty="0">
                    <a:solidFill>
                      <a:srgbClr val="002060"/>
                    </a:solidFill>
                    <a:latin typeface="华文中宋" panose="02010600040101010101" pitchFamily="2" charset="-122"/>
                    <a:ea typeface="华文中宋" panose="02010600040101010101" pitchFamily="2" charset="-122"/>
                  </a:rPr>
                  <a:t>表示为：</a:t>
                </a:r>
                <a:endParaRPr lang="en-US" altLang="zh-CN" sz="2400" b="1" dirty="0">
                  <a:solidFill>
                    <a:srgbClr val="002060"/>
                  </a:solidFill>
                  <a:latin typeface="华文中宋" panose="02010600040101010101" pitchFamily="2" charset="-122"/>
                  <a:ea typeface="华文中宋" panose="02010600040101010101" pitchFamily="2" charset="-122"/>
                </a:endParaRPr>
              </a:p>
              <a:p>
                <a:pPr indent="457200" algn="just">
                  <a:spcAft>
                    <a:spcPts val="600"/>
                  </a:spcAft>
                </a:pPr>
                <a:r>
                  <a:rPr lang="en-US" altLang="zh-CN" sz="2400" b="1" dirty="0">
                    <a:solidFill>
                      <a:srgbClr val="002060"/>
                    </a:solidFill>
                    <a:latin typeface="华文中宋" panose="02010600040101010101" pitchFamily="2" charset="-122"/>
                    <a:ea typeface="华文中宋" panose="02010600040101010101" pitchFamily="2" charset="-122"/>
                  </a:rPr>
                  <a:t>             </a:t>
                </a:r>
                <a14:m>
                  <m:oMath xmlns:m="http://schemas.openxmlformats.org/officeDocument/2006/math">
                    <m:d>
                      <m:dPr>
                        <m:begChr m:val="{"/>
                        <m:endChr m:val=""/>
                        <m:ctrlPr>
                          <a:rPr lang="en-US" altLang="zh-CN" sz="2400" b="1" i="1" smtClean="0">
                            <a:solidFill>
                              <a:schemeClr val="tx1"/>
                            </a:solidFill>
                            <a:latin typeface="Cambria Math" panose="02040503050406030204" pitchFamily="18" charset="0"/>
                            <a:ea typeface="华文中宋" panose="02010600040101010101" pitchFamily="2" charset="-122"/>
                          </a:rPr>
                        </m:ctrlPr>
                      </m:dPr>
                      <m:e>
                        <m:m>
                          <m:mPr>
                            <m:mcs>
                              <m:mc>
                                <m:mcPr>
                                  <m:count m:val="1"/>
                                  <m:mcJc m:val="center"/>
                                </m:mcPr>
                              </m:mc>
                            </m:mcs>
                            <m:ctrlPr>
                              <a:rPr lang="en-US" altLang="zh-CN" sz="2400" b="1" i="1" smtClean="0">
                                <a:solidFill>
                                  <a:schemeClr val="tx1"/>
                                </a:solidFill>
                                <a:latin typeface="Cambria Math" panose="02040503050406030204" pitchFamily="18" charset="0"/>
                                <a:ea typeface="华文中宋" panose="02010600040101010101" pitchFamily="2" charset="-122"/>
                              </a:rPr>
                            </m:ctrlPr>
                          </m:mPr>
                          <m:mr>
                            <m:e>
                              <m:sSub>
                                <m:sSubPr>
                                  <m:ctrlPr>
                                    <a:rPr lang="en-US" altLang="zh-CN" sz="2400" b="1" i="1" smtClean="0">
                                      <a:solidFill>
                                        <a:schemeClr val="tx1"/>
                                      </a:solidFill>
                                      <a:latin typeface="Cambria Math" panose="02040503050406030204" pitchFamily="18" charset="0"/>
                                      <a:ea typeface="华文中宋" panose="02010600040101010101" pitchFamily="2" charset="-122"/>
                                    </a:rPr>
                                  </m:ctrlPr>
                                </m:sSubPr>
                                <m:e>
                                  <m:r>
                                    <a:rPr lang="en-US" altLang="zh-CN" sz="2400" b="1" i="1" smtClean="0">
                                      <a:solidFill>
                                        <a:schemeClr val="tx1"/>
                                      </a:solidFill>
                                      <a:latin typeface="Cambria Math" panose="02040503050406030204" pitchFamily="18" charset="0"/>
                                      <a:ea typeface="华文中宋" panose="02010600040101010101" pitchFamily="2" charset="-122"/>
                                    </a:rPr>
                                    <m:t>𝒚</m:t>
                                  </m:r>
                                </m:e>
                                <m:sub>
                                  <m:r>
                                    <a:rPr lang="en-US" altLang="zh-CN" sz="2400" b="1" i="1" smtClean="0">
                                      <a:solidFill>
                                        <a:schemeClr val="tx1"/>
                                      </a:solidFill>
                                      <a:latin typeface="Cambria Math" panose="02040503050406030204" pitchFamily="18" charset="0"/>
                                      <a:ea typeface="华文中宋" panose="02010600040101010101" pitchFamily="2" charset="-122"/>
                                    </a:rPr>
                                    <m:t>𝟏</m:t>
                                  </m:r>
                                </m:sub>
                              </m:sSub>
                              <m:r>
                                <m:rPr>
                                  <m:brk m:alnAt="7"/>
                                </m:rPr>
                                <a:rPr lang="en-US" altLang="zh-CN" sz="2400" b="1" i="1" smtClean="0">
                                  <a:solidFill>
                                    <a:schemeClr val="tx1"/>
                                  </a:solidFill>
                                  <a:latin typeface="Cambria Math" panose="02040503050406030204" pitchFamily="18" charset="0"/>
                                  <a:ea typeface="华文中宋" panose="02010600040101010101" pitchFamily="2" charset="-122"/>
                                </a:rPr>
                                <m:t>=</m:t>
                              </m:r>
                              <m:sSub>
                                <m:sSubPr>
                                  <m:ctrlPr>
                                    <a:rPr lang="en-US" altLang="zh-CN" sz="2400" b="1" i="1" smtClean="0">
                                      <a:solidFill>
                                        <a:schemeClr val="tx1"/>
                                      </a:solidFill>
                                      <a:latin typeface="Cambria Math" panose="02040503050406030204" pitchFamily="18" charset="0"/>
                                      <a:ea typeface="华文中宋" panose="02010600040101010101" pitchFamily="2" charset="-122"/>
                                    </a:rPr>
                                  </m:ctrlPr>
                                </m:sSubPr>
                                <m:e>
                                  <m:r>
                                    <a:rPr lang="en-US" altLang="zh-CN" sz="2400" b="1" i="1" smtClean="0">
                                      <a:solidFill>
                                        <a:schemeClr val="tx1"/>
                                      </a:solidFill>
                                      <a:latin typeface="Cambria Math" panose="02040503050406030204" pitchFamily="18" charset="0"/>
                                      <a:ea typeface="华文中宋" panose="02010600040101010101" pitchFamily="2" charset="-122"/>
                                    </a:rPr>
                                    <m:t>𝒚</m:t>
                                  </m:r>
                                </m:e>
                                <m:sub>
                                  <m:r>
                                    <a:rPr lang="en-US" altLang="zh-CN" sz="2400" b="1" i="1" smtClean="0">
                                      <a:solidFill>
                                        <a:schemeClr val="tx1"/>
                                      </a:solidFill>
                                      <a:latin typeface="Cambria Math" panose="02040503050406030204" pitchFamily="18" charset="0"/>
                                      <a:ea typeface="华文中宋" panose="02010600040101010101" pitchFamily="2" charset="-122"/>
                                    </a:rPr>
                                    <m:t>𝒎</m:t>
                                  </m:r>
                                </m:sub>
                              </m:sSub>
                              <m:r>
                                <m:rPr>
                                  <m:brk m:alnAt="7"/>
                                </m:rPr>
                                <a:rPr lang="en-US" altLang="zh-CN" sz="2400" b="1" i="1" smtClean="0">
                                  <a:solidFill>
                                    <a:schemeClr val="tx1"/>
                                  </a:solidFill>
                                  <a:latin typeface="Cambria Math" panose="02040503050406030204" pitchFamily="18" charset="0"/>
                                  <a:ea typeface="华文中宋" panose="02010600040101010101" pitchFamily="2" charset="-122"/>
                                </a:rPr>
                                <m:t>𝒔</m:t>
                              </m:r>
                              <m:r>
                                <a:rPr lang="en-US" altLang="zh-CN" sz="2400" b="1" i="1" smtClean="0">
                                  <a:solidFill>
                                    <a:schemeClr val="tx1"/>
                                  </a:solidFill>
                                  <a:latin typeface="Cambria Math" panose="02040503050406030204" pitchFamily="18" charset="0"/>
                                  <a:ea typeface="华文中宋" panose="02010600040101010101" pitchFamily="2" charset="-122"/>
                                </a:rPr>
                                <m:t>𝒊𝒏</m:t>
                              </m:r>
                              <m:d>
                                <m:dPr>
                                  <m:begChr m:val="["/>
                                  <m:endChr m:val="]"/>
                                  <m:ctrlPr>
                                    <a:rPr lang="en-US" altLang="zh-CN" sz="2400" b="1" i="1" smtClean="0">
                                      <a:solidFill>
                                        <a:schemeClr val="tx1"/>
                                      </a:solidFill>
                                      <a:latin typeface="Cambria Math" panose="02040503050406030204" pitchFamily="18" charset="0"/>
                                      <a:ea typeface="华文中宋" panose="02010600040101010101" pitchFamily="2" charset="-122"/>
                                    </a:rPr>
                                  </m:ctrlPr>
                                </m:dPr>
                                <m:e>
                                  <m:r>
                                    <m:rPr>
                                      <m:brk m:alnAt="7"/>
                                    </m:rPr>
                                    <a:rPr lang="en-US" altLang="zh-CN" sz="2400" b="1" i="1">
                                      <a:solidFill>
                                        <a:schemeClr val="tx1"/>
                                      </a:solidFill>
                                      <a:latin typeface="Cambria Math" panose="02040503050406030204" pitchFamily="18" charset="0"/>
                                      <a:ea typeface="华文中宋" panose="02010600040101010101" pitchFamily="2" charset="-122"/>
                                    </a:rPr>
                                    <m:t>𝟐</m:t>
                                  </m:r>
                                  <m:r>
                                    <a:rPr lang="zh-CN" altLang="en-US" sz="2400" b="1" i="1">
                                      <a:solidFill>
                                        <a:schemeClr val="tx1"/>
                                      </a:solidFill>
                                      <a:latin typeface="Cambria Math" panose="02040503050406030204" pitchFamily="18" charset="0"/>
                                      <a:ea typeface="华文中宋" panose="02010600040101010101" pitchFamily="2" charset="-122"/>
                                    </a:rPr>
                                    <m:t>𝝅</m:t>
                                  </m:r>
                                  <m:d>
                                    <m:dPr>
                                      <m:ctrlPr>
                                        <a:rPr lang="en-US" altLang="zh-CN" sz="2400" b="1" i="1">
                                          <a:solidFill>
                                            <a:schemeClr val="tx1"/>
                                          </a:solidFill>
                                          <a:latin typeface="Cambria Math" panose="02040503050406030204" pitchFamily="18" charset="0"/>
                                          <a:ea typeface="华文中宋" panose="02010600040101010101" pitchFamily="2" charset="-122"/>
                                        </a:rPr>
                                      </m:ctrlPr>
                                    </m:dPr>
                                    <m:e>
                                      <m:f>
                                        <m:fPr>
                                          <m:type m:val="skw"/>
                                          <m:ctrlPr>
                                            <a:rPr lang="en-US" altLang="zh-CN" sz="2400" b="1" i="1">
                                              <a:solidFill>
                                                <a:schemeClr val="tx1"/>
                                              </a:solidFill>
                                              <a:latin typeface="Cambria Math" panose="02040503050406030204" pitchFamily="18" charset="0"/>
                                              <a:ea typeface="华文中宋" panose="02010600040101010101" pitchFamily="2" charset="-122"/>
                                            </a:rPr>
                                          </m:ctrlPr>
                                        </m:fPr>
                                        <m:num>
                                          <m:r>
                                            <a:rPr lang="en-US" altLang="zh-CN" sz="2400" b="1" i="1">
                                              <a:solidFill>
                                                <a:schemeClr val="tx1"/>
                                              </a:solidFill>
                                              <a:latin typeface="Cambria Math" panose="02040503050406030204" pitchFamily="18" charset="0"/>
                                              <a:ea typeface="华文中宋" panose="02010600040101010101" pitchFamily="2" charset="-122"/>
                                            </a:rPr>
                                            <m:t>𝒙</m:t>
                                          </m:r>
                                        </m:num>
                                        <m:den>
                                          <m:r>
                                            <a:rPr lang="zh-CN" altLang="en-US" sz="2400" b="1" i="1">
                                              <a:solidFill>
                                                <a:schemeClr val="tx1"/>
                                              </a:solidFill>
                                              <a:latin typeface="Cambria Math" panose="02040503050406030204" pitchFamily="18" charset="0"/>
                                              <a:ea typeface="华文中宋" panose="02010600040101010101" pitchFamily="2" charset="-122"/>
                                            </a:rPr>
                                            <m:t>𝝀</m:t>
                                          </m:r>
                                        </m:den>
                                      </m:f>
                                      <m:r>
                                        <m:rPr>
                                          <m:brk m:alnAt="7"/>
                                        </m:rPr>
                                        <a:rPr lang="en-US" altLang="zh-CN" sz="2400" b="1" i="1">
                                          <a:solidFill>
                                            <a:schemeClr val="tx1"/>
                                          </a:solidFill>
                                          <a:latin typeface="Cambria Math" panose="02040503050406030204" pitchFamily="18" charset="0"/>
                                          <a:ea typeface="华文中宋" panose="02010600040101010101" pitchFamily="2" charset="-122"/>
                                        </a:rPr>
                                        <m:t>+</m:t>
                                      </m:r>
                                      <m:r>
                                        <a:rPr lang="en-US" altLang="zh-CN" sz="2400" b="1" i="1">
                                          <a:solidFill>
                                            <a:schemeClr val="tx1"/>
                                          </a:solidFill>
                                          <a:latin typeface="Cambria Math" panose="02040503050406030204" pitchFamily="18" charset="0"/>
                                          <a:ea typeface="华文中宋" panose="02010600040101010101" pitchFamily="2" charset="-122"/>
                                        </a:rPr>
                                        <m:t>𝒇</m:t>
                                      </m:r>
                                      <m:r>
                                        <a:rPr lang="en-US" altLang="zh-CN" sz="2400" b="1" i="1">
                                          <a:solidFill>
                                            <a:schemeClr val="tx1"/>
                                          </a:solidFill>
                                          <a:latin typeface="Cambria Math" panose="02040503050406030204" pitchFamily="18" charset="0"/>
                                          <a:ea typeface="Cambria Math" panose="02040503050406030204" pitchFamily="18" charset="0"/>
                                        </a:rPr>
                                        <m:t>∙</m:t>
                                      </m:r>
                                      <m:r>
                                        <a:rPr lang="en-US" altLang="zh-CN" sz="2400" b="1" i="1">
                                          <a:solidFill>
                                            <a:schemeClr val="tx1"/>
                                          </a:solidFill>
                                          <a:latin typeface="Cambria Math" panose="02040503050406030204" pitchFamily="18" charset="0"/>
                                          <a:ea typeface="华文中宋" panose="02010600040101010101" pitchFamily="2" charset="-122"/>
                                        </a:rPr>
                                        <m:t>𝒕</m:t>
                                      </m:r>
                                    </m:e>
                                  </m:d>
                                </m:e>
                              </m:d>
                            </m:e>
                          </m:mr>
                          <m:mr>
                            <m:e>
                              <m:sSub>
                                <m:sSubPr>
                                  <m:ctrlPr>
                                    <a:rPr lang="en-US" altLang="zh-CN" sz="2400" b="1" i="1">
                                      <a:solidFill>
                                        <a:schemeClr val="tx1"/>
                                      </a:solidFill>
                                      <a:latin typeface="Cambria Math" panose="02040503050406030204" pitchFamily="18" charset="0"/>
                                      <a:ea typeface="华文中宋" panose="02010600040101010101" pitchFamily="2" charset="-122"/>
                                    </a:rPr>
                                  </m:ctrlPr>
                                </m:sSubPr>
                                <m:e>
                                  <m:r>
                                    <a:rPr lang="en-US" altLang="zh-CN" sz="2400" b="1" i="1">
                                      <a:solidFill>
                                        <a:schemeClr val="tx1"/>
                                      </a:solidFill>
                                      <a:latin typeface="Cambria Math" panose="02040503050406030204" pitchFamily="18" charset="0"/>
                                      <a:ea typeface="华文中宋" panose="02010600040101010101" pitchFamily="2" charset="-122"/>
                                    </a:rPr>
                                    <m:t>𝒚</m:t>
                                  </m:r>
                                </m:e>
                                <m:sub>
                                  <m:r>
                                    <a:rPr lang="en-US" altLang="zh-CN" sz="2400" b="1" i="1" smtClean="0">
                                      <a:solidFill>
                                        <a:schemeClr val="tx1"/>
                                      </a:solidFill>
                                      <a:latin typeface="Cambria Math" panose="02040503050406030204" pitchFamily="18" charset="0"/>
                                      <a:ea typeface="华文中宋" panose="02010600040101010101" pitchFamily="2" charset="-122"/>
                                    </a:rPr>
                                    <m:t>𝟐</m:t>
                                  </m:r>
                                </m:sub>
                              </m:sSub>
                              <m:r>
                                <m:rPr>
                                  <m:brk m:alnAt="7"/>
                                </m:rPr>
                                <a:rPr lang="en-US" altLang="zh-CN" sz="2400" b="1" i="1">
                                  <a:solidFill>
                                    <a:schemeClr val="tx1"/>
                                  </a:solidFill>
                                  <a:latin typeface="Cambria Math" panose="02040503050406030204" pitchFamily="18" charset="0"/>
                                  <a:ea typeface="华文中宋" panose="02010600040101010101" pitchFamily="2" charset="-122"/>
                                </a:rPr>
                                <m:t>=</m:t>
                              </m:r>
                              <m:sSub>
                                <m:sSubPr>
                                  <m:ctrlPr>
                                    <a:rPr lang="en-US" altLang="zh-CN" sz="2400" b="1" i="1">
                                      <a:solidFill>
                                        <a:schemeClr val="tx1"/>
                                      </a:solidFill>
                                      <a:latin typeface="Cambria Math" panose="02040503050406030204" pitchFamily="18" charset="0"/>
                                      <a:ea typeface="华文中宋" panose="02010600040101010101" pitchFamily="2" charset="-122"/>
                                    </a:rPr>
                                  </m:ctrlPr>
                                </m:sSubPr>
                                <m:e>
                                  <m:r>
                                    <a:rPr lang="en-US" altLang="zh-CN" sz="2400" b="1" i="1">
                                      <a:solidFill>
                                        <a:schemeClr val="tx1"/>
                                      </a:solidFill>
                                      <a:latin typeface="Cambria Math" panose="02040503050406030204" pitchFamily="18" charset="0"/>
                                      <a:ea typeface="华文中宋" panose="02010600040101010101" pitchFamily="2" charset="-122"/>
                                    </a:rPr>
                                    <m:t>𝒚</m:t>
                                  </m:r>
                                </m:e>
                                <m:sub>
                                  <m:r>
                                    <a:rPr lang="en-US" altLang="zh-CN" sz="2400" b="1" i="1">
                                      <a:solidFill>
                                        <a:schemeClr val="tx1"/>
                                      </a:solidFill>
                                      <a:latin typeface="Cambria Math" panose="02040503050406030204" pitchFamily="18" charset="0"/>
                                      <a:ea typeface="华文中宋" panose="02010600040101010101" pitchFamily="2" charset="-122"/>
                                    </a:rPr>
                                    <m:t>𝒎</m:t>
                                  </m:r>
                                </m:sub>
                              </m:sSub>
                              <m:r>
                                <m:rPr>
                                  <m:brk m:alnAt="7"/>
                                </m:rPr>
                                <a:rPr lang="en-US" altLang="zh-CN" sz="2400" b="1" i="1">
                                  <a:solidFill>
                                    <a:schemeClr val="tx1"/>
                                  </a:solidFill>
                                  <a:latin typeface="Cambria Math" panose="02040503050406030204" pitchFamily="18" charset="0"/>
                                  <a:ea typeface="华文中宋" panose="02010600040101010101" pitchFamily="2" charset="-122"/>
                                </a:rPr>
                                <m:t>𝒔</m:t>
                              </m:r>
                              <m:r>
                                <a:rPr lang="en-US" altLang="zh-CN" sz="2400" b="1" i="1">
                                  <a:solidFill>
                                    <a:schemeClr val="tx1"/>
                                  </a:solidFill>
                                  <a:latin typeface="Cambria Math" panose="02040503050406030204" pitchFamily="18" charset="0"/>
                                  <a:ea typeface="华文中宋" panose="02010600040101010101" pitchFamily="2" charset="-122"/>
                                </a:rPr>
                                <m:t>𝒊𝒏</m:t>
                              </m:r>
                              <m:d>
                                <m:dPr>
                                  <m:begChr m:val="["/>
                                  <m:endChr m:val="]"/>
                                  <m:ctrlPr>
                                    <a:rPr lang="en-US" altLang="zh-CN" sz="2400" b="1" i="1">
                                      <a:solidFill>
                                        <a:schemeClr val="tx1"/>
                                      </a:solidFill>
                                      <a:latin typeface="Cambria Math" panose="02040503050406030204" pitchFamily="18" charset="0"/>
                                      <a:ea typeface="华文中宋" panose="02010600040101010101" pitchFamily="2" charset="-122"/>
                                    </a:rPr>
                                  </m:ctrlPr>
                                </m:dPr>
                                <m:e>
                                  <m:r>
                                    <m:rPr>
                                      <m:brk m:alnAt="7"/>
                                    </m:rPr>
                                    <a:rPr lang="en-US" altLang="zh-CN" sz="2400" b="1" i="1">
                                      <a:solidFill>
                                        <a:schemeClr val="tx1"/>
                                      </a:solidFill>
                                      <a:latin typeface="Cambria Math" panose="02040503050406030204" pitchFamily="18" charset="0"/>
                                      <a:ea typeface="华文中宋" panose="02010600040101010101" pitchFamily="2" charset="-122"/>
                                    </a:rPr>
                                    <m:t>𝟐</m:t>
                                  </m:r>
                                  <m:r>
                                    <a:rPr lang="zh-CN" altLang="en-US" sz="2400" b="1" i="1">
                                      <a:solidFill>
                                        <a:schemeClr val="tx1"/>
                                      </a:solidFill>
                                      <a:latin typeface="Cambria Math" panose="02040503050406030204" pitchFamily="18" charset="0"/>
                                      <a:ea typeface="华文中宋" panose="02010600040101010101" pitchFamily="2" charset="-122"/>
                                    </a:rPr>
                                    <m:t>𝝅</m:t>
                                  </m:r>
                                  <m:d>
                                    <m:dPr>
                                      <m:ctrlPr>
                                        <a:rPr lang="en-US" altLang="zh-CN" sz="2400" b="1" i="1">
                                          <a:solidFill>
                                            <a:schemeClr val="tx1"/>
                                          </a:solidFill>
                                          <a:latin typeface="Cambria Math" panose="02040503050406030204" pitchFamily="18" charset="0"/>
                                          <a:ea typeface="华文中宋" panose="02010600040101010101" pitchFamily="2" charset="-122"/>
                                        </a:rPr>
                                      </m:ctrlPr>
                                    </m:dPr>
                                    <m:e>
                                      <m:f>
                                        <m:fPr>
                                          <m:type m:val="skw"/>
                                          <m:ctrlPr>
                                            <a:rPr lang="en-US" altLang="zh-CN" sz="2400" b="1" i="1">
                                              <a:solidFill>
                                                <a:schemeClr val="tx1"/>
                                              </a:solidFill>
                                              <a:latin typeface="Cambria Math" panose="02040503050406030204" pitchFamily="18" charset="0"/>
                                              <a:ea typeface="华文中宋" panose="02010600040101010101" pitchFamily="2" charset="-122"/>
                                            </a:rPr>
                                          </m:ctrlPr>
                                        </m:fPr>
                                        <m:num>
                                          <m:r>
                                            <a:rPr lang="en-US" altLang="zh-CN" sz="2400" b="1" i="1">
                                              <a:solidFill>
                                                <a:schemeClr val="tx1"/>
                                              </a:solidFill>
                                              <a:latin typeface="Cambria Math" panose="02040503050406030204" pitchFamily="18" charset="0"/>
                                              <a:ea typeface="华文中宋" panose="02010600040101010101" pitchFamily="2" charset="-122"/>
                                            </a:rPr>
                                            <m:t>𝒙</m:t>
                                          </m:r>
                                        </m:num>
                                        <m:den>
                                          <m:r>
                                            <a:rPr lang="zh-CN" altLang="en-US" sz="2400" b="1" i="1">
                                              <a:solidFill>
                                                <a:schemeClr val="tx1"/>
                                              </a:solidFill>
                                              <a:latin typeface="Cambria Math" panose="02040503050406030204" pitchFamily="18" charset="0"/>
                                              <a:ea typeface="华文中宋" panose="02010600040101010101" pitchFamily="2" charset="-122"/>
                                            </a:rPr>
                                            <m:t>𝝀</m:t>
                                          </m:r>
                                        </m:den>
                                      </m:f>
                                      <m:r>
                                        <a:rPr lang="en-US" altLang="zh-CN" sz="2400" b="1" i="1" smtClean="0">
                                          <a:solidFill>
                                            <a:schemeClr val="tx1"/>
                                          </a:solidFill>
                                          <a:latin typeface="Cambria Math" panose="02040503050406030204" pitchFamily="18" charset="0"/>
                                          <a:ea typeface="华文中宋" panose="02010600040101010101" pitchFamily="2" charset="-122"/>
                                        </a:rPr>
                                        <m:t>−</m:t>
                                      </m:r>
                                      <m:r>
                                        <a:rPr lang="en-US" altLang="zh-CN" sz="2400" b="1" i="1">
                                          <a:solidFill>
                                            <a:schemeClr val="tx1"/>
                                          </a:solidFill>
                                          <a:latin typeface="Cambria Math" panose="02040503050406030204" pitchFamily="18" charset="0"/>
                                          <a:ea typeface="华文中宋" panose="02010600040101010101" pitchFamily="2" charset="-122"/>
                                        </a:rPr>
                                        <m:t>𝒇</m:t>
                                      </m:r>
                                      <m:r>
                                        <a:rPr lang="en-US" altLang="zh-CN" sz="2400" b="1" i="1">
                                          <a:solidFill>
                                            <a:schemeClr val="tx1"/>
                                          </a:solidFill>
                                          <a:latin typeface="Cambria Math" panose="02040503050406030204" pitchFamily="18" charset="0"/>
                                          <a:ea typeface="Cambria Math" panose="02040503050406030204" pitchFamily="18" charset="0"/>
                                        </a:rPr>
                                        <m:t>∙</m:t>
                                      </m:r>
                                      <m:r>
                                        <a:rPr lang="en-US" altLang="zh-CN" sz="2400" b="1" i="1">
                                          <a:solidFill>
                                            <a:schemeClr val="tx1"/>
                                          </a:solidFill>
                                          <a:latin typeface="Cambria Math" panose="02040503050406030204" pitchFamily="18" charset="0"/>
                                          <a:ea typeface="华文中宋" panose="02010600040101010101" pitchFamily="2" charset="-122"/>
                                        </a:rPr>
                                        <m:t>𝒕</m:t>
                                      </m:r>
                                    </m:e>
                                  </m:d>
                                </m:e>
                              </m:d>
                            </m:e>
                          </m:mr>
                        </m:m>
                      </m:e>
                    </m:d>
                  </m:oMath>
                </a14:m>
                <a:r>
                  <a:rPr lang="en-US" altLang="zh-CN" sz="2400" b="1" dirty="0">
                    <a:solidFill>
                      <a:schemeClr val="tx1"/>
                    </a:solidFill>
                    <a:latin typeface="华文中宋" panose="02010600040101010101" pitchFamily="2" charset="-122"/>
                    <a:ea typeface="华文中宋" panose="02010600040101010101" pitchFamily="2" charset="-122"/>
                  </a:rPr>
                  <a:t> </a:t>
                </a:r>
                <a:r>
                  <a:rPr lang="en-US" altLang="zh-CN" sz="2400" b="1" dirty="0">
                    <a:solidFill>
                      <a:srgbClr val="002060"/>
                    </a:solidFill>
                    <a:latin typeface="华文中宋" panose="02010600040101010101" pitchFamily="2" charset="-122"/>
                    <a:ea typeface="华文中宋" panose="02010600040101010101" pitchFamily="2" charset="-122"/>
                  </a:rPr>
                  <a:t>          </a:t>
                </a:r>
                <a:r>
                  <a:rPr lang="en-US" altLang="zh-CN" sz="2400" b="1" dirty="0">
                    <a:latin typeface="Times New Roman" panose="02020603050405020304" pitchFamily="18" charset="0"/>
                    <a:ea typeface="华文中宋" panose="02010600040101010101" pitchFamily="2" charset="-122"/>
                    <a:cs typeface="Times New Roman" panose="02020603050405020304" pitchFamily="18" charset="0"/>
                  </a:rPr>
                  <a:t>(6)</a:t>
                </a:r>
                <a:endParaRPr lang="en-US" altLang="zh-CN" sz="2400" b="1" dirty="0">
                  <a:solidFill>
                    <a:srgbClr val="002060"/>
                  </a:solidFill>
                  <a:latin typeface="华文中宋" panose="02010600040101010101" pitchFamily="2" charset="-122"/>
                  <a:ea typeface="华文中宋" panose="02010600040101010101" pitchFamily="2" charset="-122"/>
                </a:endParaRPr>
              </a:p>
              <a:p>
                <a:pPr algn="just">
                  <a:spcAft>
                    <a:spcPts val="600"/>
                  </a:spcAft>
                </a:pPr>
                <a:r>
                  <a:rPr lang="zh-CN" altLang="en-US" sz="2400" b="1" dirty="0">
                    <a:solidFill>
                      <a:srgbClr val="002060"/>
                    </a:solidFill>
                    <a:latin typeface="华文中宋" panose="02010600040101010101" pitchFamily="2" charset="-122"/>
                    <a:ea typeface="华文中宋" panose="02010600040101010101" pitchFamily="2" charset="-122"/>
                  </a:rPr>
                  <a:t>两列波叠加后：</a:t>
                </a:r>
                <a:endParaRPr lang="en-US" altLang="zh-CN" sz="2400" b="1" dirty="0">
                  <a:solidFill>
                    <a:srgbClr val="002060"/>
                  </a:solidFill>
                  <a:latin typeface="华文中宋" panose="02010600040101010101" pitchFamily="2" charset="-122"/>
                  <a:ea typeface="华文中宋" panose="02010600040101010101" pitchFamily="2" charset="-122"/>
                </a:endParaRPr>
              </a:p>
              <a:p>
                <a:pPr indent="457200" algn="just">
                  <a:spcAft>
                    <a:spcPts val="600"/>
                  </a:spcAft>
                </a:pPr>
                <a:r>
                  <a:rPr lang="en-US" altLang="zh-CN" sz="2400" b="1" dirty="0">
                    <a:solidFill>
                      <a:schemeClr val="tx1"/>
                    </a:solidFill>
                    <a:ea typeface="华文中宋" panose="02010600040101010101" pitchFamily="2" charset="-122"/>
                  </a:rPr>
                  <a:t>        </a:t>
                </a:r>
                <a14:m>
                  <m:oMath xmlns:m="http://schemas.openxmlformats.org/officeDocument/2006/math">
                    <m:r>
                      <a:rPr lang="en-US" altLang="zh-CN" sz="2400" b="1" i="1" smtClean="0">
                        <a:solidFill>
                          <a:schemeClr val="tx1"/>
                        </a:solidFill>
                        <a:latin typeface="Cambria Math" panose="02040503050406030204" pitchFamily="18" charset="0"/>
                        <a:ea typeface="华文中宋" panose="02010600040101010101" pitchFamily="2" charset="-122"/>
                      </a:rPr>
                      <m:t>𝒚</m:t>
                    </m:r>
                    <m:r>
                      <a:rPr lang="en-US" altLang="zh-CN" sz="2400" b="1" i="1" smtClean="0">
                        <a:solidFill>
                          <a:schemeClr val="tx1"/>
                        </a:solidFill>
                        <a:latin typeface="Cambria Math" panose="02040503050406030204" pitchFamily="18" charset="0"/>
                        <a:ea typeface="华文中宋" panose="02010600040101010101" pitchFamily="2" charset="-122"/>
                      </a:rPr>
                      <m:t>=</m:t>
                    </m:r>
                    <m:sSub>
                      <m:sSubPr>
                        <m:ctrlPr>
                          <a:rPr lang="en-US" altLang="zh-CN" sz="2400" b="1" i="1" smtClean="0">
                            <a:solidFill>
                              <a:schemeClr val="tx1"/>
                            </a:solidFill>
                            <a:latin typeface="Cambria Math" panose="02040503050406030204" pitchFamily="18" charset="0"/>
                            <a:ea typeface="华文中宋" panose="02010600040101010101" pitchFamily="2" charset="-122"/>
                          </a:rPr>
                        </m:ctrlPr>
                      </m:sSubPr>
                      <m:e>
                        <m:r>
                          <a:rPr lang="en-US" altLang="zh-CN" sz="2400" b="1" i="1" smtClean="0">
                            <a:solidFill>
                              <a:schemeClr val="tx1"/>
                            </a:solidFill>
                            <a:latin typeface="Cambria Math" panose="02040503050406030204" pitchFamily="18" charset="0"/>
                            <a:ea typeface="华文中宋" panose="02010600040101010101" pitchFamily="2" charset="-122"/>
                          </a:rPr>
                          <m:t>𝒚</m:t>
                        </m:r>
                      </m:e>
                      <m:sub>
                        <m:r>
                          <a:rPr lang="en-US" altLang="zh-CN" sz="2400" b="1" i="1" smtClean="0">
                            <a:solidFill>
                              <a:schemeClr val="tx1"/>
                            </a:solidFill>
                            <a:latin typeface="Cambria Math" panose="02040503050406030204" pitchFamily="18" charset="0"/>
                            <a:ea typeface="华文中宋" panose="02010600040101010101" pitchFamily="2" charset="-122"/>
                          </a:rPr>
                          <m:t>𝟏</m:t>
                        </m:r>
                      </m:sub>
                    </m:sSub>
                    <m:r>
                      <a:rPr lang="en-US" altLang="zh-CN" sz="2400" b="1" i="1" smtClean="0">
                        <a:solidFill>
                          <a:schemeClr val="tx1"/>
                        </a:solidFill>
                        <a:latin typeface="Cambria Math" panose="02040503050406030204" pitchFamily="18" charset="0"/>
                        <a:ea typeface="华文中宋" panose="02010600040101010101" pitchFamily="2" charset="-122"/>
                      </a:rPr>
                      <m:t>+</m:t>
                    </m:r>
                    <m:sSub>
                      <m:sSubPr>
                        <m:ctrlPr>
                          <a:rPr lang="en-US" altLang="zh-CN" sz="2400" b="1" i="1" smtClean="0">
                            <a:solidFill>
                              <a:schemeClr val="tx1"/>
                            </a:solidFill>
                            <a:latin typeface="Cambria Math" panose="02040503050406030204" pitchFamily="18" charset="0"/>
                            <a:ea typeface="华文中宋" panose="02010600040101010101" pitchFamily="2" charset="-122"/>
                          </a:rPr>
                        </m:ctrlPr>
                      </m:sSubPr>
                      <m:e>
                        <m:r>
                          <a:rPr lang="en-US" altLang="zh-CN" sz="2400" b="1" i="1" smtClean="0">
                            <a:solidFill>
                              <a:schemeClr val="tx1"/>
                            </a:solidFill>
                            <a:latin typeface="Cambria Math" panose="02040503050406030204" pitchFamily="18" charset="0"/>
                            <a:ea typeface="华文中宋" panose="02010600040101010101" pitchFamily="2" charset="-122"/>
                          </a:rPr>
                          <m:t>𝒚</m:t>
                        </m:r>
                      </m:e>
                      <m:sub>
                        <m:r>
                          <a:rPr lang="en-US" altLang="zh-CN" sz="2400" b="1" i="1" smtClean="0">
                            <a:solidFill>
                              <a:schemeClr val="tx1"/>
                            </a:solidFill>
                            <a:latin typeface="Cambria Math" panose="02040503050406030204" pitchFamily="18" charset="0"/>
                            <a:ea typeface="华文中宋" panose="02010600040101010101" pitchFamily="2" charset="-122"/>
                          </a:rPr>
                          <m:t>𝟐</m:t>
                        </m:r>
                      </m:sub>
                    </m:sSub>
                  </m:oMath>
                </a14:m>
                <a:endParaRPr lang="en-US" altLang="zh-CN" sz="2400" b="1" i="1" dirty="0">
                  <a:solidFill>
                    <a:schemeClr val="tx1"/>
                  </a:solidFill>
                  <a:latin typeface="Cambria Math" panose="02040503050406030204" pitchFamily="18" charset="0"/>
                  <a:ea typeface="华文中宋" panose="02010600040101010101" pitchFamily="2" charset="-122"/>
                </a:endParaRPr>
              </a:p>
              <a:p>
                <a:pPr indent="457200">
                  <a:spcAft>
                    <a:spcPts val="600"/>
                  </a:spcAft>
                </a:pPr>
                <a:r>
                  <a:rPr lang="en-US" altLang="zh-CN" sz="2400" b="1" dirty="0">
                    <a:solidFill>
                      <a:schemeClr val="tx1"/>
                    </a:solidFill>
                    <a:ea typeface="华文中宋" panose="02010600040101010101" pitchFamily="2" charset="-122"/>
                  </a:rPr>
                  <a:t>           </a:t>
                </a:r>
                <a14:m>
                  <m:oMath xmlns:m="http://schemas.openxmlformats.org/officeDocument/2006/math">
                    <m:r>
                      <a:rPr lang="en-US" altLang="zh-CN" sz="2400" b="1" i="1" smtClean="0">
                        <a:solidFill>
                          <a:schemeClr val="tx1"/>
                        </a:solidFill>
                        <a:latin typeface="Cambria Math" panose="02040503050406030204" pitchFamily="18" charset="0"/>
                        <a:ea typeface="华文中宋" panose="02010600040101010101" pitchFamily="2" charset="-122"/>
                      </a:rPr>
                      <m:t>=</m:t>
                    </m:r>
                    <m:r>
                      <a:rPr lang="en-US" altLang="zh-CN" sz="2400" b="1" i="1" smtClean="0">
                        <a:solidFill>
                          <a:schemeClr val="tx1"/>
                        </a:solidFill>
                        <a:latin typeface="Cambria Math" panose="02040503050406030204" pitchFamily="18" charset="0"/>
                        <a:ea typeface="华文中宋" panose="02010600040101010101" pitchFamily="2" charset="-122"/>
                      </a:rPr>
                      <m:t>𝟐</m:t>
                    </m:r>
                    <m:sSub>
                      <m:sSubPr>
                        <m:ctrlPr>
                          <a:rPr lang="en-US" altLang="zh-CN" sz="2400" b="1" i="1">
                            <a:solidFill>
                              <a:schemeClr val="tx1"/>
                            </a:solidFill>
                            <a:latin typeface="Cambria Math" panose="02040503050406030204" pitchFamily="18" charset="0"/>
                            <a:ea typeface="华文中宋" panose="02010600040101010101" pitchFamily="2" charset="-122"/>
                          </a:rPr>
                        </m:ctrlPr>
                      </m:sSubPr>
                      <m:e>
                        <m:r>
                          <a:rPr lang="en-US" altLang="zh-CN" sz="2400" b="1" i="1">
                            <a:solidFill>
                              <a:schemeClr val="tx1"/>
                            </a:solidFill>
                            <a:latin typeface="Cambria Math" panose="02040503050406030204" pitchFamily="18" charset="0"/>
                            <a:ea typeface="华文中宋" panose="02010600040101010101" pitchFamily="2" charset="-122"/>
                          </a:rPr>
                          <m:t>𝒚</m:t>
                        </m:r>
                      </m:e>
                      <m:sub>
                        <m:r>
                          <a:rPr lang="en-US" altLang="zh-CN" sz="2400" b="1" i="1">
                            <a:solidFill>
                              <a:schemeClr val="tx1"/>
                            </a:solidFill>
                            <a:latin typeface="Cambria Math" panose="02040503050406030204" pitchFamily="18" charset="0"/>
                            <a:ea typeface="华文中宋" panose="02010600040101010101" pitchFamily="2" charset="-122"/>
                          </a:rPr>
                          <m:t>𝒎</m:t>
                        </m:r>
                      </m:sub>
                    </m:sSub>
                    <m:r>
                      <a:rPr lang="en-US" altLang="zh-CN" sz="2400" b="1" i="1" smtClean="0">
                        <a:solidFill>
                          <a:schemeClr val="tx1"/>
                        </a:solidFill>
                        <a:latin typeface="Cambria Math" panose="02040503050406030204" pitchFamily="18" charset="0"/>
                        <a:ea typeface="华文中宋" panose="02010600040101010101" pitchFamily="2" charset="-122"/>
                      </a:rPr>
                      <m:t>𝒔𝒊𝒏</m:t>
                    </m:r>
                    <m:d>
                      <m:dPr>
                        <m:begChr m:val="["/>
                        <m:endChr m:val="]"/>
                        <m:ctrlPr>
                          <a:rPr lang="en-US" altLang="zh-CN" sz="2400" b="1" i="1">
                            <a:solidFill>
                              <a:schemeClr val="tx1"/>
                            </a:solidFill>
                            <a:latin typeface="Cambria Math" panose="02040503050406030204" pitchFamily="18" charset="0"/>
                            <a:ea typeface="华文中宋" panose="02010600040101010101" pitchFamily="2" charset="-122"/>
                          </a:rPr>
                        </m:ctrlPr>
                      </m:dPr>
                      <m:e>
                        <m:r>
                          <m:rPr>
                            <m:brk m:alnAt="7"/>
                          </m:rPr>
                          <a:rPr lang="en-US" altLang="zh-CN" sz="2400" b="1" i="1">
                            <a:solidFill>
                              <a:schemeClr val="tx1"/>
                            </a:solidFill>
                            <a:latin typeface="Cambria Math" panose="02040503050406030204" pitchFamily="18" charset="0"/>
                            <a:ea typeface="华文中宋" panose="02010600040101010101" pitchFamily="2" charset="-122"/>
                          </a:rPr>
                          <m:t>𝟐</m:t>
                        </m:r>
                        <m:r>
                          <a:rPr lang="zh-CN" altLang="en-US" sz="2400" b="1" i="1">
                            <a:solidFill>
                              <a:schemeClr val="tx1"/>
                            </a:solidFill>
                            <a:latin typeface="Cambria Math" panose="02040503050406030204" pitchFamily="18" charset="0"/>
                            <a:ea typeface="华文中宋" panose="02010600040101010101" pitchFamily="2" charset="-122"/>
                          </a:rPr>
                          <m:t>𝝅</m:t>
                        </m:r>
                        <m:d>
                          <m:dPr>
                            <m:ctrlPr>
                              <a:rPr lang="en-US" altLang="zh-CN" sz="2400" b="1" i="1">
                                <a:solidFill>
                                  <a:schemeClr val="tx1"/>
                                </a:solidFill>
                                <a:latin typeface="Cambria Math" panose="02040503050406030204" pitchFamily="18" charset="0"/>
                                <a:ea typeface="华文中宋" panose="02010600040101010101" pitchFamily="2" charset="-122"/>
                              </a:rPr>
                            </m:ctrlPr>
                          </m:dPr>
                          <m:e>
                            <m:f>
                              <m:fPr>
                                <m:type m:val="skw"/>
                                <m:ctrlPr>
                                  <a:rPr lang="en-US" altLang="zh-CN" sz="2400" b="1" i="1">
                                    <a:solidFill>
                                      <a:schemeClr val="tx1"/>
                                    </a:solidFill>
                                    <a:latin typeface="Cambria Math" panose="02040503050406030204" pitchFamily="18" charset="0"/>
                                    <a:ea typeface="华文中宋" panose="02010600040101010101" pitchFamily="2" charset="-122"/>
                                  </a:rPr>
                                </m:ctrlPr>
                              </m:fPr>
                              <m:num>
                                <m:r>
                                  <a:rPr lang="en-US" altLang="zh-CN" sz="2400" b="1" i="1">
                                    <a:solidFill>
                                      <a:schemeClr val="tx1"/>
                                    </a:solidFill>
                                    <a:latin typeface="Cambria Math" panose="02040503050406030204" pitchFamily="18" charset="0"/>
                                    <a:ea typeface="华文中宋" panose="02010600040101010101" pitchFamily="2" charset="-122"/>
                                  </a:rPr>
                                  <m:t>𝒙</m:t>
                                </m:r>
                              </m:num>
                              <m:den>
                                <m:r>
                                  <a:rPr lang="zh-CN" altLang="en-US" sz="2400" b="1" i="1">
                                    <a:solidFill>
                                      <a:schemeClr val="tx1"/>
                                    </a:solidFill>
                                    <a:latin typeface="Cambria Math" panose="02040503050406030204" pitchFamily="18" charset="0"/>
                                    <a:ea typeface="华文中宋" panose="02010600040101010101" pitchFamily="2" charset="-122"/>
                                  </a:rPr>
                                  <m:t>𝝀</m:t>
                                </m:r>
                              </m:den>
                            </m:f>
                          </m:e>
                        </m:d>
                      </m:e>
                    </m:d>
                    <m:r>
                      <a:rPr lang="en-US" altLang="zh-CN" sz="2400" b="1" i="1" smtClean="0">
                        <a:solidFill>
                          <a:schemeClr val="tx1"/>
                        </a:solidFill>
                        <a:latin typeface="Cambria Math" panose="02040503050406030204" pitchFamily="18" charset="0"/>
                        <a:ea typeface="华文中宋" panose="02010600040101010101" pitchFamily="2" charset="-122"/>
                      </a:rPr>
                      <m:t>𝒄𝒐𝒔</m:t>
                    </m:r>
                    <m:d>
                      <m:dPr>
                        <m:begChr m:val="["/>
                        <m:endChr m:val="]"/>
                        <m:ctrlPr>
                          <a:rPr lang="en-US" altLang="zh-CN" sz="2400" b="1" i="1">
                            <a:solidFill>
                              <a:schemeClr val="tx1"/>
                            </a:solidFill>
                            <a:latin typeface="Cambria Math" panose="02040503050406030204" pitchFamily="18" charset="0"/>
                            <a:ea typeface="华文中宋" panose="02010600040101010101" pitchFamily="2" charset="-122"/>
                          </a:rPr>
                        </m:ctrlPr>
                      </m:dPr>
                      <m:e>
                        <m:r>
                          <m:rPr>
                            <m:brk m:alnAt="7"/>
                          </m:rPr>
                          <a:rPr lang="en-US" altLang="zh-CN" sz="2400" b="1" i="1">
                            <a:solidFill>
                              <a:schemeClr val="tx1"/>
                            </a:solidFill>
                            <a:latin typeface="Cambria Math" panose="02040503050406030204" pitchFamily="18" charset="0"/>
                            <a:ea typeface="华文中宋" panose="02010600040101010101" pitchFamily="2" charset="-122"/>
                          </a:rPr>
                          <m:t>𝟐</m:t>
                        </m:r>
                        <m:r>
                          <a:rPr lang="zh-CN" altLang="en-US" sz="2400" b="1" i="1">
                            <a:solidFill>
                              <a:schemeClr val="tx1"/>
                            </a:solidFill>
                            <a:latin typeface="Cambria Math" panose="02040503050406030204" pitchFamily="18" charset="0"/>
                            <a:ea typeface="华文中宋" panose="02010600040101010101" pitchFamily="2" charset="-122"/>
                          </a:rPr>
                          <m:t>𝝅</m:t>
                        </m:r>
                        <m:d>
                          <m:dPr>
                            <m:ctrlPr>
                              <a:rPr lang="en-US" altLang="zh-CN" sz="2400" b="1" i="1">
                                <a:solidFill>
                                  <a:schemeClr val="tx1"/>
                                </a:solidFill>
                                <a:latin typeface="Cambria Math" panose="02040503050406030204" pitchFamily="18" charset="0"/>
                                <a:ea typeface="华文中宋" panose="02010600040101010101" pitchFamily="2" charset="-122"/>
                              </a:rPr>
                            </m:ctrlPr>
                          </m:dPr>
                          <m:e>
                            <m:r>
                              <a:rPr lang="en-US" altLang="zh-CN" sz="2400" b="1" i="1">
                                <a:solidFill>
                                  <a:schemeClr val="tx1"/>
                                </a:solidFill>
                                <a:latin typeface="Cambria Math" panose="02040503050406030204" pitchFamily="18" charset="0"/>
                                <a:ea typeface="华文中宋" panose="02010600040101010101" pitchFamily="2" charset="-122"/>
                              </a:rPr>
                              <m:t>𝒇</m:t>
                            </m:r>
                            <m:r>
                              <a:rPr lang="en-US" altLang="zh-CN" sz="2400" b="1" i="1">
                                <a:solidFill>
                                  <a:schemeClr val="tx1"/>
                                </a:solidFill>
                                <a:latin typeface="Cambria Math" panose="02040503050406030204" pitchFamily="18" charset="0"/>
                                <a:ea typeface="Cambria Math" panose="02040503050406030204" pitchFamily="18" charset="0"/>
                              </a:rPr>
                              <m:t>∙</m:t>
                            </m:r>
                            <m:r>
                              <a:rPr lang="en-US" altLang="zh-CN" sz="2400" b="1" i="1">
                                <a:solidFill>
                                  <a:schemeClr val="tx1"/>
                                </a:solidFill>
                                <a:latin typeface="Cambria Math" panose="02040503050406030204" pitchFamily="18" charset="0"/>
                                <a:ea typeface="华文中宋" panose="02010600040101010101" pitchFamily="2" charset="-122"/>
                              </a:rPr>
                              <m:t>𝒕</m:t>
                            </m:r>
                          </m:e>
                        </m:d>
                      </m:e>
                    </m:d>
                  </m:oMath>
                </a14:m>
                <a:r>
                  <a:rPr lang="zh-CN" altLang="en-US" sz="2400" b="1" dirty="0">
                    <a:solidFill>
                      <a:srgbClr val="002060"/>
                    </a:solidFill>
                    <a:latin typeface="华文中宋" panose="02010600040101010101" pitchFamily="2" charset="-122"/>
                    <a:ea typeface="华文中宋" panose="02010600040101010101" pitchFamily="2" charset="-122"/>
                  </a:rPr>
                  <a:t>        </a:t>
                </a:r>
                <a:r>
                  <a:rPr lang="en-US" altLang="zh-CN" sz="2400" b="1" dirty="0">
                    <a:latin typeface="Times New Roman" panose="02020603050405020304" pitchFamily="18" charset="0"/>
                    <a:ea typeface="华文中宋" panose="02010600040101010101" pitchFamily="2" charset="-122"/>
                    <a:cs typeface="Times New Roman" panose="02020603050405020304" pitchFamily="18" charset="0"/>
                  </a:rPr>
                  <a:t>(7)</a:t>
                </a:r>
                <a:endParaRPr lang="en-US" altLang="zh-CN" sz="2400" b="1" dirty="0">
                  <a:solidFill>
                    <a:srgbClr val="002060"/>
                  </a:solidFill>
                  <a:latin typeface="华文中宋" panose="02010600040101010101" pitchFamily="2" charset="-122"/>
                  <a:ea typeface="华文中宋" panose="02010600040101010101" pitchFamily="2" charset="-122"/>
                </a:endParaRPr>
              </a:p>
              <a:p>
                <a:pPr indent="457200" algn="just">
                  <a:spcAft>
                    <a:spcPts val="600"/>
                  </a:spcAft>
                </a:pPr>
                <a:r>
                  <a:rPr lang="zh-CN" altLang="en-US" sz="2400" b="1" dirty="0">
                    <a:solidFill>
                      <a:srgbClr val="002060"/>
                    </a:solidFill>
                    <a:latin typeface="华文中宋" panose="02010600040101010101" pitchFamily="2" charset="-122"/>
                    <a:ea typeface="华文中宋" panose="02010600040101010101" pitchFamily="2" charset="-122"/>
                  </a:rPr>
                  <a:t>由式</a:t>
                </a:r>
                <a:r>
                  <a:rPr lang="en-US" altLang="zh-CN" sz="2400" b="1" dirty="0">
                    <a:solidFill>
                      <a:srgbClr val="002060"/>
                    </a:solidFill>
                    <a:latin typeface="Times New Roman" panose="02020603050405020304" pitchFamily="18" charset="0"/>
                    <a:ea typeface="华文中宋" panose="02010600040101010101" pitchFamily="2" charset="-122"/>
                    <a:cs typeface="Times New Roman" panose="02020603050405020304" pitchFamily="18" charset="0"/>
                  </a:rPr>
                  <a:t>(7)</a:t>
                </a:r>
                <a:r>
                  <a:rPr lang="zh-CN" altLang="en-US" sz="2400" b="1" dirty="0">
                    <a:solidFill>
                      <a:srgbClr val="002060"/>
                    </a:solidFill>
                    <a:latin typeface="华文中宋" panose="02010600040101010101" pitchFamily="2" charset="-122"/>
                    <a:ea typeface="华文中宋" panose="02010600040101010101" pitchFamily="2" charset="-122"/>
                  </a:rPr>
                  <a:t>可知，叠加波在</a:t>
                </a:r>
                <a14:m>
                  <m:oMath xmlns:m="http://schemas.openxmlformats.org/officeDocument/2006/math">
                    <m:sSub>
                      <m:sSubPr>
                        <m:ctrlPr>
                          <a:rPr lang="en-US" altLang="zh-CN" sz="2400" b="1" i="1" smtClean="0">
                            <a:solidFill>
                              <a:srgbClr val="002060"/>
                            </a:solidFill>
                            <a:latin typeface="Cambria Math" panose="02040503050406030204" pitchFamily="18" charset="0"/>
                            <a:ea typeface="华文中宋" panose="02010600040101010101" pitchFamily="2" charset="-122"/>
                          </a:rPr>
                        </m:ctrlPr>
                      </m:sSubPr>
                      <m:e>
                        <m:r>
                          <a:rPr lang="en-US" altLang="zh-CN" sz="2400" b="1" i="1" smtClean="0">
                            <a:solidFill>
                              <a:srgbClr val="002060"/>
                            </a:solidFill>
                            <a:latin typeface="Cambria Math" panose="02040503050406030204" pitchFamily="18" charset="0"/>
                            <a:ea typeface="华文中宋" panose="02010600040101010101" pitchFamily="2" charset="-122"/>
                          </a:rPr>
                          <m:t>𝒕</m:t>
                        </m:r>
                      </m:e>
                      <m:sub>
                        <m:r>
                          <a:rPr lang="en-US" altLang="zh-CN" sz="2400" b="1" i="1" smtClean="0">
                            <a:solidFill>
                              <a:srgbClr val="002060"/>
                            </a:solidFill>
                            <a:latin typeface="Cambria Math" panose="02040503050406030204" pitchFamily="18" charset="0"/>
                            <a:ea typeface="华文中宋" panose="02010600040101010101" pitchFamily="2" charset="-122"/>
                          </a:rPr>
                          <m:t>𝟎</m:t>
                        </m:r>
                      </m:sub>
                    </m:sSub>
                  </m:oMath>
                </a14:m>
                <a:r>
                  <a:rPr lang="zh-CN" altLang="en-US" sz="2400" b="1" dirty="0">
                    <a:solidFill>
                      <a:srgbClr val="002060"/>
                    </a:solidFill>
                    <a:latin typeface="华文中宋" panose="02010600040101010101" pitchFamily="2" charset="-122"/>
                    <a:ea typeface="华文中宋" panose="02010600040101010101" pitchFamily="2" charset="-122"/>
                  </a:rPr>
                  <a:t>时刻的形状是振幅为</a:t>
                </a:r>
                <a14:m>
                  <m:oMath xmlns:m="http://schemas.openxmlformats.org/officeDocument/2006/math">
                    <m:r>
                      <a:rPr lang="en-US" altLang="zh-CN" sz="2400" b="1" i="1">
                        <a:solidFill>
                          <a:srgbClr val="002060"/>
                        </a:solidFill>
                        <a:latin typeface="Cambria Math" panose="02040503050406030204" pitchFamily="18" charset="0"/>
                        <a:ea typeface="华文中宋" panose="02010600040101010101" pitchFamily="2" charset="-122"/>
                      </a:rPr>
                      <m:t>𝟐</m:t>
                    </m:r>
                    <m:sSub>
                      <m:sSubPr>
                        <m:ctrlPr>
                          <a:rPr lang="en-US" altLang="zh-CN" sz="2400" b="1" i="1">
                            <a:solidFill>
                              <a:srgbClr val="002060"/>
                            </a:solidFill>
                            <a:latin typeface="Cambria Math" panose="02040503050406030204" pitchFamily="18" charset="0"/>
                            <a:ea typeface="华文中宋" panose="02010600040101010101" pitchFamily="2" charset="-122"/>
                          </a:rPr>
                        </m:ctrlPr>
                      </m:sSubPr>
                      <m:e>
                        <m:r>
                          <a:rPr lang="en-US" altLang="zh-CN" sz="2400" b="1" i="1">
                            <a:solidFill>
                              <a:srgbClr val="002060"/>
                            </a:solidFill>
                            <a:latin typeface="Cambria Math" panose="02040503050406030204" pitchFamily="18" charset="0"/>
                            <a:ea typeface="华文中宋" panose="02010600040101010101" pitchFamily="2" charset="-122"/>
                          </a:rPr>
                          <m:t>𝒚</m:t>
                        </m:r>
                      </m:e>
                      <m:sub>
                        <m:r>
                          <a:rPr lang="en-US" altLang="zh-CN" sz="2400" b="1" i="1">
                            <a:solidFill>
                              <a:srgbClr val="002060"/>
                            </a:solidFill>
                            <a:latin typeface="Cambria Math" panose="02040503050406030204" pitchFamily="18" charset="0"/>
                            <a:ea typeface="华文中宋" panose="02010600040101010101" pitchFamily="2" charset="-122"/>
                          </a:rPr>
                          <m:t>𝒎</m:t>
                        </m:r>
                      </m:sub>
                    </m:sSub>
                    <m:r>
                      <a:rPr lang="en-US" altLang="zh-CN" sz="2400" b="1" i="1">
                        <a:solidFill>
                          <a:srgbClr val="002060"/>
                        </a:solidFill>
                        <a:latin typeface="Cambria Math" panose="02040503050406030204" pitchFamily="18" charset="0"/>
                        <a:ea typeface="华文中宋" panose="02010600040101010101" pitchFamily="2" charset="-122"/>
                      </a:rPr>
                      <m:t>𝒄𝒐𝒔</m:t>
                    </m:r>
                    <m:d>
                      <m:dPr>
                        <m:begChr m:val="["/>
                        <m:endChr m:val="]"/>
                        <m:ctrlPr>
                          <a:rPr lang="en-US" altLang="zh-CN" sz="2400" b="1" i="1">
                            <a:solidFill>
                              <a:srgbClr val="002060"/>
                            </a:solidFill>
                            <a:latin typeface="Cambria Math" panose="02040503050406030204" pitchFamily="18" charset="0"/>
                            <a:ea typeface="华文中宋" panose="02010600040101010101" pitchFamily="2" charset="-122"/>
                          </a:rPr>
                        </m:ctrlPr>
                      </m:dPr>
                      <m:e>
                        <m:r>
                          <m:rPr>
                            <m:brk m:alnAt="7"/>
                          </m:rPr>
                          <a:rPr lang="en-US" altLang="zh-CN" sz="2400" b="1" i="1">
                            <a:solidFill>
                              <a:srgbClr val="002060"/>
                            </a:solidFill>
                            <a:latin typeface="Cambria Math" panose="02040503050406030204" pitchFamily="18" charset="0"/>
                            <a:ea typeface="华文中宋" panose="02010600040101010101" pitchFamily="2" charset="-122"/>
                          </a:rPr>
                          <m:t>𝟐</m:t>
                        </m:r>
                        <m:r>
                          <a:rPr lang="zh-CN" altLang="en-US" sz="2400" b="1" i="1">
                            <a:solidFill>
                              <a:srgbClr val="002060"/>
                            </a:solidFill>
                            <a:latin typeface="Cambria Math" panose="02040503050406030204" pitchFamily="18" charset="0"/>
                            <a:ea typeface="华文中宋" panose="02010600040101010101" pitchFamily="2" charset="-122"/>
                          </a:rPr>
                          <m:t>𝝅</m:t>
                        </m:r>
                        <m:d>
                          <m:dPr>
                            <m:ctrlPr>
                              <a:rPr lang="en-US" altLang="zh-CN" sz="2400" b="1" i="1">
                                <a:solidFill>
                                  <a:srgbClr val="002060"/>
                                </a:solidFill>
                                <a:latin typeface="Cambria Math" panose="02040503050406030204" pitchFamily="18" charset="0"/>
                                <a:ea typeface="华文中宋" panose="02010600040101010101" pitchFamily="2" charset="-122"/>
                              </a:rPr>
                            </m:ctrlPr>
                          </m:dPr>
                          <m:e>
                            <m:r>
                              <a:rPr lang="en-US" altLang="zh-CN" sz="2400" b="1" i="1">
                                <a:solidFill>
                                  <a:srgbClr val="002060"/>
                                </a:solidFill>
                                <a:latin typeface="Cambria Math" panose="02040503050406030204" pitchFamily="18" charset="0"/>
                                <a:ea typeface="华文中宋" panose="02010600040101010101" pitchFamily="2" charset="-122"/>
                              </a:rPr>
                              <m:t>𝒇</m:t>
                            </m:r>
                            <m:r>
                              <a:rPr lang="en-US" altLang="zh-CN" sz="2400" b="1" i="1">
                                <a:solidFill>
                                  <a:srgbClr val="002060"/>
                                </a:solidFill>
                                <a:latin typeface="Cambria Math" panose="02040503050406030204" pitchFamily="18" charset="0"/>
                                <a:ea typeface="Cambria Math" panose="02040503050406030204" pitchFamily="18" charset="0"/>
                              </a:rPr>
                              <m:t>∙</m:t>
                            </m:r>
                            <m:sSub>
                              <m:sSubPr>
                                <m:ctrlPr>
                                  <a:rPr lang="en-US" altLang="zh-CN" sz="2400" b="1" i="1">
                                    <a:solidFill>
                                      <a:srgbClr val="002060"/>
                                    </a:solidFill>
                                    <a:latin typeface="Cambria Math" panose="02040503050406030204" pitchFamily="18" charset="0"/>
                                    <a:ea typeface="华文中宋" panose="02010600040101010101" pitchFamily="2" charset="-122"/>
                                  </a:rPr>
                                </m:ctrlPr>
                              </m:sSubPr>
                              <m:e>
                                <m:r>
                                  <a:rPr lang="en-US" altLang="zh-CN" sz="2400" b="1" i="1">
                                    <a:solidFill>
                                      <a:srgbClr val="002060"/>
                                    </a:solidFill>
                                    <a:latin typeface="Cambria Math" panose="02040503050406030204" pitchFamily="18" charset="0"/>
                                    <a:ea typeface="华文中宋" panose="02010600040101010101" pitchFamily="2" charset="-122"/>
                                  </a:rPr>
                                  <m:t>𝒕</m:t>
                                </m:r>
                              </m:e>
                              <m:sub>
                                <m:r>
                                  <a:rPr lang="en-US" altLang="zh-CN" sz="2400" b="1" i="1">
                                    <a:solidFill>
                                      <a:srgbClr val="002060"/>
                                    </a:solidFill>
                                    <a:latin typeface="Cambria Math" panose="02040503050406030204" pitchFamily="18" charset="0"/>
                                    <a:ea typeface="华文中宋" panose="02010600040101010101" pitchFamily="2" charset="-122"/>
                                  </a:rPr>
                                  <m:t>𝟎</m:t>
                                </m:r>
                              </m:sub>
                            </m:sSub>
                          </m:e>
                        </m:d>
                      </m:e>
                    </m:d>
                  </m:oMath>
                </a14:m>
                <a:r>
                  <a:rPr lang="zh-CN" altLang="en-US" sz="2400" b="1" dirty="0">
                    <a:solidFill>
                      <a:srgbClr val="002060"/>
                    </a:solidFill>
                    <a:latin typeface="华文中宋" panose="02010600040101010101" pitchFamily="2" charset="-122"/>
                    <a:ea typeface="华文中宋" panose="02010600040101010101" pitchFamily="2" charset="-122"/>
                  </a:rPr>
                  <a:t>，相位为</a:t>
                </a:r>
                <a14:m>
                  <m:oMath xmlns:m="http://schemas.openxmlformats.org/officeDocument/2006/math">
                    <m:r>
                      <m:rPr>
                        <m:brk m:alnAt="7"/>
                      </m:rPr>
                      <a:rPr lang="en-US" altLang="zh-CN" sz="2400" b="1" i="1">
                        <a:solidFill>
                          <a:srgbClr val="002060"/>
                        </a:solidFill>
                        <a:latin typeface="Cambria Math" panose="02040503050406030204" pitchFamily="18" charset="0"/>
                        <a:ea typeface="华文中宋" panose="02010600040101010101" pitchFamily="2" charset="-122"/>
                      </a:rPr>
                      <m:t>𝟐</m:t>
                    </m:r>
                    <m:r>
                      <a:rPr lang="zh-CN" altLang="en-US" sz="2400" b="1" i="1">
                        <a:solidFill>
                          <a:srgbClr val="002060"/>
                        </a:solidFill>
                        <a:latin typeface="Cambria Math" panose="02040503050406030204" pitchFamily="18" charset="0"/>
                        <a:ea typeface="华文中宋" panose="02010600040101010101" pitchFamily="2" charset="-122"/>
                      </a:rPr>
                      <m:t>𝝅</m:t>
                    </m:r>
                    <m:d>
                      <m:dPr>
                        <m:ctrlPr>
                          <a:rPr lang="en-US" altLang="zh-CN" sz="2400" b="1" i="1">
                            <a:solidFill>
                              <a:srgbClr val="002060"/>
                            </a:solidFill>
                            <a:latin typeface="Cambria Math" panose="02040503050406030204" pitchFamily="18" charset="0"/>
                            <a:ea typeface="华文中宋" panose="02010600040101010101" pitchFamily="2" charset="-122"/>
                          </a:rPr>
                        </m:ctrlPr>
                      </m:dPr>
                      <m:e>
                        <m:f>
                          <m:fPr>
                            <m:type m:val="skw"/>
                            <m:ctrlPr>
                              <a:rPr lang="en-US" altLang="zh-CN" sz="2400" b="1" i="1">
                                <a:solidFill>
                                  <a:srgbClr val="002060"/>
                                </a:solidFill>
                                <a:latin typeface="Cambria Math" panose="02040503050406030204" pitchFamily="18" charset="0"/>
                                <a:ea typeface="华文中宋" panose="02010600040101010101" pitchFamily="2" charset="-122"/>
                              </a:rPr>
                            </m:ctrlPr>
                          </m:fPr>
                          <m:num>
                            <m:r>
                              <a:rPr lang="en-US" altLang="zh-CN" sz="2400" b="1" i="1">
                                <a:solidFill>
                                  <a:srgbClr val="002060"/>
                                </a:solidFill>
                                <a:latin typeface="Cambria Math" panose="02040503050406030204" pitchFamily="18" charset="0"/>
                                <a:ea typeface="华文中宋" panose="02010600040101010101" pitchFamily="2" charset="-122"/>
                              </a:rPr>
                              <m:t>𝒙</m:t>
                            </m:r>
                          </m:num>
                          <m:den>
                            <m:r>
                              <a:rPr lang="zh-CN" altLang="en-US" sz="2400" b="1" i="1">
                                <a:solidFill>
                                  <a:srgbClr val="002060"/>
                                </a:solidFill>
                                <a:latin typeface="Cambria Math" panose="02040503050406030204" pitchFamily="18" charset="0"/>
                                <a:ea typeface="华文中宋" panose="02010600040101010101" pitchFamily="2" charset="-122"/>
                              </a:rPr>
                              <m:t>𝝀</m:t>
                            </m:r>
                          </m:den>
                        </m:f>
                      </m:e>
                    </m:d>
                  </m:oMath>
                </a14:m>
                <a:r>
                  <a:rPr lang="zh-CN" altLang="en-US" sz="2400" b="1" dirty="0">
                    <a:solidFill>
                      <a:srgbClr val="002060"/>
                    </a:solidFill>
                    <a:latin typeface="华文中宋" panose="02010600040101010101" pitchFamily="2" charset="-122"/>
                    <a:ea typeface="华文中宋" panose="02010600040101010101" pitchFamily="2" charset="-122"/>
                  </a:rPr>
                  <a:t>的正弦振动波形。</a:t>
                </a:r>
                <a:endParaRPr lang="en-US" altLang="zh-CN" sz="2400" b="1" dirty="0">
                  <a:solidFill>
                    <a:srgbClr val="002060"/>
                  </a:solidFill>
                  <a:latin typeface="华文中宋" panose="02010600040101010101" pitchFamily="2" charset="-122"/>
                  <a:ea typeface="华文中宋" panose="02010600040101010101" pitchFamily="2" charset="-122"/>
                </a:endParaRPr>
              </a:p>
            </p:txBody>
          </p:sp>
        </mc:Choice>
        <mc:Fallback xmlns="">
          <p:sp>
            <p:nvSpPr>
              <p:cNvPr id="4" name="文本框 3">
                <a:extLst>
                  <a:ext uri="{FF2B5EF4-FFF2-40B4-BE49-F238E27FC236}">
                    <a16:creationId xmlns:a16="http://schemas.microsoft.com/office/drawing/2014/main" id="{33B4C95E-3711-46C8-83E6-5C581150B76E}"/>
                  </a:ext>
                </a:extLst>
              </p:cNvPr>
              <p:cNvSpPr txBox="1">
                <a:spLocks noRot="1" noChangeAspect="1" noMove="1" noResize="1" noEditPoints="1" noAdjustHandles="1" noChangeArrowheads="1" noChangeShapeType="1" noTextEdit="1"/>
              </p:cNvSpPr>
              <p:nvPr/>
            </p:nvSpPr>
            <p:spPr>
              <a:xfrm>
                <a:off x="621391" y="1005187"/>
                <a:ext cx="7479001" cy="4846711"/>
              </a:xfrm>
              <a:prstGeom prst="rect">
                <a:avLst/>
              </a:prstGeom>
              <a:blipFill>
                <a:blip r:embed="rId2"/>
                <a:stretch>
                  <a:fillRect l="-1304" t="-1006" r="-1222" b="-17862"/>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1603643207"/>
      </p:ext>
    </p:extLst>
  </p:cSld>
  <p:clrMapOvr>
    <a:masterClrMapping/>
  </p:clrMapOvr>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10" name="Rectangle 2"/>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zh-CN" altLang="en-US"/>
          </a:p>
        </p:txBody>
      </p:sp>
      <p:sp>
        <p:nvSpPr>
          <p:cNvPr id="23" name="Rectangle 5"/>
          <p:cNvSpPr>
            <a:spLocks noChangeArrowheads="1"/>
          </p:cNvSpPr>
          <p:nvPr/>
        </p:nvSpPr>
        <p:spPr bwMode="auto">
          <a:xfrm>
            <a:off x="229671" y="42336"/>
            <a:ext cx="8532031" cy="584775"/>
          </a:xfrm>
          <a:prstGeom prst="rect">
            <a:avLst/>
          </a:prstGeom>
          <a:noFill/>
          <a:ln w="9525" algn="ctr">
            <a:noFill/>
            <a:miter lim="800000"/>
            <a:headEnd/>
            <a:tailEnd/>
          </a:ln>
          <a:effectLst/>
        </p:spPr>
        <p:txBody>
          <a:bodyPr wrap="square">
            <a:spAutoFit/>
          </a:bodyPr>
          <a:lstStyle/>
          <a:p>
            <a:pPr eaLnBrk="1" hangingPunct="1"/>
            <a:r>
              <a:rPr lang="zh-CN" altLang="en-US" sz="3200" b="1" dirty="0">
                <a:solidFill>
                  <a:srgbClr val="FF0000"/>
                </a:solidFill>
                <a:latin typeface="微软雅黑" panose="020B0503020204020204" pitchFamily="34" charset="-122"/>
                <a:ea typeface="微软雅黑" panose="020B0503020204020204" pitchFamily="34" charset="-122"/>
              </a:rPr>
              <a:t>二  实验原理</a:t>
            </a:r>
            <a:r>
              <a:rPr lang="en-US" altLang="zh-CN" sz="3200" b="1" dirty="0">
                <a:solidFill>
                  <a:srgbClr val="FF0000"/>
                </a:solidFill>
                <a:latin typeface="华文中宋" panose="02010600040101010101" pitchFamily="2" charset="-122"/>
                <a:ea typeface="华文中宋" panose="02010600040101010101" pitchFamily="2" charset="-122"/>
              </a:rPr>
              <a:t>/</a:t>
            </a:r>
            <a:r>
              <a:rPr lang="en-US" altLang="zh-CN" sz="2400" b="1" dirty="0">
                <a:solidFill>
                  <a:srgbClr val="006666"/>
                </a:solidFill>
                <a:latin typeface="微软雅黑" panose="020B0503020204020204" pitchFamily="34" charset="-122"/>
                <a:ea typeface="微软雅黑" panose="020B0503020204020204" pitchFamily="34" charset="-122"/>
              </a:rPr>
              <a:t>2.2</a:t>
            </a:r>
            <a:r>
              <a:rPr lang="zh-CN" altLang="en-US" sz="2400" b="1" dirty="0">
                <a:solidFill>
                  <a:srgbClr val="006666"/>
                </a:solidFill>
                <a:latin typeface="微软雅黑" panose="020B0503020204020204" pitchFamily="34" charset="-122"/>
                <a:ea typeface="微软雅黑" panose="020B0503020204020204" pitchFamily="34" charset="-122"/>
              </a:rPr>
              <a:t>形成驻波的条件</a:t>
            </a:r>
            <a:endParaRPr lang="zh-CN" altLang="en-US" sz="2400" b="1" dirty="0">
              <a:solidFill>
                <a:srgbClr val="FF0000"/>
              </a:solidFill>
              <a:latin typeface="微软雅黑" panose="020B0503020204020204" pitchFamily="34" charset="-122"/>
              <a:ea typeface="微软雅黑" panose="020B0503020204020204" pitchFamily="34" charset="-122"/>
            </a:endParaRPr>
          </a:p>
        </p:txBody>
      </p:sp>
      <mc:AlternateContent xmlns:mc="http://schemas.openxmlformats.org/markup-compatibility/2006" xmlns:a14="http://schemas.microsoft.com/office/drawing/2010/main">
        <mc:Choice Requires="a14">
          <p:sp>
            <p:nvSpPr>
              <p:cNvPr id="4" name="文本框 3">
                <a:extLst>
                  <a:ext uri="{FF2B5EF4-FFF2-40B4-BE49-F238E27FC236}">
                    <a16:creationId xmlns:a16="http://schemas.microsoft.com/office/drawing/2014/main" id="{33B4C95E-3711-46C8-83E6-5C581150B76E}"/>
                  </a:ext>
                </a:extLst>
              </p:cNvPr>
              <p:cNvSpPr txBox="1"/>
              <p:nvPr/>
            </p:nvSpPr>
            <p:spPr>
              <a:xfrm>
                <a:off x="611560" y="1124744"/>
                <a:ext cx="7632848" cy="5005729"/>
              </a:xfrm>
              <a:prstGeom prst="rect">
                <a:avLst/>
              </a:prstGeom>
              <a:noFill/>
            </p:spPr>
            <p:txBody>
              <a:bodyPr wrap="square" rtlCol="0">
                <a:spAutoFit/>
              </a:bodyPr>
              <a:lstStyle/>
              <a:p>
                <a:pPr indent="457200" algn="just">
                  <a:spcAft>
                    <a:spcPts val="600"/>
                  </a:spcAft>
                </a:pPr>
                <a:r>
                  <a:rPr lang="zh-CN" altLang="en-US" sz="2400" b="1" dirty="0">
                    <a:solidFill>
                      <a:srgbClr val="002060"/>
                    </a:solidFill>
                    <a:latin typeface="华文中宋" panose="02010600040101010101" pitchFamily="2" charset="-122"/>
                    <a:ea typeface="华文中宋" panose="02010600040101010101" pitchFamily="2" charset="-122"/>
                  </a:rPr>
                  <a:t>实验中振源弹片的振幅很较小，因此弦线的起始端可近似视为波节。弦线的末端被限制振动，即</a:t>
                </a:r>
                <a14:m>
                  <m:oMath xmlns:m="http://schemas.openxmlformats.org/officeDocument/2006/math">
                    <m:sSub>
                      <m:sSubPr>
                        <m:ctrlPr>
                          <a:rPr lang="en-US" altLang="zh-CN" sz="2400" b="1" i="1" smtClean="0">
                            <a:solidFill>
                              <a:srgbClr val="002060"/>
                            </a:solidFill>
                            <a:latin typeface="Cambria Math" panose="02040503050406030204" pitchFamily="18" charset="0"/>
                            <a:ea typeface="华文中宋" panose="02010600040101010101" pitchFamily="2" charset="-122"/>
                          </a:rPr>
                        </m:ctrlPr>
                      </m:sSubPr>
                      <m:e>
                        <m:r>
                          <a:rPr lang="en-US" altLang="zh-CN" sz="2400" b="1" i="1" smtClean="0">
                            <a:solidFill>
                              <a:srgbClr val="002060"/>
                            </a:solidFill>
                            <a:latin typeface="Cambria Math" panose="02040503050406030204" pitchFamily="18" charset="0"/>
                            <a:ea typeface="华文中宋" panose="02010600040101010101" pitchFamily="2" charset="-122"/>
                          </a:rPr>
                          <m:t>𝒚</m:t>
                        </m:r>
                        <m:r>
                          <a:rPr lang="en-US" altLang="zh-CN" sz="2400" b="1" i="1" smtClean="0">
                            <a:solidFill>
                              <a:srgbClr val="002060"/>
                            </a:solidFill>
                            <a:latin typeface="Cambria Math" panose="02040503050406030204" pitchFamily="18" charset="0"/>
                            <a:ea typeface="华文中宋" panose="02010600040101010101" pitchFamily="2" charset="-122"/>
                          </a:rPr>
                          <m:t>|</m:t>
                        </m:r>
                      </m:e>
                      <m:sub>
                        <m:r>
                          <a:rPr lang="en-US" altLang="zh-CN" sz="2400" b="1" i="1" smtClean="0">
                            <a:solidFill>
                              <a:srgbClr val="002060"/>
                            </a:solidFill>
                            <a:latin typeface="Cambria Math" panose="02040503050406030204" pitchFamily="18" charset="0"/>
                            <a:ea typeface="华文中宋" panose="02010600040101010101" pitchFamily="2" charset="-122"/>
                          </a:rPr>
                          <m:t>𝒙</m:t>
                        </m:r>
                        <m:r>
                          <a:rPr lang="en-US" altLang="zh-CN" sz="2400" b="1" i="1" smtClean="0">
                            <a:solidFill>
                              <a:srgbClr val="002060"/>
                            </a:solidFill>
                            <a:latin typeface="Cambria Math" panose="02040503050406030204" pitchFamily="18" charset="0"/>
                            <a:ea typeface="华文中宋" panose="02010600040101010101" pitchFamily="2" charset="-122"/>
                          </a:rPr>
                          <m:t>=</m:t>
                        </m:r>
                        <m:r>
                          <a:rPr lang="en-US" altLang="zh-CN" sz="2400" b="1" i="1" smtClean="0">
                            <a:solidFill>
                              <a:srgbClr val="002060"/>
                            </a:solidFill>
                            <a:latin typeface="Cambria Math" panose="02040503050406030204" pitchFamily="18" charset="0"/>
                            <a:ea typeface="华文中宋" panose="02010600040101010101" pitchFamily="2" charset="-122"/>
                          </a:rPr>
                          <m:t>𝑳</m:t>
                        </m:r>
                      </m:sub>
                    </m:sSub>
                    <m:r>
                      <a:rPr lang="en-US" altLang="zh-CN" sz="2400" b="1" i="1" smtClean="0">
                        <a:solidFill>
                          <a:srgbClr val="002060"/>
                        </a:solidFill>
                        <a:latin typeface="Cambria Math" panose="02040503050406030204" pitchFamily="18" charset="0"/>
                        <a:ea typeface="华文中宋" panose="02010600040101010101" pitchFamily="2" charset="-122"/>
                      </a:rPr>
                      <m:t>=</m:t>
                    </m:r>
                    <m:r>
                      <a:rPr lang="en-US" altLang="zh-CN" sz="2400" b="1" i="1" smtClean="0">
                        <a:solidFill>
                          <a:srgbClr val="002060"/>
                        </a:solidFill>
                        <a:latin typeface="Cambria Math" panose="02040503050406030204" pitchFamily="18" charset="0"/>
                        <a:ea typeface="华文中宋" panose="02010600040101010101" pitchFamily="2" charset="-122"/>
                      </a:rPr>
                      <m:t>𝟎</m:t>
                    </m:r>
                  </m:oMath>
                </a14:m>
                <a:r>
                  <a:rPr lang="zh-CN" altLang="en-US" sz="2400" b="1" dirty="0">
                    <a:solidFill>
                      <a:srgbClr val="002060"/>
                    </a:solidFill>
                    <a:latin typeface="华文中宋" panose="02010600040101010101" pitchFamily="2" charset="-122"/>
                    <a:ea typeface="华文中宋" panose="02010600040101010101" pitchFamily="2" charset="-122"/>
                  </a:rPr>
                  <a:t>，</a:t>
                </a:r>
                <a14:m>
                  <m:oMath xmlns:m="http://schemas.openxmlformats.org/officeDocument/2006/math">
                    <m:r>
                      <m:rPr>
                        <m:brk m:alnAt="7"/>
                      </m:rPr>
                      <a:rPr lang="en-US" altLang="zh-CN" sz="2400" b="1" i="1">
                        <a:solidFill>
                          <a:srgbClr val="002060"/>
                        </a:solidFill>
                        <a:latin typeface="Cambria Math" panose="02040503050406030204" pitchFamily="18" charset="0"/>
                        <a:ea typeface="华文中宋" panose="02010600040101010101" pitchFamily="2" charset="-122"/>
                      </a:rPr>
                      <m:t>𝟐</m:t>
                    </m:r>
                    <m:r>
                      <a:rPr lang="zh-CN" altLang="en-US" sz="2400" b="1" i="1">
                        <a:solidFill>
                          <a:srgbClr val="002060"/>
                        </a:solidFill>
                        <a:latin typeface="Cambria Math" panose="02040503050406030204" pitchFamily="18" charset="0"/>
                        <a:ea typeface="华文中宋" panose="02010600040101010101" pitchFamily="2" charset="-122"/>
                      </a:rPr>
                      <m:t>𝝅</m:t>
                    </m:r>
                    <m:d>
                      <m:dPr>
                        <m:ctrlPr>
                          <a:rPr lang="en-US" altLang="zh-CN" sz="2400" b="1" i="1">
                            <a:solidFill>
                              <a:srgbClr val="002060"/>
                            </a:solidFill>
                            <a:latin typeface="Cambria Math" panose="02040503050406030204" pitchFamily="18" charset="0"/>
                            <a:ea typeface="华文中宋" panose="02010600040101010101" pitchFamily="2" charset="-122"/>
                          </a:rPr>
                        </m:ctrlPr>
                      </m:dPr>
                      <m:e>
                        <m:f>
                          <m:fPr>
                            <m:type m:val="skw"/>
                            <m:ctrlPr>
                              <a:rPr lang="en-US" altLang="zh-CN" sz="2400" b="1" i="1">
                                <a:solidFill>
                                  <a:srgbClr val="002060"/>
                                </a:solidFill>
                                <a:latin typeface="Cambria Math" panose="02040503050406030204" pitchFamily="18" charset="0"/>
                                <a:ea typeface="华文中宋" panose="02010600040101010101" pitchFamily="2" charset="-122"/>
                              </a:rPr>
                            </m:ctrlPr>
                          </m:fPr>
                          <m:num>
                            <m:r>
                              <a:rPr lang="en-US" altLang="zh-CN" sz="2400" b="1" i="1" smtClean="0">
                                <a:solidFill>
                                  <a:srgbClr val="002060"/>
                                </a:solidFill>
                                <a:latin typeface="Cambria Math" panose="02040503050406030204" pitchFamily="18" charset="0"/>
                                <a:ea typeface="华文中宋" panose="02010600040101010101" pitchFamily="2" charset="-122"/>
                              </a:rPr>
                              <m:t>𝑳</m:t>
                            </m:r>
                          </m:num>
                          <m:den>
                            <m:r>
                              <a:rPr lang="zh-CN" altLang="en-US" sz="2400" b="1" i="1">
                                <a:solidFill>
                                  <a:srgbClr val="002060"/>
                                </a:solidFill>
                                <a:latin typeface="Cambria Math" panose="02040503050406030204" pitchFamily="18" charset="0"/>
                                <a:ea typeface="华文中宋" panose="02010600040101010101" pitchFamily="2" charset="-122"/>
                              </a:rPr>
                              <m:t>𝝀</m:t>
                            </m:r>
                          </m:den>
                        </m:f>
                      </m:e>
                    </m:d>
                    <m:r>
                      <a:rPr lang="en-US" altLang="zh-CN" sz="2400" b="1" i="1" smtClean="0">
                        <a:solidFill>
                          <a:srgbClr val="002060"/>
                        </a:solidFill>
                        <a:latin typeface="Cambria Math" panose="02040503050406030204" pitchFamily="18" charset="0"/>
                        <a:ea typeface="华文中宋" panose="02010600040101010101" pitchFamily="2" charset="-122"/>
                      </a:rPr>
                      <m:t>=</m:t>
                    </m:r>
                    <m:r>
                      <a:rPr lang="en-US" altLang="zh-CN" sz="2400" b="1" i="1" smtClean="0">
                        <a:solidFill>
                          <a:srgbClr val="002060"/>
                        </a:solidFill>
                        <a:latin typeface="Cambria Math" panose="02040503050406030204" pitchFamily="18" charset="0"/>
                        <a:ea typeface="华文中宋" panose="02010600040101010101" pitchFamily="2" charset="-122"/>
                      </a:rPr>
                      <m:t>𝒏</m:t>
                    </m:r>
                    <m:r>
                      <a:rPr lang="zh-CN" altLang="en-US" sz="2400" b="1" i="1" smtClean="0">
                        <a:solidFill>
                          <a:srgbClr val="002060"/>
                        </a:solidFill>
                        <a:latin typeface="Cambria Math" panose="02040503050406030204" pitchFamily="18" charset="0"/>
                        <a:ea typeface="华文中宋" panose="02010600040101010101" pitchFamily="2" charset="-122"/>
                      </a:rPr>
                      <m:t>𝝅</m:t>
                    </m:r>
                  </m:oMath>
                </a14:m>
                <a:r>
                  <a:rPr lang="zh-CN" altLang="en-US" sz="2400" b="1" dirty="0">
                    <a:solidFill>
                      <a:srgbClr val="002060"/>
                    </a:solidFill>
                    <a:latin typeface="华文中宋" panose="02010600040101010101" pitchFamily="2" charset="-122"/>
                    <a:ea typeface="华文中宋" panose="02010600040101010101" pitchFamily="2" charset="-122"/>
                  </a:rPr>
                  <a:t>，形成驻波的条件为：</a:t>
                </a:r>
                <a:endParaRPr lang="en-US" altLang="zh-CN" sz="2400" b="1" dirty="0">
                  <a:solidFill>
                    <a:srgbClr val="002060"/>
                  </a:solidFill>
                  <a:latin typeface="华文中宋" panose="02010600040101010101" pitchFamily="2" charset="-122"/>
                  <a:ea typeface="华文中宋" panose="02010600040101010101" pitchFamily="2" charset="-122"/>
                </a:endParaRPr>
              </a:p>
              <a:p>
                <a:pPr indent="457200" algn="just">
                  <a:spcAft>
                    <a:spcPts val="600"/>
                  </a:spcAft>
                </a:pPr>
                <a:r>
                  <a:rPr lang="en-US" altLang="zh-CN" sz="2400" b="1" dirty="0">
                    <a:solidFill>
                      <a:srgbClr val="002060"/>
                    </a:solidFill>
                    <a:latin typeface="华文中宋" panose="02010600040101010101" pitchFamily="2" charset="-122"/>
                    <a:ea typeface="华文中宋" panose="02010600040101010101" pitchFamily="2" charset="-122"/>
                  </a:rPr>
                  <a:t>             </a:t>
                </a:r>
                <a14:m>
                  <m:oMath xmlns:m="http://schemas.openxmlformats.org/officeDocument/2006/math">
                    <m:r>
                      <a:rPr lang="en-US" altLang="zh-CN" sz="2400" b="1" i="1" smtClean="0">
                        <a:solidFill>
                          <a:schemeClr val="tx1"/>
                        </a:solidFill>
                        <a:latin typeface="Cambria Math" panose="02040503050406030204" pitchFamily="18" charset="0"/>
                        <a:ea typeface="华文中宋" panose="02010600040101010101" pitchFamily="2" charset="-122"/>
                      </a:rPr>
                      <m:t>𝑳</m:t>
                    </m:r>
                    <m:r>
                      <a:rPr lang="en-US" altLang="zh-CN" sz="2400" b="1" i="1" smtClean="0">
                        <a:solidFill>
                          <a:schemeClr val="tx1"/>
                        </a:solidFill>
                        <a:latin typeface="Cambria Math" panose="02040503050406030204" pitchFamily="18" charset="0"/>
                        <a:ea typeface="华文中宋" panose="02010600040101010101" pitchFamily="2" charset="-122"/>
                      </a:rPr>
                      <m:t>=</m:t>
                    </m:r>
                    <m:r>
                      <a:rPr lang="en-US" altLang="zh-CN" sz="2400" b="1" i="1" smtClean="0">
                        <a:solidFill>
                          <a:schemeClr val="tx1"/>
                        </a:solidFill>
                        <a:latin typeface="Cambria Math" panose="02040503050406030204" pitchFamily="18" charset="0"/>
                        <a:ea typeface="华文中宋" panose="02010600040101010101" pitchFamily="2" charset="-122"/>
                      </a:rPr>
                      <m:t>𝒏</m:t>
                    </m:r>
                    <m:f>
                      <m:fPr>
                        <m:ctrlPr>
                          <a:rPr lang="en-US" altLang="zh-CN" sz="2400" b="1" i="1" smtClean="0">
                            <a:solidFill>
                              <a:schemeClr val="tx1"/>
                            </a:solidFill>
                            <a:latin typeface="Cambria Math" panose="02040503050406030204" pitchFamily="18" charset="0"/>
                            <a:ea typeface="华文中宋" panose="02010600040101010101" pitchFamily="2" charset="-122"/>
                          </a:rPr>
                        </m:ctrlPr>
                      </m:fPr>
                      <m:num>
                        <m:r>
                          <a:rPr lang="zh-CN" altLang="en-US" sz="2400" b="1" i="1" smtClean="0">
                            <a:solidFill>
                              <a:schemeClr val="tx1"/>
                            </a:solidFill>
                            <a:latin typeface="Cambria Math" panose="02040503050406030204" pitchFamily="18" charset="0"/>
                            <a:ea typeface="华文中宋" panose="02010600040101010101" pitchFamily="2" charset="-122"/>
                          </a:rPr>
                          <m:t>𝝀</m:t>
                        </m:r>
                      </m:num>
                      <m:den>
                        <m:r>
                          <a:rPr lang="en-US" altLang="zh-CN" sz="2400" b="1" i="1" smtClean="0">
                            <a:solidFill>
                              <a:schemeClr val="tx1"/>
                            </a:solidFill>
                            <a:latin typeface="Cambria Math" panose="02040503050406030204" pitchFamily="18" charset="0"/>
                            <a:ea typeface="华文中宋" panose="02010600040101010101" pitchFamily="2" charset="-122"/>
                          </a:rPr>
                          <m:t>𝟐</m:t>
                        </m:r>
                      </m:den>
                    </m:f>
                  </m:oMath>
                </a14:m>
                <a:r>
                  <a:rPr lang="zh-CN" altLang="en-US" sz="2400" b="1" dirty="0">
                    <a:solidFill>
                      <a:schemeClr val="tx1"/>
                    </a:solidFill>
                    <a:latin typeface="华文中宋" panose="02010600040101010101" pitchFamily="2" charset="-122"/>
                    <a:ea typeface="华文中宋" panose="02010600040101010101" pitchFamily="2" charset="-122"/>
                  </a:rPr>
                  <a:t>  ，  </a:t>
                </a:r>
                <a14:m>
                  <m:oMath xmlns:m="http://schemas.openxmlformats.org/officeDocument/2006/math">
                    <m:r>
                      <a:rPr lang="en-US" altLang="zh-CN" sz="2400" b="1" i="1" dirty="0" smtClean="0">
                        <a:solidFill>
                          <a:schemeClr val="tx1"/>
                        </a:solidFill>
                        <a:latin typeface="Cambria Math" panose="02040503050406030204" pitchFamily="18" charset="0"/>
                        <a:ea typeface="华文中宋" panose="02010600040101010101" pitchFamily="2" charset="-122"/>
                      </a:rPr>
                      <m:t>𝒏</m:t>
                    </m:r>
                    <m:r>
                      <a:rPr lang="en-US" altLang="zh-CN" sz="2400" b="1" i="1" dirty="0" smtClean="0">
                        <a:solidFill>
                          <a:schemeClr val="tx1"/>
                        </a:solidFill>
                        <a:latin typeface="Cambria Math" panose="02040503050406030204" pitchFamily="18" charset="0"/>
                        <a:ea typeface="华文中宋" panose="02010600040101010101" pitchFamily="2" charset="-122"/>
                      </a:rPr>
                      <m:t>=</m:t>
                    </m:r>
                    <m:r>
                      <a:rPr lang="en-US" altLang="zh-CN" sz="2400" b="1" i="1" dirty="0" smtClean="0">
                        <a:solidFill>
                          <a:schemeClr val="tx1"/>
                        </a:solidFill>
                        <a:latin typeface="Cambria Math" panose="02040503050406030204" pitchFamily="18" charset="0"/>
                        <a:ea typeface="华文中宋" panose="02010600040101010101" pitchFamily="2" charset="-122"/>
                      </a:rPr>
                      <m:t>𝟏</m:t>
                    </m:r>
                    <m:r>
                      <a:rPr lang="en-US" altLang="zh-CN" sz="2400" b="1" i="1" dirty="0" smtClean="0">
                        <a:solidFill>
                          <a:schemeClr val="tx1"/>
                        </a:solidFill>
                        <a:latin typeface="Cambria Math" panose="02040503050406030204" pitchFamily="18" charset="0"/>
                        <a:ea typeface="华文中宋" panose="02010600040101010101" pitchFamily="2" charset="-122"/>
                      </a:rPr>
                      <m:t>,</m:t>
                    </m:r>
                    <m:r>
                      <a:rPr lang="en-US" altLang="zh-CN" sz="2400" b="1" i="1" dirty="0" smtClean="0">
                        <a:solidFill>
                          <a:schemeClr val="tx1"/>
                        </a:solidFill>
                        <a:latin typeface="Cambria Math" panose="02040503050406030204" pitchFamily="18" charset="0"/>
                        <a:ea typeface="华文中宋" panose="02010600040101010101" pitchFamily="2" charset="-122"/>
                      </a:rPr>
                      <m:t>𝟐</m:t>
                    </m:r>
                    <m:r>
                      <a:rPr lang="en-US" altLang="zh-CN" sz="2400" b="1" i="1" dirty="0" smtClean="0">
                        <a:solidFill>
                          <a:schemeClr val="tx1"/>
                        </a:solidFill>
                        <a:latin typeface="Cambria Math" panose="02040503050406030204" pitchFamily="18" charset="0"/>
                        <a:ea typeface="华文中宋" panose="02010600040101010101" pitchFamily="2" charset="-122"/>
                      </a:rPr>
                      <m:t>,</m:t>
                    </m:r>
                    <m:r>
                      <a:rPr lang="en-US" altLang="zh-CN" sz="2400" b="1" i="1" dirty="0" smtClean="0">
                        <a:solidFill>
                          <a:schemeClr val="tx1"/>
                        </a:solidFill>
                        <a:latin typeface="Cambria Math" panose="02040503050406030204" pitchFamily="18" charset="0"/>
                        <a:ea typeface="华文中宋" panose="02010600040101010101" pitchFamily="2" charset="-122"/>
                      </a:rPr>
                      <m:t>𝟑</m:t>
                    </m:r>
                    <m:r>
                      <a:rPr lang="en-US" altLang="zh-CN" sz="2400" b="1" i="1" dirty="0" smtClean="0">
                        <a:solidFill>
                          <a:schemeClr val="tx1"/>
                        </a:solidFill>
                        <a:latin typeface="Cambria Math" panose="02040503050406030204" pitchFamily="18" charset="0"/>
                        <a:ea typeface="华文中宋" panose="02010600040101010101" pitchFamily="2" charset="-122"/>
                      </a:rPr>
                      <m:t>,…</m:t>
                    </m:r>
                  </m:oMath>
                </a14:m>
                <a:r>
                  <a:rPr lang="en-US" altLang="zh-CN" sz="2400" b="1" dirty="0">
                    <a:solidFill>
                      <a:schemeClr val="tx1"/>
                    </a:solidFill>
                    <a:latin typeface="华文中宋" panose="02010600040101010101" pitchFamily="2" charset="-122"/>
                    <a:ea typeface="华文中宋" panose="02010600040101010101" pitchFamily="2" charset="-122"/>
                  </a:rPr>
                  <a:t>            </a:t>
                </a:r>
                <a:r>
                  <a:rPr lang="en-US" altLang="zh-CN" sz="2400" b="1" dirty="0">
                    <a:latin typeface="Times New Roman" panose="02020603050405020304" pitchFamily="18" charset="0"/>
                    <a:ea typeface="华文中宋" panose="02010600040101010101" pitchFamily="2" charset="-122"/>
                    <a:cs typeface="Times New Roman" panose="02020603050405020304" pitchFamily="18" charset="0"/>
                  </a:rPr>
                  <a:t>(8) </a:t>
                </a:r>
              </a:p>
              <a:p>
                <a:pPr algn="just">
                  <a:spcAft>
                    <a:spcPts val="600"/>
                  </a:spcAft>
                </a:pPr>
                <a:r>
                  <a:rPr lang="zh-CN" altLang="en-US" sz="2400" b="1" dirty="0">
                    <a:solidFill>
                      <a:srgbClr val="002060"/>
                    </a:solidFill>
                    <a:latin typeface="华文中宋" panose="02010600040101010101" pitchFamily="2" charset="-122"/>
                    <a:ea typeface="华文中宋" panose="02010600040101010101" pitchFamily="2" charset="-122"/>
                  </a:rPr>
                  <a:t>当弦长</a:t>
                </a:r>
                <a14:m>
                  <m:oMath xmlns:m="http://schemas.openxmlformats.org/officeDocument/2006/math">
                    <m:r>
                      <a:rPr lang="en-US" altLang="zh-CN" sz="2400" b="1" i="1" smtClean="0">
                        <a:solidFill>
                          <a:srgbClr val="002060"/>
                        </a:solidFill>
                        <a:latin typeface="Cambria Math" panose="02040503050406030204" pitchFamily="18" charset="0"/>
                        <a:ea typeface="华文中宋" panose="02010600040101010101" pitchFamily="2" charset="-122"/>
                      </a:rPr>
                      <m:t>𝑳</m:t>
                    </m:r>
                  </m:oMath>
                </a14:m>
                <a:r>
                  <a:rPr lang="zh-CN" altLang="en-US" sz="2400" b="1" dirty="0">
                    <a:solidFill>
                      <a:srgbClr val="002060"/>
                    </a:solidFill>
                    <a:latin typeface="华文中宋" panose="02010600040101010101" pitchFamily="2" charset="-122"/>
                    <a:ea typeface="华文中宋" panose="02010600040101010101" pitchFamily="2" charset="-122"/>
                  </a:rPr>
                  <a:t>和波长</a:t>
                </a:r>
                <a14:m>
                  <m:oMath xmlns:m="http://schemas.openxmlformats.org/officeDocument/2006/math">
                    <m:r>
                      <a:rPr lang="zh-CN" altLang="en-US" sz="2400" b="1" i="1" smtClean="0">
                        <a:solidFill>
                          <a:srgbClr val="002060"/>
                        </a:solidFill>
                        <a:latin typeface="Cambria Math" panose="02040503050406030204" pitchFamily="18" charset="0"/>
                        <a:ea typeface="华文中宋" panose="02010600040101010101" pitchFamily="2" charset="-122"/>
                      </a:rPr>
                      <m:t>𝝀</m:t>
                    </m:r>
                  </m:oMath>
                </a14:m>
                <a:r>
                  <a:rPr lang="zh-CN" altLang="en-US" sz="2400" b="1" dirty="0">
                    <a:solidFill>
                      <a:srgbClr val="002060"/>
                    </a:solidFill>
                    <a:latin typeface="华文中宋" panose="02010600040101010101" pitchFamily="2" charset="-122"/>
                    <a:ea typeface="华文中宋" panose="02010600040101010101" pitchFamily="2" charset="-122"/>
                  </a:rPr>
                  <a:t>满足</a:t>
                </a:r>
                <a:r>
                  <a:rPr lang="en-US" altLang="zh-CN" sz="2400" b="1" dirty="0">
                    <a:solidFill>
                      <a:srgbClr val="002060"/>
                    </a:solidFill>
                    <a:latin typeface="Times New Roman" panose="02020603050405020304" pitchFamily="18" charset="0"/>
                    <a:ea typeface="华文中宋" panose="02010600040101010101" pitchFamily="2" charset="-122"/>
                    <a:cs typeface="Times New Roman" panose="02020603050405020304" pitchFamily="18" charset="0"/>
                  </a:rPr>
                  <a:t>(8)</a:t>
                </a:r>
                <a:r>
                  <a:rPr lang="zh-CN" altLang="en-US" sz="2400" b="1" dirty="0">
                    <a:solidFill>
                      <a:srgbClr val="002060"/>
                    </a:solidFill>
                    <a:latin typeface="华文中宋" panose="02010600040101010101" pitchFamily="2" charset="-122"/>
                    <a:ea typeface="华文中宋" panose="02010600040101010101" pitchFamily="2" charset="-122"/>
                  </a:rPr>
                  <a:t>式时，可形成驻波。</a:t>
                </a:r>
                <a:endParaRPr lang="en-US" altLang="zh-CN" sz="2400" b="1" dirty="0">
                  <a:solidFill>
                    <a:srgbClr val="002060"/>
                  </a:solidFill>
                  <a:latin typeface="华文中宋" panose="02010600040101010101" pitchFamily="2" charset="-122"/>
                  <a:ea typeface="华文中宋" panose="02010600040101010101" pitchFamily="2" charset="-122"/>
                </a:endParaRPr>
              </a:p>
              <a:p>
                <a:pPr indent="457200" algn="just">
                  <a:spcAft>
                    <a:spcPts val="600"/>
                  </a:spcAft>
                </a:pPr>
                <a:r>
                  <a:rPr lang="zh-CN" altLang="en-US" sz="2400" b="1" dirty="0">
                    <a:solidFill>
                      <a:srgbClr val="002060"/>
                    </a:solidFill>
                    <a:latin typeface="华文中宋" panose="02010600040101010101" pitchFamily="2" charset="-122"/>
                    <a:ea typeface="华文中宋" panose="02010600040101010101" pitchFamily="2" charset="-122"/>
                  </a:rPr>
                  <a:t>实验中弦的一端固定在导轨右侧的振源上，另一端通过导轨左侧的定滑轮连接在悬挂的砝码盘上。弦的振动部分的长度可通过一个“可移动刀口支架”进行调节，使之满足驻波条件，从而形成稳定的驻波。</a:t>
                </a:r>
                <a:endParaRPr lang="en-US" altLang="zh-CN" sz="2400" b="1" dirty="0">
                  <a:solidFill>
                    <a:srgbClr val="002060"/>
                  </a:solidFill>
                  <a:latin typeface="华文中宋" panose="02010600040101010101" pitchFamily="2" charset="-122"/>
                  <a:ea typeface="华文中宋" panose="02010600040101010101" pitchFamily="2" charset="-122"/>
                </a:endParaRPr>
              </a:p>
              <a:p>
                <a:pPr indent="457200" algn="just">
                  <a:spcAft>
                    <a:spcPts val="600"/>
                  </a:spcAft>
                </a:pPr>
                <a:r>
                  <a:rPr lang="zh-CN" altLang="en-US" sz="2400" b="1" dirty="0">
                    <a:solidFill>
                      <a:srgbClr val="002060"/>
                    </a:solidFill>
                    <a:latin typeface="华文中宋" panose="02010600040101010101" pitchFamily="2" charset="-122"/>
                    <a:ea typeface="华文中宋" panose="02010600040101010101" pitchFamily="2" charset="-122"/>
                  </a:rPr>
                  <a:t>形成驻波后，找到波节的位置，通过导轨上的刻度尺计算特定个数的半波的长度（通常</a:t>
                </a:r>
                <a:r>
                  <a:rPr lang="en-US" altLang="zh-CN" sz="2400" b="1" dirty="0">
                    <a:solidFill>
                      <a:srgbClr val="002060"/>
                    </a:solidFill>
                    <a:latin typeface="华文中宋" panose="02010600040101010101" pitchFamily="2" charset="-122"/>
                    <a:ea typeface="华文中宋" panose="02010600040101010101" pitchFamily="2" charset="-122"/>
                  </a:rPr>
                  <a:t>2~3</a:t>
                </a:r>
                <a:r>
                  <a:rPr lang="zh-CN" altLang="en-US" sz="2400" b="1" dirty="0">
                    <a:solidFill>
                      <a:srgbClr val="002060"/>
                    </a:solidFill>
                    <a:latin typeface="华文中宋" panose="02010600040101010101" pitchFamily="2" charset="-122"/>
                    <a:ea typeface="华文中宋" panose="02010600040101010101" pitchFamily="2" charset="-122"/>
                  </a:rPr>
                  <a:t>个），由此得到驻波波长。</a:t>
                </a:r>
              </a:p>
            </p:txBody>
          </p:sp>
        </mc:Choice>
        <mc:Fallback xmlns="">
          <p:sp>
            <p:nvSpPr>
              <p:cNvPr id="4" name="文本框 3">
                <a:extLst>
                  <a:ext uri="{FF2B5EF4-FFF2-40B4-BE49-F238E27FC236}">
                    <a16:creationId xmlns:a16="http://schemas.microsoft.com/office/drawing/2014/main" id="{33B4C95E-3711-46C8-83E6-5C581150B76E}"/>
                  </a:ext>
                </a:extLst>
              </p:cNvPr>
              <p:cNvSpPr txBox="1">
                <a:spLocks noRot="1" noChangeAspect="1" noMove="1" noResize="1" noEditPoints="1" noAdjustHandles="1" noChangeArrowheads="1" noChangeShapeType="1" noTextEdit="1"/>
              </p:cNvSpPr>
              <p:nvPr/>
            </p:nvSpPr>
            <p:spPr>
              <a:xfrm>
                <a:off x="611560" y="1124744"/>
                <a:ext cx="7632848" cy="5005729"/>
              </a:xfrm>
              <a:prstGeom prst="rect">
                <a:avLst/>
              </a:prstGeom>
              <a:blipFill>
                <a:blip r:embed="rId2"/>
                <a:stretch>
                  <a:fillRect l="-1198" t="-974" r="-1278" b="-1827"/>
                </a:stretch>
              </a:blipFill>
            </p:spPr>
            <p:txBody>
              <a:bodyPr/>
              <a:lstStyle/>
              <a:p>
                <a:r>
                  <a:rPr lang="zh-CN" altLang="en-US">
                    <a:noFill/>
                  </a:rPr>
                  <a:t> </a:t>
                </a:r>
              </a:p>
            </p:txBody>
          </p:sp>
        </mc:Fallback>
      </mc:AlternateContent>
      <p:sp>
        <p:nvSpPr>
          <p:cNvPr id="2" name="文本框 1">
            <a:extLst>
              <a:ext uri="{FF2B5EF4-FFF2-40B4-BE49-F238E27FC236}">
                <a16:creationId xmlns:a16="http://schemas.microsoft.com/office/drawing/2014/main" id="{9B59B053-3485-6878-F122-246EEE7C5EF1}"/>
              </a:ext>
            </a:extLst>
          </p:cNvPr>
          <p:cNvSpPr txBox="1"/>
          <p:nvPr/>
        </p:nvSpPr>
        <p:spPr>
          <a:xfrm>
            <a:off x="734100" y="6309320"/>
            <a:ext cx="6142156" cy="369332"/>
          </a:xfrm>
          <a:prstGeom prst="rect">
            <a:avLst/>
          </a:prstGeom>
          <a:noFill/>
        </p:spPr>
        <p:txBody>
          <a:bodyPr wrap="square" rtlCol="0">
            <a:spAutoFit/>
          </a:bodyPr>
          <a:lstStyle/>
          <a:p>
            <a:r>
              <a:rPr lang="zh-CN" altLang="en-US" b="1" dirty="0">
                <a:solidFill>
                  <a:srgbClr val="7030A0"/>
                </a:solidFill>
                <a:latin typeface="华文中宋" panose="02010600040101010101" pitchFamily="2" charset="-122"/>
                <a:ea typeface="华文中宋" panose="02010600040101010101" pitchFamily="2" charset="-122"/>
              </a:rPr>
              <a:t>注意：当频率、张力和线密度均一定时，波长只有一个。</a:t>
            </a:r>
          </a:p>
        </p:txBody>
      </p:sp>
    </p:spTree>
    <p:extLst>
      <p:ext uri="{BB962C8B-B14F-4D97-AF65-F5344CB8AC3E}">
        <p14:creationId xmlns:p14="http://schemas.microsoft.com/office/powerpoint/2010/main" val="1001929336"/>
      </p:ext>
    </p:extLst>
  </p:cSld>
  <p:clrMapOvr>
    <a:masterClrMapping/>
  </p:clrMapOvr>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5">
            <a:extLst>
              <a:ext uri="{FF2B5EF4-FFF2-40B4-BE49-F238E27FC236}">
                <a16:creationId xmlns:a16="http://schemas.microsoft.com/office/drawing/2014/main" id="{BF64783F-CAF8-0F38-4E63-0F2D7A67E237}"/>
              </a:ext>
            </a:extLst>
          </p:cNvPr>
          <p:cNvSpPr>
            <a:spLocks noChangeArrowheads="1"/>
          </p:cNvSpPr>
          <p:nvPr/>
        </p:nvSpPr>
        <p:spPr bwMode="auto">
          <a:xfrm>
            <a:off x="229671" y="42336"/>
            <a:ext cx="8532031" cy="584775"/>
          </a:xfrm>
          <a:prstGeom prst="rect">
            <a:avLst/>
          </a:prstGeom>
          <a:noFill/>
          <a:ln w="9525" algn="ctr">
            <a:noFill/>
            <a:miter lim="800000"/>
            <a:headEnd/>
            <a:tailEnd/>
          </a:ln>
          <a:effectLst/>
        </p:spPr>
        <p:txBody>
          <a:bodyPr wrap="square">
            <a:spAutoFit/>
          </a:bodyPr>
          <a:lstStyle/>
          <a:p>
            <a:pPr eaLnBrk="1" hangingPunct="1"/>
            <a:r>
              <a:rPr lang="zh-CN" altLang="en-US" sz="3200" b="1" dirty="0">
                <a:solidFill>
                  <a:srgbClr val="FF0000"/>
                </a:solidFill>
                <a:latin typeface="微软雅黑" panose="020B0503020204020204" pitchFamily="34" charset="-122"/>
                <a:ea typeface="微软雅黑" panose="020B0503020204020204" pitchFamily="34" charset="-122"/>
              </a:rPr>
              <a:t>三  实验仪器</a:t>
            </a:r>
            <a:endParaRPr lang="zh-CN" altLang="en-US" sz="2400" b="1" dirty="0">
              <a:solidFill>
                <a:srgbClr val="FF0000"/>
              </a:solidFill>
              <a:latin typeface="微软雅黑" panose="020B0503020204020204" pitchFamily="34" charset="-122"/>
              <a:ea typeface="微软雅黑" panose="020B0503020204020204" pitchFamily="34" charset="-122"/>
            </a:endParaRPr>
          </a:p>
        </p:txBody>
      </p:sp>
      <p:sp>
        <p:nvSpPr>
          <p:cNvPr id="3" name="文本框 2">
            <a:extLst>
              <a:ext uri="{FF2B5EF4-FFF2-40B4-BE49-F238E27FC236}">
                <a16:creationId xmlns:a16="http://schemas.microsoft.com/office/drawing/2014/main" id="{56FE8718-4192-31F6-DA6E-059A2F5ECEE3}"/>
              </a:ext>
            </a:extLst>
          </p:cNvPr>
          <p:cNvSpPr txBox="1"/>
          <p:nvPr/>
        </p:nvSpPr>
        <p:spPr>
          <a:xfrm>
            <a:off x="1198721" y="1114400"/>
            <a:ext cx="3672408" cy="400110"/>
          </a:xfrm>
          <a:prstGeom prst="rect">
            <a:avLst/>
          </a:prstGeom>
          <a:noFill/>
        </p:spPr>
        <p:txBody>
          <a:bodyPr wrap="square" rtlCol="0">
            <a:spAutoFit/>
          </a:bodyPr>
          <a:lstStyle/>
          <a:p>
            <a:r>
              <a:rPr lang="zh-CN" altLang="en-US" sz="2000" b="1" dirty="0">
                <a:latin typeface="华文中宋" panose="02010600040101010101" pitchFamily="2" charset="-122"/>
                <a:ea typeface="华文中宋" panose="02010600040101010101" pitchFamily="2" charset="-122"/>
              </a:rPr>
              <a:t>弦音试验仪、振动力学信号源</a:t>
            </a:r>
          </a:p>
        </p:txBody>
      </p:sp>
      <p:pic>
        <p:nvPicPr>
          <p:cNvPr id="5" name="图片 4">
            <a:extLst>
              <a:ext uri="{FF2B5EF4-FFF2-40B4-BE49-F238E27FC236}">
                <a16:creationId xmlns:a16="http://schemas.microsoft.com/office/drawing/2014/main" id="{CAA2ADCB-221C-9C10-86CB-C498051E3DB1}"/>
              </a:ext>
            </a:extLst>
          </p:cNvPr>
          <p:cNvPicPr>
            <a:picLocks noChangeAspect="1"/>
          </p:cNvPicPr>
          <p:nvPr/>
        </p:nvPicPr>
        <p:blipFill>
          <a:blip r:embed="rId2"/>
          <a:stretch>
            <a:fillRect/>
          </a:stretch>
        </p:blipFill>
        <p:spPr>
          <a:xfrm>
            <a:off x="697518" y="2204864"/>
            <a:ext cx="7596336" cy="2881531"/>
          </a:xfrm>
          <a:prstGeom prst="rect">
            <a:avLst/>
          </a:prstGeom>
        </p:spPr>
      </p:pic>
      <p:sp>
        <p:nvSpPr>
          <p:cNvPr id="6" name="文本框 5">
            <a:extLst>
              <a:ext uri="{FF2B5EF4-FFF2-40B4-BE49-F238E27FC236}">
                <a16:creationId xmlns:a16="http://schemas.microsoft.com/office/drawing/2014/main" id="{8F697840-14B4-5C5D-8196-9667DD24BCFB}"/>
              </a:ext>
            </a:extLst>
          </p:cNvPr>
          <p:cNvSpPr txBox="1"/>
          <p:nvPr/>
        </p:nvSpPr>
        <p:spPr>
          <a:xfrm>
            <a:off x="7092280" y="5003884"/>
            <a:ext cx="1368152" cy="369332"/>
          </a:xfrm>
          <a:prstGeom prst="rect">
            <a:avLst/>
          </a:prstGeom>
          <a:solidFill>
            <a:schemeClr val="tx1">
              <a:lumMod val="20000"/>
              <a:lumOff val="80000"/>
            </a:schemeClr>
          </a:solidFill>
          <a:ln>
            <a:solidFill>
              <a:srgbClr val="C00000"/>
            </a:solidFill>
          </a:ln>
        </p:spPr>
        <p:txBody>
          <a:bodyPr wrap="square" rtlCol="0">
            <a:spAutoFit/>
          </a:bodyPr>
          <a:lstStyle/>
          <a:p>
            <a:r>
              <a:rPr lang="zh-CN" altLang="en-US" b="1" dirty="0">
                <a:solidFill>
                  <a:srgbClr val="C00000"/>
                </a:solidFill>
              </a:rPr>
              <a:t>弦音实验仪</a:t>
            </a:r>
          </a:p>
        </p:txBody>
      </p:sp>
      <p:cxnSp>
        <p:nvCxnSpPr>
          <p:cNvPr id="8" name="直接箭头连接符 7">
            <a:extLst>
              <a:ext uri="{FF2B5EF4-FFF2-40B4-BE49-F238E27FC236}">
                <a16:creationId xmlns:a16="http://schemas.microsoft.com/office/drawing/2014/main" id="{9D4CC230-BA3E-C73C-9508-3206277D782D}"/>
              </a:ext>
            </a:extLst>
          </p:cNvPr>
          <p:cNvCxnSpPr>
            <a:cxnSpLocks/>
          </p:cNvCxnSpPr>
          <p:nvPr/>
        </p:nvCxnSpPr>
        <p:spPr>
          <a:xfrm>
            <a:off x="7020272" y="4437111"/>
            <a:ext cx="576064" cy="566773"/>
          </a:xfrm>
          <a:prstGeom prst="straightConnector1">
            <a:avLst/>
          </a:prstGeom>
          <a:ln w="19050">
            <a:solidFill>
              <a:srgbClr val="C00000"/>
            </a:solidFill>
            <a:headEnd type="none"/>
            <a:tailEnd type="stealth" w="lg" len="lg"/>
          </a:ln>
        </p:spPr>
        <p:style>
          <a:lnRef idx="1">
            <a:schemeClr val="accent1"/>
          </a:lnRef>
          <a:fillRef idx="0">
            <a:schemeClr val="accent1"/>
          </a:fillRef>
          <a:effectRef idx="0">
            <a:schemeClr val="accent1"/>
          </a:effectRef>
          <a:fontRef idx="minor">
            <a:schemeClr val="tx1"/>
          </a:fontRef>
        </p:style>
      </p:cxnSp>
      <p:sp>
        <p:nvSpPr>
          <p:cNvPr id="11" name="文本框 10">
            <a:extLst>
              <a:ext uri="{FF2B5EF4-FFF2-40B4-BE49-F238E27FC236}">
                <a16:creationId xmlns:a16="http://schemas.microsoft.com/office/drawing/2014/main" id="{18068BA2-93EB-E51E-B7BB-E2B1AADAC89D}"/>
              </a:ext>
            </a:extLst>
          </p:cNvPr>
          <p:cNvSpPr txBox="1"/>
          <p:nvPr/>
        </p:nvSpPr>
        <p:spPr>
          <a:xfrm>
            <a:off x="5912148" y="3426800"/>
            <a:ext cx="1107740" cy="369332"/>
          </a:xfrm>
          <a:prstGeom prst="rect">
            <a:avLst/>
          </a:prstGeom>
          <a:solidFill>
            <a:schemeClr val="tx1">
              <a:lumMod val="20000"/>
              <a:lumOff val="80000"/>
            </a:schemeClr>
          </a:solidFill>
          <a:ln>
            <a:solidFill>
              <a:srgbClr val="C00000"/>
            </a:solidFill>
          </a:ln>
        </p:spPr>
        <p:txBody>
          <a:bodyPr wrap="square" rtlCol="0">
            <a:spAutoFit/>
          </a:bodyPr>
          <a:lstStyle/>
          <a:p>
            <a:r>
              <a:rPr lang="zh-CN" altLang="en-US" b="1" dirty="0">
                <a:solidFill>
                  <a:srgbClr val="C00000"/>
                </a:solidFill>
              </a:rPr>
              <a:t>振动簧片</a:t>
            </a:r>
          </a:p>
        </p:txBody>
      </p:sp>
      <p:cxnSp>
        <p:nvCxnSpPr>
          <p:cNvPr id="12" name="直接箭头连接符 11">
            <a:extLst>
              <a:ext uri="{FF2B5EF4-FFF2-40B4-BE49-F238E27FC236}">
                <a16:creationId xmlns:a16="http://schemas.microsoft.com/office/drawing/2014/main" id="{2DDC8EF6-C813-F14E-F0B5-2F04C006ADF5}"/>
              </a:ext>
            </a:extLst>
          </p:cNvPr>
          <p:cNvCxnSpPr>
            <a:cxnSpLocks/>
          </p:cNvCxnSpPr>
          <p:nvPr/>
        </p:nvCxnSpPr>
        <p:spPr>
          <a:xfrm flipH="1" flipV="1">
            <a:off x="6372200" y="3822388"/>
            <a:ext cx="521064" cy="256944"/>
          </a:xfrm>
          <a:prstGeom prst="straightConnector1">
            <a:avLst/>
          </a:prstGeom>
          <a:ln w="19050">
            <a:solidFill>
              <a:srgbClr val="C00000"/>
            </a:solidFill>
            <a:headEnd type="none"/>
            <a:tailEnd type="stealth" w="lg" len="lg"/>
          </a:ln>
        </p:spPr>
        <p:style>
          <a:lnRef idx="1">
            <a:schemeClr val="accent1"/>
          </a:lnRef>
          <a:fillRef idx="0">
            <a:schemeClr val="accent1"/>
          </a:fillRef>
          <a:effectRef idx="0">
            <a:schemeClr val="accent1"/>
          </a:effectRef>
          <a:fontRef idx="minor">
            <a:schemeClr val="tx1"/>
          </a:fontRef>
        </p:style>
      </p:cxnSp>
      <p:cxnSp>
        <p:nvCxnSpPr>
          <p:cNvPr id="18" name="直接箭头连接符 17">
            <a:extLst>
              <a:ext uri="{FF2B5EF4-FFF2-40B4-BE49-F238E27FC236}">
                <a16:creationId xmlns:a16="http://schemas.microsoft.com/office/drawing/2014/main" id="{87E8B03D-4C87-7957-CB56-8708A535DEB9}"/>
              </a:ext>
            </a:extLst>
          </p:cNvPr>
          <p:cNvCxnSpPr>
            <a:cxnSpLocks/>
          </p:cNvCxnSpPr>
          <p:nvPr/>
        </p:nvCxnSpPr>
        <p:spPr>
          <a:xfrm>
            <a:off x="5580112" y="4234016"/>
            <a:ext cx="121822" cy="667890"/>
          </a:xfrm>
          <a:prstGeom prst="straightConnector1">
            <a:avLst/>
          </a:prstGeom>
          <a:ln w="19050">
            <a:solidFill>
              <a:srgbClr val="C00000"/>
            </a:solidFill>
            <a:headEnd type="none"/>
            <a:tailEnd type="stealth" w="lg" len="lg"/>
          </a:ln>
        </p:spPr>
        <p:style>
          <a:lnRef idx="1">
            <a:schemeClr val="accent1"/>
          </a:lnRef>
          <a:fillRef idx="0">
            <a:schemeClr val="accent1"/>
          </a:fillRef>
          <a:effectRef idx="0">
            <a:schemeClr val="accent1"/>
          </a:effectRef>
          <a:fontRef idx="minor">
            <a:schemeClr val="tx1"/>
          </a:fontRef>
        </p:style>
      </p:cxnSp>
      <p:sp>
        <p:nvSpPr>
          <p:cNvPr id="19" name="文本框 18">
            <a:extLst>
              <a:ext uri="{FF2B5EF4-FFF2-40B4-BE49-F238E27FC236}">
                <a16:creationId xmlns:a16="http://schemas.microsoft.com/office/drawing/2014/main" id="{50DD9393-5D1F-3586-CBBF-CA91F962B0FA}"/>
              </a:ext>
            </a:extLst>
          </p:cNvPr>
          <p:cNvSpPr txBox="1"/>
          <p:nvPr/>
        </p:nvSpPr>
        <p:spPr>
          <a:xfrm>
            <a:off x="5148064" y="4914857"/>
            <a:ext cx="1107740" cy="369332"/>
          </a:xfrm>
          <a:prstGeom prst="rect">
            <a:avLst/>
          </a:prstGeom>
          <a:solidFill>
            <a:schemeClr val="tx1">
              <a:lumMod val="20000"/>
              <a:lumOff val="80000"/>
            </a:schemeClr>
          </a:solidFill>
          <a:ln>
            <a:solidFill>
              <a:srgbClr val="C00000"/>
            </a:solidFill>
          </a:ln>
        </p:spPr>
        <p:txBody>
          <a:bodyPr wrap="square" rtlCol="0">
            <a:spAutoFit/>
          </a:bodyPr>
          <a:lstStyle/>
          <a:p>
            <a:r>
              <a:rPr lang="zh-CN" altLang="en-US" b="1" dirty="0">
                <a:solidFill>
                  <a:srgbClr val="C00000"/>
                </a:solidFill>
              </a:rPr>
              <a:t>可动刀片</a:t>
            </a:r>
          </a:p>
        </p:txBody>
      </p:sp>
      <p:sp>
        <p:nvSpPr>
          <p:cNvPr id="22" name="文本框 21">
            <a:extLst>
              <a:ext uri="{FF2B5EF4-FFF2-40B4-BE49-F238E27FC236}">
                <a16:creationId xmlns:a16="http://schemas.microsoft.com/office/drawing/2014/main" id="{020575C5-481D-FBF3-74A0-3CF505F24C5D}"/>
              </a:ext>
            </a:extLst>
          </p:cNvPr>
          <p:cNvSpPr txBox="1"/>
          <p:nvPr/>
        </p:nvSpPr>
        <p:spPr>
          <a:xfrm>
            <a:off x="2848461" y="4741111"/>
            <a:ext cx="1620180" cy="369332"/>
          </a:xfrm>
          <a:prstGeom prst="rect">
            <a:avLst/>
          </a:prstGeom>
          <a:solidFill>
            <a:schemeClr val="tx1">
              <a:lumMod val="20000"/>
              <a:lumOff val="80000"/>
            </a:schemeClr>
          </a:solidFill>
          <a:ln>
            <a:solidFill>
              <a:srgbClr val="C00000"/>
            </a:solidFill>
          </a:ln>
        </p:spPr>
        <p:txBody>
          <a:bodyPr wrap="square" rtlCol="0">
            <a:spAutoFit/>
          </a:bodyPr>
          <a:lstStyle/>
          <a:p>
            <a:r>
              <a:rPr lang="zh-CN" altLang="en-US" b="1" dirty="0">
                <a:solidFill>
                  <a:srgbClr val="C00000"/>
                </a:solidFill>
              </a:rPr>
              <a:t>可动刀片支架</a:t>
            </a:r>
          </a:p>
        </p:txBody>
      </p:sp>
      <p:cxnSp>
        <p:nvCxnSpPr>
          <p:cNvPr id="23" name="直接箭头连接符 22">
            <a:extLst>
              <a:ext uri="{FF2B5EF4-FFF2-40B4-BE49-F238E27FC236}">
                <a16:creationId xmlns:a16="http://schemas.microsoft.com/office/drawing/2014/main" id="{96D96F7E-510A-A722-0A7E-CA1ABC018A68}"/>
              </a:ext>
            </a:extLst>
          </p:cNvPr>
          <p:cNvCxnSpPr>
            <a:cxnSpLocks/>
          </p:cNvCxnSpPr>
          <p:nvPr/>
        </p:nvCxnSpPr>
        <p:spPr>
          <a:xfrm>
            <a:off x="3504998" y="4079332"/>
            <a:ext cx="121822" cy="667890"/>
          </a:xfrm>
          <a:prstGeom prst="straightConnector1">
            <a:avLst/>
          </a:prstGeom>
          <a:ln w="19050">
            <a:solidFill>
              <a:srgbClr val="C00000"/>
            </a:solidFill>
            <a:headEnd type="none"/>
            <a:tailEnd type="stealth" w="lg" len="lg"/>
          </a:ln>
        </p:spPr>
        <p:style>
          <a:lnRef idx="1">
            <a:schemeClr val="accent1"/>
          </a:lnRef>
          <a:fillRef idx="0">
            <a:schemeClr val="accent1"/>
          </a:fillRef>
          <a:effectRef idx="0">
            <a:schemeClr val="accent1"/>
          </a:effectRef>
          <a:fontRef idx="minor">
            <a:schemeClr val="tx1"/>
          </a:fontRef>
        </p:style>
      </p:cxnSp>
      <p:sp>
        <p:nvSpPr>
          <p:cNvPr id="24" name="文本框 23">
            <a:extLst>
              <a:ext uri="{FF2B5EF4-FFF2-40B4-BE49-F238E27FC236}">
                <a16:creationId xmlns:a16="http://schemas.microsoft.com/office/drawing/2014/main" id="{49FBACAE-6A6E-ECE9-42A2-260D8BCFC0B7}"/>
              </a:ext>
            </a:extLst>
          </p:cNvPr>
          <p:cNvSpPr txBox="1"/>
          <p:nvPr/>
        </p:nvSpPr>
        <p:spPr>
          <a:xfrm>
            <a:off x="3781852" y="2158204"/>
            <a:ext cx="1859171" cy="369332"/>
          </a:xfrm>
          <a:prstGeom prst="rect">
            <a:avLst/>
          </a:prstGeom>
          <a:solidFill>
            <a:schemeClr val="tx1">
              <a:lumMod val="20000"/>
              <a:lumOff val="80000"/>
            </a:schemeClr>
          </a:solidFill>
          <a:ln>
            <a:solidFill>
              <a:srgbClr val="C00000"/>
            </a:solidFill>
          </a:ln>
        </p:spPr>
        <p:txBody>
          <a:bodyPr wrap="square" rtlCol="0">
            <a:spAutoFit/>
          </a:bodyPr>
          <a:lstStyle/>
          <a:p>
            <a:r>
              <a:rPr lang="zh-CN" altLang="en-US" b="1" dirty="0">
                <a:solidFill>
                  <a:srgbClr val="C00000"/>
                </a:solidFill>
              </a:rPr>
              <a:t>振动力学信号源</a:t>
            </a:r>
          </a:p>
        </p:txBody>
      </p:sp>
      <p:cxnSp>
        <p:nvCxnSpPr>
          <p:cNvPr id="25" name="直接箭头连接符 24">
            <a:extLst>
              <a:ext uri="{FF2B5EF4-FFF2-40B4-BE49-F238E27FC236}">
                <a16:creationId xmlns:a16="http://schemas.microsoft.com/office/drawing/2014/main" id="{D239AA94-E594-0B87-EF5A-2CED1856F69F}"/>
              </a:ext>
            </a:extLst>
          </p:cNvPr>
          <p:cNvCxnSpPr>
            <a:cxnSpLocks/>
          </p:cNvCxnSpPr>
          <p:nvPr/>
        </p:nvCxnSpPr>
        <p:spPr>
          <a:xfrm flipH="1" flipV="1">
            <a:off x="5180870" y="2558553"/>
            <a:ext cx="1191330" cy="256944"/>
          </a:xfrm>
          <a:prstGeom prst="straightConnector1">
            <a:avLst/>
          </a:prstGeom>
          <a:ln w="19050">
            <a:solidFill>
              <a:srgbClr val="C00000"/>
            </a:solidFill>
            <a:headEnd type="none"/>
            <a:tailEnd type="stealth" w="lg" len="lg"/>
          </a:ln>
        </p:spPr>
        <p:style>
          <a:lnRef idx="1">
            <a:schemeClr val="accent1"/>
          </a:lnRef>
          <a:fillRef idx="0">
            <a:schemeClr val="accent1"/>
          </a:fillRef>
          <a:effectRef idx="0">
            <a:schemeClr val="accent1"/>
          </a:effectRef>
          <a:fontRef idx="minor">
            <a:schemeClr val="tx1"/>
          </a:fontRef>
        </p:style>
      </p:cxnSp>
      <p:sp>
        <p:nvSpPr>
          <p:cNvPr id="27" name="文本框 26">
            <a:extLst>
              <a:ext uri="{FF2B5EF4-FFF2-40B4-BE49-F238E27FC236}">
                <a16:creationId xmlns:a16="http://schemas.microsoft.com/office/drawing/2014/main" id="{3F34432D-23AD-9BE9-18ED-45F5B4C872AA}"/>
              </a:ext>
            </a:extLst>
          </p:cNvPr>
          <p:cNvSpPr txBox="1"/>
          <p:nvPr/>
        </p:nvSpPr>
        <p:spPr>
          <a:xfrm>
            <a:off x="530940" y="4815960"/>
            <a:ext cx="648072" cy="369332"/>
          </a:xfrm>
          <a:prstGeom prst="rect">
            <a:avLst/>
          </a:prstGeom>
          <a:solidFill>
            <a:schemeClr val="tx1">
              <a:lumMod val="20000"/>
              <a:lumOff val="80000"/>
            </a:schemeClr>
          </a:solidFill>
          <a:ln>
            <a:solidFill>
              <a:srgbClr val="C00000"/>
            </a:solidFill>
          </a:ln>
        </p:spPr>
        <p:txBody>
          <a:bodyPr wrap="square" rtlCol="0">
            <a:spAutoFit/>
          </a:bodyPr>
          <a:lstStyle/>
          <a:p>
            <a:r>
              <a:rPr lang="zh-CN" altLang="en-US" b="1" dirty="0">
                <a:solidFill>
                  <a:srgbClr val="C00000"/>
                </a:solidFill>
              </a:rPr>
              <a:t>砝码</a:t>
            </a:r>
          </a:p>
        </p:txBody>
      </p:sp>
      <p:cxnSp>
        <p:nvCxnSpPr>
          <p:cNvPr id="28" name="直接箭头连接符 27">
            <a:extLst>
              <a:ext uri="{FF2B5EF4-FFF2-40B4-BE49-F238E27FC236}">
                <a16:creationId xmlns:a16="http://schemas.microsoft.com/office/drawing/2014/main" id="{9B39DD79-D745-D9EA-B254-CB052710A069}"/>
              </a:ext>
            </a:extLst>
          </p:cNvPr>
          <p:cNvCxnSpPr>
            <a:cxnSpLocks/>
          </p:cNvCxnSpPr>
          <p:nvPr/>
        </p:nvCxnSpPr>
        <p:spPr>
          <a:xfrm flipH="1">
            <a:off x="803024" y="4261993"/>
            <a:ext cx="395697" cy="539906"/>
          </a:xfrm>
          <a:prstGeom prst="straightConnector1">
            <a:avLst/>
          </a:prstGeom>
          <a:ln w="19050">
            <a:solidFill>
              <a:srgbClr val="C00000"/>
            </a:solidFill>
            <a:headEnd type="none"/>
            <a:tailEnd type="stealth" w="lg" len="lg"/>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982443363"/>
      </p:ext>
    </p:extLst>
  </p:cSld>
  <p:clrMapOvr>
    <a:masterClrMapping/>
  </p:clrMapOvr>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Rectangle 3"/>
              <p:cNvSpPr>
                <a:spLocks noChangeArrowheads="1"/>
              </p:cNvSpPr>
              <p:nvPr/>
            </p:nvSpPr>
            <p:spPr bwMode="auto">
              <a:xfrm>
                <a:off x="513582" y="903040"/>
                <a:ext cx="7776000" cy="584006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spAutoFit/>
              </a:bodyPr>
              <a:lstStyle/>
              <a:p>
                <a:pPr indent="457200" algn="just">
                  <a:spcAft>
                    <a:spcPts val="600"/>
                  </a:spcAft>
                </a:pPr>
                <a:r>
                  <a:rPr lang="zh-CN" altLang="en-US" sz="2400" b="1" dirty="0">
                    <a:solidFill>
                      <a:schemeClr val="tx1">
                        <a:lumMod val="50000"/>
                      </a:schemeClr>
                    </a:solidFill>
                    <a:latin typeface="华文中宋" panose="02010600040101010101" pitchFamily="2" charset="-122"/>
                    <a:ea typeface="华文中宋" panose="02010600040101010101" pitchFamily="2" charset="-122"/>
                    <a:cs typeface="Times New Roman" pitchFamily="18" charset="0"/>
                  </a:rPr>
                  <a:t>实验中弦的张力</a:t>
                </a:r>
                <a:r>
                  <a:rPr lang="en-US" altLang="zh-CN" sz="2400" b="1" dirty="0">
                    <a:solidFill>
                      <a:schemeClr val="tx1">
                        <a:lumMod val="50000"/>
                      </a:schemeClr>
                    </a:solidFill>
                    <a:latin typeface="华文中宋" panose="02010600040101010101" pitchFamily="2" charset="-122"/>
                    <a:ea typeface="华文中宋" panose="02010600040101010101" pitchFamily="2" charset="-122"/>
                    <a:cs typeface="Times New Roman" pitchFamily="18" charset="0"/>
                  </a:rPr>
                  <a:t>T</a:t>
                </a:r>
                <a:r>
                  <a:rPr lang="zh-CN" altLang="en-US" sz="2400" b="1" dirty="0">
                    <a:solidFill>
                      <a:schemeClr val="tx1">
                        <a:lumMod val="50000"/>
                      </a:schemeClr>
                    </a:solidFill>
                    <a:latin typeface="华文中宋" panose="02010600040101010101" pitchFamily="2" charset="-122"/>
                    <a:ea typeface="华文中宋" panose="02010600040101010101" pitchFamily="2" charset="-122"/>
                    <a:cs typeface="Times New Roman" pitchFamily="18" charset="0"/>
                  </a:rPr>
                  <a:t>是由弦线末端的砝码个数确定的。要验证波长与张力的关系，根据式</a:t>
                </a:r>
                <a:r>
                  <a:rPr lang="en-US" altLang="zh-CN" sz="2400" b="1" dirty="0">
                    <a:solidFill>
                      <a:schemeClr val="tx1">
                        <a:lumMod val="50000"/>
                      </a:schemeClr>
                    </a:solidFill>
                    <a:latin typeface="华文中宋" panose="02010600040101010101" pitchFamily="2" charset="-122"/>
                    <a:ea typeface="华文中宋" panose="02010600040101010101" pitchFamily="2" charset="-122"/>
                    <a:cs typeface="Times New Roman" pitchFamily="18" charset="0"/>
                  </a:rPr>
                  <a:t>(5)</a:t>
                </a:r>
                <a:r>
                  <a:rPr lang="zh-CN" altLang="en-US" sz="2400" b="1" dirty="0">
                    <a:solidFill>
                      <a:schemeClr val="tx1">
                        <a:lumMod val="50000"/>
                      </a:schemeClr>
                    </a:solidFill>
                    <a:latin typeface="华文中宋" panose="02010600040101010101" pitchFamily="2" charset="-122"/>
                    <a:ea typeface="华文中宋" panose="02010600040101010101" pitchFamily="2" charset="-122"/>
                    <a:cs typeface="Times New Roman" pitchFamily="18" charset="0"/>
                  </a:rPr>
                  <a:t>，需要取一个确定的频率</a:t>
                </a:r>
                <a14:m>
                  <m:oMath xmlns:m="http://schemas.openxmlformats.org/officeDocument/2006/math">
                    <m:r>
                      <a:rPr lang="en-US" altLang="zh-CN" sz="2400" b="1" i="1" smtClean="0">
                        <a:solidFill>
                          <a:schemeClr val="tx1">
                            <a:lumMod val="50000"/>
                          </a:schemeClr>
                        </a:solidFill>
                        <a:latin typeface="Cambria Math" panose="02040503050406030204" pitchFamily="18" charset="0"/>
                        <a:ea typeface="华文中宋" panose="02010600040101010101" pitchFamily="2" charset="-122"/>
                        <a:cs typeface="Times New Roman" pitchFamily="18" charset="0"/>
                      </a:rPr>
                      <m:t>𝒇</m:t>
                    </m:r>
                  </m:oMath>
                </a14:m>
                <a:r>
                  <a:rPr lang="zh-CN" altLang="en-US" sz="2400" b="1" dirty="0">
                    <a:solidFill>
                      <a:schemeClr val="tx1">
                        <a:lumMod val="50000"/>
                      </a:schemeClr>
                    </a:solidFill>
                    <a:latin typeface="华文中宋" panose="02010600040101010101" pitchFamily="2" charset="-122"/>
                    <a:ea typeface="华文中宋" panose="02010600040101010101" pitchFamily="2" charset="-122"/>
                    <a:cs typeface="Times New Roman" pitchFamily="18" charset="0"/>
                  </a:rPr>
                  <a:t>，并逐渐增加砝码个数，测量驻波波长。</a:t>
                </a:r>
                <a:endParaRPr lang="en-US" altLang="zh-CN" sz="2400" b="1" dirty="0">
                  <a:solidFill>
                    <a:schemeClr val="tx1">
                      <a:lumMod val="50000"/>
                    </a:schemeClr>
                  </a:solidFill>
                  <a:latin typeface="华文中宋" panose="02010600040101010101" pitchFamily="2" charset="-122"/>
                  <a:ea typeface="华文中宋" panose="02010600040101010101" pitchFamily="2" charset="-122"/>
                  <a:cs typeface="Times New Roman" pitchFamily="18" charset="0"/>
                </a:endParaRPr>
              </a:p>
              <a:p>
                <a:r>
                  <a:rPr lang="zh-CN" altLang="en-US" sz="2400" b="1" dirty="0">
                    <a:solidFill>
                      <a:srgbClr val="FF0066"/>
                    </a:solidFill>
                    <a:effectLst>
                      <a:outerShdw blurRad="38100" dist="38100" dir="2700000" algn="tl">
                        <a:srgbClr val="000000">
                          <a:alpha val="43137"/>
                        </a:srgbClr>
                      </a:outerShdw>
                    </a:effectLst>
                    <a:latin typeface="华文中宋" panose="02010600040101010101" pitchFamily="2" charset="-122"/>
                    <a:ea typeface="华文中宋" panose="02010600040101010101" pitchFamily="2" charset="-122"/>
                    <a:cs typeface="Times New Roman" pitchFamily="18" charset="0"/>
                  </a:rPr>
                  <a:t>步骤：</a:t>
                </a:r>
                <a:endParaRPr lang="en-US" altLang="zh-CN" sz="2400" b="1" dirty="0">
                  <a:solidFill>
                    <a:srgbClr val="FF0066"/>
                  </a:solidFill>
                  <a:effectLst>
                    <a:outerShdw blurRad="38100" dist="38100" dir="2700000" algn="tl">
                      <a:srgbClr val="000000">
                        <a:alpha val="43137"/>
                      </a:srgbClr>
                    </a:outerShdw>
                  </a:effectLst>
                  <a:latin typeface="华文中宋" panose="02010600040101010101" pitchFamily="2" charset="-122"/>
                  <a:ea typeface="华文中宋" panose="02010600040101010101" pitchFamily="2" charset="-122"/>
                  <a:cs typeface="Times New Roman" pitchFamily="18" charset="0"/>
                </a:endParaRPr>
              </a:p>
              <a:p>
                <a:pPr marL="864000" indent="-457200">
                  <a:spcAft>
                    <a:spcPts val="300"/>
                  </a:spcAft>
                  <a:buFont typeface="+mj-lt"/>
                  <a:buAutoNum type="arabicPeriod"/>
                </a:pPr>
                <a:r>
                  <a:rPr lang="zh-CN" altLang="en-US" sz="2000" b="1" dirty="0">
                    <a:solidFill>
                      <a:schemeClr val="tx1">
                        <a:lumMod val="75000"/>
                      </a:schemeClr>
                    </a:solidFill>
                    <a:latin typeface="华文中宋" panose="02010600040101010101" pitchFamily="2" charset="-122"/>
                    <a:ea typeface="华文中宋" panose="02010600040101010101" pitchFamily="2" charset="-122"/>
                    <a:cs typeface="Times New Roman" pitchFamily="18" charset="0"/>
                  </a:rPr>
                  <a:t>打开信号源，设置频率为</a:t>
                </a:r>
                <a14:m>
                  <m:oMath xmlns:m="http://schemas.openxmlformats.org/officeDocument/2006/math">
                    <m:r>
                      <a:rPr lang="en-US" altLang="zh-CN" sz="2000" b="1" i="1" smtClean="0">
                        <a:solidFill>
                          <a:schemeClr val="tx1">
                            <a:lumMod val="75000"/>
                          </a:schemeClr>
                        </a:solidFill>
                        <a:latin typeface="Cambria Math" panose="02040503050406030204" pitchFamily="18" charset="0"/>
                        <a:ea typeface="华文中宋" panose="02010600040101010101" pitchFamily="2" charset="-122"/>
                        <a:cs typeface="Times New Roman" pitchFamily="18" charset="0"/>
                      </a:rPr>
                      <m:t>𝟗𝟎</m:t>
                    </m:r>
                    <m:r>
                      <a:rPr lang="en-US" altLang="zh-CN" sz="2000" b="1" i="1" smtClean="0">
                        <a:solidFill>
                          <a:schemeClr val="tx1">
                            <a:lumMod val="75000"/>
                          </a:schemeClr>
                        </a:solidFill>
                        <a:latin typeface="Cambria Math" panose="02040503050406030204" pitchFamily="18" charset="0"/>
                        <a:ea typeface="华文中宋" panose="02010600040101010101" pitchFamily="2" charset="-122"/>
                        <a:cs typeface="Times New Roman" pitchFamily="18" charset="0"/>
                      </a:rPr>
                      <m:t>𝑯𝒛</m:t>
                    </m:r>
                  </m:oMath>
                </a14:m>
                <a:r>
                  <a:rPr lang="zh-CN" altLang="en-US" sz="2000" b="1" dirty="0">
                    <a:solidFill>
                      <a:schemeClr val="tx1">
                        <a:lumMod val="75000"/>
                      </a:schemeClr>
                    </a:solidFill>
                    <a:latin typeface="华文中宋" panose="02010600040101010101" pitchFamily="2" charset="-122"/>
                    <a:ea typeface="华文中宋" panose="02010600040101010101" pitchFamily="2" charset="-122"/>
                    <a:cs typeface="Times New Roman" pitchFamily="18" charset="0"/>
                  </a:rPr>
                  <a:t>，振动幅度为</a:t>
                </a:r>
                <a:r>
                  <a:rPr lang="en-US" altLang="zh-CN" sz="2000" b="1" dirty="0">
                    <a:solidFill>
                      <a:schemeClr val="tx1">
                        <a:lumMod val="75000"/>
                      </a:schemeClr>
                    </a:solidFill>
                    <a:latin typeface="华文中宋" panose="02010600040101010101" pitchFamily="2" charset="-122"/>
                    <a:ea typeface="华文中宋" panose="02010600040101010101" pitchFamily="2" charset="-122"/>
                    <a:cs typeface="Times New Roman" pitchFamily="18" charset="0"/>
                  </a:rPr>
                  <a:t>100</a:t>
                </a:r>
                <a:r>
                  <a:rPr lang="zh-CN" altLang="en-US" sz="2000" b="1" dirty="0">
                    <a:solidFill>
                      <a:schemeClr val="tx1">
                        <a:lumMod val="75000"/>
                      </a:schemeClr>
                    </a:solidFill>
                    <a:latin typeface="华文中宋" panose="02010600040101010101" pitchFamily="2" charset="-122"/>
                    <a:ea typeface="华文中宋" panose="02010600040101010101" pitchFamily="2" charset="-122"/>
                    <a:cs typeface="Times New Roman" pitchFamily="18" charset="0"/>
                  </a:rPr>
                  <a:t>；</a:t>
                </a:r>
                <a:endParaRPr lang="en-US" altLang="zh-CN" sz="2000" b="1" dirty="0">
                  <a:solidFill>
                    <a:schemeClr val="tx1">
                      <a:lumMod val="75000"/>
                    </a:schemeClr>
                  </a:solidFill>
                  <a:latin typeface="华文中宋" panose="02010600040101010101" pitchFamily="2" charset="-122"/>
                  <a:ea typeface="华文中宋" panose="02010600040101010101" pitchFamily="2" charset="-122"/>
                  <a:cs typeface="Times New Roman" pitchFamily="18" charset="0"/>
                </a:endParaRPr>
              </a:p>
              <a:p>
                <a:pPr marL="864000" indent="-457200" algn="just">
                  <a:spcAft>
                    <a:spcPts val="300"/>
                  </a:spcAft>
                  <a:buFont typeface="+mj-lt"/>
                  <a:buAutoNum type="arabicPeriod"/>
                </a:pPr>
                <a:r>
                  <a:rPr lang="zh-CN" altLang="en-US" sz="2000" b="1" dirty="0">
                    <a:solidFill>
                      <a:schemeClr val="tx1">
                        <a:lumMod val="75000"/>
                      </a:schemeClr>
                    </a:solidFill>
                    <a:latin typeface="华文中宋" panose="02010600040101010101" pitchFamily="2" charset="-122"/>
                    <a:ea typeface="华文中宋" panose="02010600040101010101" pitchFamily="2" charset="-122"/>
                    <a:cs typeface="Times New Roman" pitchFamily="18" charset="0"/>
                  </a:rPr>
                  <a:t>在砝码盘上放置</a:t>
                </a:r>
                <a:r>
                  <a:rPr lang="en-US" altLang="zh-CN" sz="2000" b="1" dirty="0">
                    <a:solidFill>
                      <a:schemeClr val="tx1">
                        <a:lumMod val="75000"/>
                      </a:schemeClr>
                    </a:solidFill>
                    <a:latin typeface="华文中宋" panose="02010600040101010101" pitchFamily="2" charset="-122"/>
                    <a:ea typeface="华文中宋" panose="02010600040101010101" pitchFamily="2" charset="-122"/>
                    <a:cs typeface="Times New Roman" pitchFamily="18" charset="0"/>
                  </a:rPr>
                  <a:t>2</a:t>
                </a:r>
                <a:r>
                  <a:rPr lang="zh-CN" altLang="en-US" sz="2000" b="1" dirty="0">
                    <a:solidFill>
                      <a:schemeClr val="tx1">
                        <a:lumMod val="75000"/>
                      </a:schemeClr>
                    </a:solidFill>
                    <a:latin typeface="华文中宋" panose="02010600040101010101" pitchFamily="2" charset="-122"/>
                    <a:ea typeface="华文中宋" panose="02010600040101010101" pitchFamily="2" charset="-122"/>
                    <a:cs typeface="Times New Roman" pitchFamily="18" charset="0"/>
                  </a:rPr>
                  <a:t>个砝码，把“可动刀口支架”在</a:t>
                </a:r>
                <a:r>
                  <a:rPr lang="en-US" altLang="zh-CN" sz="2000" b="1" dirty="0">
                    <a:solidFill>
                      <a:schemeClr val="tx1">
                        <a:lumMod val="75000"/>
                      </a:schemeClr>
                    </a:solidFill>
                    <a:latin typeface="华文中宋" panose="02010600040101010101" pitchFamily="2" charset="-122"/>
                    <a:ea typeface="华文中宋" panose="02010600040101010101" pitchFamily="2" charset="-122"/>
                    <a:cs typeface="Times New Roman" pitchFamily="18" charset="0"/>
                  </a:rPr>
                  <a:t>75cm</a:t>
                </a:r>
                <a:r>
                  <a:rPr lang="zh-CN" altLang="en-US" sz="2000" b="1" dirty="0">
                    <a:solidFill>
                      <a:schemeClr val="tx1">
                        <a:lumMod val="75000"/>
                      </a:schemeClr>
                    </a:solidFill>
                    <a:latin typeface="华文中宋" panose="02010600040101010101" pitchFamily="2" charset="-122"/>
                    <a:ea typeface="华文中宋" panose="02010600040101010101" pitchFamily="2" charset="-122"/>
                    <a:cs typeface="Times New Roman" pitchFamily="18" charset="0"/>
                  </a:rPr>
                  <a:t>附近缓慢移动，直至出现振幅较大的驻波，在</a:t>
                </a:r>
                <a:r>
                  <a:rPr lang="en-US" altLang="zh-CN" sz="2000" b="1" dirty="0">
                    <a:solidFill>
                      <a:schemeClr val="tx1">
                        <a:lumMod val="75000"/>
                      </a:schemeClr>
                    </a:solidFill>
                    <a:latin typeface="华文中宋" panose="02010600040101010101" pitchFamily="2" charset="-122"/>
                    <a:ea typeface="华文中宋" panose="02010600040101010101" pitchFamily="2" charset="-122"/>
                    <a:cs typeface="Times New Roman" pitchFamily="18" charset="0"/>
                  </a:rPr>
                  <a:t>75cm</a:t>
                </a:r>
                <a:r>
                  <a:rPr lang="zh-CN" altLang="en-US" sz="2000" b="1" dirty="0">
                    <a:solidFill>
                      <a:schemeClr val="tx1">
                        <a:lumMod val="75000"/>
                      </a:schemeClr>
                    </a:solidFill>
                    <a:latin typeface="华文中宋" panose="02010600040101010101" pitchFamily="2" charset="-122"/>
                    <a:ea typeface="华文中宋" panose="02010600040101010101" pitchFamily="2" charset="-122"/>
                    <a:cs typeface="Times New Roman" pitchFamily="18" charset="0"/>
                  </a:rPr>
                  <a:t>附近可找到</a:t>
                </a:r>
                <a:r>
                  <a:rPr lang="en-US" altLang="zh-CN" sz="2000" b="1" dirty="0">
                    <a:solidFill>
                      <a:schemeClr val="tx1">
                        <a:lumMod val="75000"/>
                      </a:schemeClr>
                    </a:solidFill>
                    <a:latin typeface="华文中宋" panose="02010600040101010101" pitchFamily="2" charset="-122"/>
                    <a:ea typeface="华文中宋" panose="02010600040101010101" pitchFamily="2" charset="-122"/>
                    <a:cs typeface="Times New Roman" pitchFamily="18" charset="0"/>
                  </a:rPr>
                  <a:t>4</a:t>
                </a:r>
                <a:r>
                  <a:rPr lang="zh-CN" altLang="en-US" sz="2000" b="1" dirty="0">
                    <a:solidFill>
                      <a:schemeClr val="tx1">
                        <a:lumMod val="75000"/>
                      </a:schemeClr>
                    </a:solidFill>
                    <a:latin typeface="华文中宋" panose="02010600040101010101" pitchFamily="2" charset="-122"/>
                    <a:ea typeface="华文中宋" panose="02010600040101010101" pitchFamily="2" charset="-122"/>
                    <a:cs typeface="Times New Roman" pitchFamily="18" charset="0"/>
                  </a:rPr>
                  <a:t>个半波；</a:t>
                </a:r>
                <a:endParaRPr lang="en-US" altLang="zh-CN" sz="2000" b="1" dirty="0">
                  <a:solidFill>
                    <a:schemeClr val="tx1">
                      <a:lumMod val="75000"/>
                    </a:schemeClr>
                  </a:solidFill>
                  <a:latin typeface="华文中宋" panose="02010600040101010101" pitchFamily="2" charset="-122"/>
                  <a:ea typeface="华文中宋" panose="02010600040101010101" pitchFamily="2" charset="-122"/>
                  <a:cs typeface="Times New Roman" pitchFamily="18" charset="0"/>
                </a:endParaRPr>
              </a:p>
              <a:p>
                <a:pPr marL="864000" indent="-457200" algn="just">
                  <a:spcAft>
                    <a:spcPts val="300"/>
                  </a:spcAft>
                  <a:buFont typeface="+mj-lt"/>
                  <a:buAutoNum type="arabicPeriod"/>
                </a:pPr>
                <a:r>
                  <a:rPr lang="zh-CN" altLang="en-US" sz="2000" b="1" dirty="0">
                    <a:solidFill>
                      <a:schemeClr val="tx1">
                        <a:lumMod val="75000"/>
                      </a:schemeClr>
                    </a:solidFill>
                    <a:latin typeface="华文中宋" panose="02010600040101010101" pitchFamily="2" charset="-122"/>
                    <a:ea typeface="华文中宋" panose="02010600040101010101" pitchFamily="2" charset="-122"/>
                    <a:cs typeface="Times New Roman" pitchFamily="18" charset="0"/>
                  </a:rPr>
                  <a:t>将右侧“可动刀口”移到第一个波节处（除振动簧片外的第一波节，不测振动簧片这个波节）；</a:t>
                </a:r>
                <a:endParaRPr lang="en-US" altLang="zh-CN" sz="2000" b="1" dirty="0">
                  <a:solidFill>
                    <a:schemeClr val="tx1">
                      <a:lumMod val="75000"/>
                    </a:schemeClr>
                  </a:solidFill>
                  <a:latin typeface="华文中宋" panose="02010600040101010101" pitchFamily="2" charset="-122"/>
                  <a:ea typeface="华文中宋" panose="02010600040101010101" pitchFamily="2" charset="-122"/>
                  <a:cs typeface="Times New Roman" pitchFamily="18" charset="0"/>
                </a:endParaRPr>
              </a:p>
              <a:p>
                <a:pPr marL="864000" indent="-457200" algn="just">
                  <a:spcAft>
                    <a:spcPts val="300"/>
                  </a:spcAft>
                  <a:buFont typeface="+mj-lt"/>
                  <a:buAutoNum type="arabicPeriod"/>
                </a:pPr>
                <a:r>
                  <a:rPr lang="zh-CN" altLang="en-US" sz="2000" b="1" dirty="0">
                    <a:solidFill>
                      <a:schemeClr val="tx1">
                        <a:lumMod val="75000"/>
                      </a:schemeClr>
                    </a:solidFill>
                    <a:latin typeface="华文中宋" panose="02010600040101010101" pitchFamily="2" charset="-122"/>
                    <a:ea typeface="华文中宋" panose="02010600040101010101" pitchFamily="2" charset="-122"/>
                    <a:cs typeface="Times New Roman" pitchFamily="18" charset="0"/>
                  </a:rPr>
                  <a:t>记下左侧“可动刀口支架”和右侧“可动刀口”之间的距离</a:t>
                </a:r>
                <a14:m>
                  <m:oMath xmlns:m="http://schemas.openxmlformats.org/officeDocument/2006/math">
                    <m:r>
                      <a:rPr lang="zh-CN" altLang="en-US" sz="2000" b="1" i="1" smtClean="0">
                        <a:solidFill>
                          <a:schemeClr val="tx1">
                            <a:lumMod val="75000"/>
                          </a:schemeClr>
                        </a:solidFill>
                        <a:latin typeface="Cambria Math" panose="02040503050406030204" pitchFamily="18" charset="0"/>
                        <a:ea typeface="华文中宋" panose="02010600040101010101" pitchFamily="2" charset="-122"/>
                        <a:cs typeface="Times New Roman" pitchFamily="18" charset="0"/>
                      </a:rPr>
                      <m:t>𝚫</m:t>
                    </m:r>
                    <m:r>
                      <a:rPr lang="en-US" altLang="zh-CN" sz="2000" b="1" i="1" smtClean="0">
                        <a:solidFill>
                          <a:schemeClr val="tx1">
                            <a:lumMod val="75000"/>
                          </a:schemeClr>
                        </a:solidFill>
                        <a:latin typeface="Cambria Math" panose="02040503050406030204" pitchFamily="18" charset="0"/>
                        <a:ea typeface="华文中宋" panose="02010600040101010101" pitchFamily="2" charset="-122"/>
                        <a:cs typeface="Times New Roman" pitchFamily="18" charset="0"/>
                      </a:rPr>
                      <m:t>𝒙</m:t>
                    </m:r>
                  </m:oMath>
                </a14:m>
                <a:r>
                  <a:rPr lang="zh-CN" altLang="en-US" sz="2000" b="1" dirty="0">
                    <a:solidFill>
                      <a:schemeClr val="tx1">
                        <a:lumMod val="75000"/>
                      </a:schemeClr>
                    </a:solidFill>
                    <a:latin typeface="华文中宋" panose="02010600040101010101" pitchFamily="2" charset="-122"/>
                    <a:ea typeface="华文中宋" panose="02010600040101010101" pitchFamily="2" charset="-122"/>
                    <a:cs typeface="Times New Roman" pitchFamily="18" charset="0"/>
                  </a:rPr>
                  <a:t>，以及两者之间半波的个数</a:t>
                </a:r>
                <a14:m>
                  <m:oMath xmlns:m="http://schemas.openxmlformats.org/officeDocument/2006/math">
                    <m:r>
                      <a:rPr lang="en-US" altLang="zh-CN" sz="2000" b="1" i="1" smtClean="0">
                        <a:solidFill>
                          <a:schemeClr val="tx1">
                            <a:lumMod val="75000"/>
                          </a:schemeClr>
                        </a:solidFill>
                        <a:latin typeface="Cambria Math" panose="02040503050406030204" pitchFamily="18" charset="0"/>
                        <a:ea typeface="华文中宋" panose="02010600040101010101" pitchFamily="2" charset="-122"/>
                        <a:cs typeface="Times New Roman" pitchFamily="18" charset="0"/>
                      </a:rPr>
                      <m:t>𝒏</m:t>
                    </m:r>
                  </m:oMath>
                </a14:m>
                <a:r>
                  <a:rPr lang="zh-CN" altLang="en-US" sz="2000" b="1" dirty="0">
                    <a:solidFill>
                      <a:schemeClr val="tx1">
                        <a:lumMod val="75000"/>
                      </a:schemeClr>
                    </a:solidFill>
                    <a:latin typeface="华文中宋" panose="02010600040101010101" pitchFamily="2" charset="-122"/>
                    <a:ea typeface="华文中宋" panose="02010600040101010101" pitchFamily="2" charset="-122"/>
                    <a:cs typeface="Times New Roman" pitchFamily="18" charset="0"/>
                  </a:rPr>
                  <a:t>；</a:t>
                </a:r>
                <a:endParaRPr lang="en-US" altLang="zh-CN" sz="2000" b="1" dirty="0">
                  <a:solidFill>
                    <a:schemeClr val="tx1">
                      <a:lumMod val="75000"/>
                    </a:schemeClr>
                  </a:solidFill>
                  <a:latin typeface="华文中宋" panose="02010600040101010101" pitchFamily="2" charset="-122"/>
                  <a:ea typeface="华文中宋" panose="02010600040101010101" pitchFamily="2" charset="-122"/>
                  <a:cs typeface="Times New Roman" pitchFamily="18" charset="0"/>
                </a:endParaRPr>
              </a:p>
              <a:p>
                <a:pPr marL="864000" indent="-457200" algn="just">
                  <a:spcAft>
                    <a:spcPts val="300"/>
                  </a:spcAft>
                  <a:buFont typeface="+mj-lt"/>
                  <a:buAutoNum type="arabicPeriod"/>
                </a:pPr>
                <a:r>
                  <a:rPr lang="zh-CN" altLang="en-US" sz="2000" b="1" dirty="0">
                    <a:solidFill>
                      <a:schemeClr val="tx1">
                        <a:lumMod val="75000"/>
                      </a:schemeClr>
                    </a:solidFill>
                    <a:latin typeface="华文中宋" panose="02010600040101010101" pitchFamily="2" charset="-122"/>
                    <a:ea typeface="华文中宋" panose="02010600040101010101" pitchFamily="2" charset="-122"/>
                    <a:cs typeface="Times New Roman" pitchFamily="18" charset="0"/>
                  </a:rPr>
                  <a:t>增加</a:t>
                </a:r>
                <a:r>
                  <a:rPr lang="en-US" altLang="zh-CN" sz="2000" b="1" dirty="0">
                    <a:solidFill>
                      <a:schemeClr val="tx1">
                        <a:lumMod val="75000"/>
                      </a:schemeClr>
                    </a:solidFill>
                    <a:latin typeface="华文中宋" panose="02010600040101010101" pitchFamily="2" charset="-122"/>
                    <a:ea typeface="华文中宋" panose="02010600040101010101" pitchFamily="2" charset="-122"/>
                    <a:cs typeface="Times New Roman" pitchFamily="18" charset="0"/>
                  </a:rPr>
                  <a:t>2</a:t>
                </a:r>
                <a:r>
                  <a:rPr lang="zh-CN" altLang="en-US" sz="2000" b="1" dirty="0">
                    <a:solidFill>
                      <a:schemeClr val="tx1">
                        <a:lumMod val="75000"/>
                      </a:schemeClr>
                    </a:solidFill>
                    <a:latin typeface="华文中宋" panose="02010600040101010101" pitchFamily="2" charset="-122"/>
                    <a:ea typeface="华文中宋" panose="02010600040101010101" pitchFamily="2" charset="-122"/>
                    <a:cs typeface="Times New Roman" pitchFamily="18" charset="0"/>
                  </a:rPr>
                  <a:t>个砝码，</a:t>
                </a:r>
                <a:r>
                  <a:rPr lang="zh-CN" altLang="en-US" sz="2000" b="1" u="sng" dirty="0">
                    <a:solidFill>
                      <a:schemeClr val="tx1">
                        <a:lumMod val="75000"/>
                      </a:schemeClr>
                    </a:solidFill>
                    <a:latin typeface="华文中宋" panose="02010600040101010101" pitchFamily="2" charset="-122"/>
                    <a:ea typeface="华文中宋" panose="02010600040101010101" pitchFamily="2" charset="-122"/>
                    <a:cs typeface="Times New Roman" pitchFamily="18" charset="0"/>
                  </a:rPr>
                  <a:t>向左移动</a:t>
                </a:r>
                <a:r>
                  <a:rPr lang="zh-CN" altLang="en-US" sz="2000" b="1" dirty="0">
                    <a:solidFill>
                      <a:schemeClr val="tx1">
                        <a:lumMod val="75000"/>
                      </a:schemeClr>
                    </a:solidFill>
                    <a:latin typeface="华文中宋" panose="02010600040101010101" pitchFamily="2" charset="-122"/>
                    <a:ea typeface="华文中宋" panose="02010600040101010101" pitchFamily="2" charset="-122"/>
                    <a:cs typeface="Times New Roman" pitchFamily="18" charset="0"/>
                  </a:rPr>
                  <a:t>“可动刀口支架”，使弦上再次出现振幅较大的驻波，记录</a:t>
                </a:r>
                <a14:m>
                  <m:oMath xmlns:m="http://schemas.openxmlformats.org/officeDocument/2006/math">
                    <m:r>
                      <a:rPr lang="zh-CN" altLang="en-US" sz="2000" b="1" i="1" smtClean="0">
                        <a:solidFill>
                          <a:schemeClr val="tx1">
                            <a:lumMod val="75000"/>
                          </a:schemeClr>
                        </a:solidFill>
                        <a:latin typeface="Cambria Math" panose="02040503050406030204" pitchFamily="18" charset="0"/>
                        <a:ea typeface="华文中宋" panose="02010600040101010101" pitchFamily="2" charset="-122"/>
                        <a:cs typeface="Times New Roman" pitchFamily="18" charset="0"/>
                      </a:rPr>
                      <m:t>𝚫</m:t>
                    </m:r>
                    <m:r>
                      <a:rPr lang="en-US" altLang="zh-CN" sz="2000" b="1" i="1" smtClean="0">
                        <a:solidFill>
                          <a:schemeClr val="tx1">
                            <a:lumMod val="75000"/>
                          </a:schemeClr>
                        </a:solidFill>
                        <a:latin typeface="Cambria Math" panose="02040503050406030204" pitchFamily="18" charset="0"/>
                        <a:ea typeface="华文中宋" panose="02010600040101010101" pitchFamily="2" charset="-122"/>
                        <a:cs typeface="Times New Roman" pitchFamily="18" charset="0"/>
                      </a:rPr>
                      <m:t>𝒙</m:t>
                    </m:r>
                  </m:oMath>
                </a14:m>
                <a:r>
                  <a:rPr lang="zh-CN" altLang="en-US" sz="2000" b="1" dirty="0">
                    <a:solidFill>
                      <a:schemeClr val="tx1">
                        <a:lumMod val="75000"/>
                      </a:schemeClr>
                    </a:solidFill>
                    <a:latin typeface="华文中宋" panose="02010600040101010101" pitchFamily="2" charset="-122"/>
                    <a:ea typeface="华文中宋" panose="02010600040101010101" pitchFamily="2" charset="-122"/>
                    <a:cs typeface="Times New Roman" pitchFamily="18" charset="0"/>
                  </a:rPr>
                  <a:t>和</a:t>
                </a:r>
                <a14:m>
                  <m:oMath xmlns:m="http://schemas.openxmlformats.org/officeDocument/2006/math">
                    <m:r>
                      <a:rPr lang="en-US" altLang="zh-CN" sz="2000" b="1" i="1">
                        <a:solidFill>
                          <a:schemeClr val="tx1">
                            <a:lumMod val="75000"/>
                          </a:schemeClr>
                        </a:solidFill>
                        <a:latin typeface="Cambria Math" panose="02040503050406030204" pitchFamily="18" charset="0"/>
                        <a:ea typeface="华文中宋" panose="02010600040101010101" pitchFamily="2" charset="-122"/>
                        <a:cs typeface="Times New Roman" pitchFamily="18" charset="0"/>
                      </a:rPr>
                      <m:t>𝒏</m:t>
                    </m:r>
                  </m:oMath>
                </a14:m>
                <a:r>
                  <a:rPr lang="zh-CN" altLang="en-US" sz="2000" b="1" dirty="0">
                    <a:solidFill>
                      <a:schemeClr val="tx1">
                        <a:lumMod val="75000"/>
                      </a:schemeClr>
                    </a:solidFill>
                    <a:latin typeface="华文中宋" panose="02010600040101010101" pitchFamily="2" charset="-122"/>
                    <a:ea typeface="华文中宋" panose="02010600040101010101" pitchFamily="2" charset="-122"/>
                    <a:cs typeface="Times New Roman" pitchFamily="18" charset="0"/>
                  </a:rPr>
                  <a:t>；</a:t>
                </a:r>
                <a:endParaRPr lang="en-US" altLang="zh-CN" sz="2000" b="1" dirty="0">
                  <a:solidFill>
                    <a:schemeClr val="tx1">
                      <a:lumMod val="75000"/>
                    </a:schemeClr>
                  </a:solidFill>
                  <a:latin typeface="华文中宋" panose="02010600040101010101" pitchFamily="2" charset="-122"/>
                  <a:ea typeface="华文中宋" panose="02010600040101010101" pitchFamily="2" charset="-122"/>
                  <a:cs typeface="Times New Roman" pitchFamily="18" charset="0"/>
                </a:endParaRPr>
              </a:p>
              <a:p>
                <a:pPr marL="864000" indent="-457200" algn="just">
                  <a:spcAft>
                    <a:spcPts val="300"/>
                  </a:spcAft>
                  <a:buFont typeface="+mj-lt"/>
                  <a:buAutoNum type="arabicPeriod"/>
                </a:pPr>
                <a:r>
                  <a:rPr lang="zh-CN" altLang="en-US" sz="2000" b="1" dirty="0">
                    <a:solidFill>
                      <a:schemeClr val="tx1">
                        <a:lumMod val="75000"/>
                      </a:schemeClr>
                    </a:solidFill>
                    <a:latin typeface="华文中宋" panose="02010600040101010101" pitchFamily="2" charset="-122"/>
                    <a:ea typeface="华文中宋" panose="02010600040101010101" pitchFamily="2" charset="-122"/>
                    <a:cs typeface="Times New Roman" pitchFamily="18" charset="0"/>
                  </a:rPr>
                  <a:t>重复步骤</a:t>
                </a:r>
                <a:r>
                  <a:rPr lang="en-US" altLang="zh-CN" sz="2000" b="1" dirty="0">
                    <a:solidFill>
                      <a:schemeClr val="tx1">
                        <a:lumMod val="75000"/>
                      </a:schemeClr>
                    </a:solidFill>
                    <a:latin typeface="华文中宋" panose="02010600040101010101" pitchFamily="2" charset="-122"/>
                    <a:ea typeface="华文中宋" panose="02010600040101010101" pitchFamily="2" charset="-122"/>
                    <a:cs typeface="Times New Roman" pitchFamily="18" charset="0"/>
                  </a:rPr>
                  <a:t>2~4</a:t>
                </a:r>
                <a:r>
                  <a:rPr lang="zh-CN" altLang="en-US" sz="2000" b="1" dirty="0">
                    <a:solidFill>
                      <a:schemeClr val="tx1">
                        <a:lumMod val="75000"/>
                      </a:schemeClr>
                    </a:solidFill>
                    <a:latin typeface="华文中宋" panose="02010600040101010101" pitchFamily="2" charset="-122"/>
                    <a:ea typeface="华文中宋" panose="02010600040101010101" pitchFamily="2" charset="-122"/>
                    <a:cs typeface="Times New Roman" pitchFamily="18" charset="0"/>
                  </a:rPr>
                  <a:t>，直至砝码数增至</a:t>
                </a:r>
                <a:r>
                  <a:rPr lang="en-US" altLang="zh-CN" sz="2000" b="1" dirty="0">
                    <a:solidFill>
                      <a:schemeClr val="tx1">
                        <a:lumMod val="75000"/>
                      </a:schemeClr>
                    </a:solidFill>
                    <a:latin typeface="华文中宋" panose="02010600040101010101" pitchFamily="2" charset="-122"/>
                    <a:ea typeface="华文中宋" panose="02010600040101010101" pitchFamily="2" charset="-122"/>
                    <a:cs typeface="Times New Roman" pitchFamily="18" charset="0"/>
                  </a:rPr>
                  <a:t>10</a:t>
                </a:r>
                <a:r>
                  <a:rPr lang="zh-CN" altLang="en-US" sz="2000" b="1" dirty="0">
                    <a:solidFill>
                      <a:schemeClr val="tx1">
                        <a:lumMod val="75000"/>
                      </a:schemeClr>
                    </a:solidFill>
                    <a:latin typeface="华文中宋" panose="02010600040101010101" pitchFamily="2" charset="-122"/>
                    <a:ea typeface="华文中宋" panose="02010600040101010101" pitchFamily="2" charset="-122"/>
                    <a:cs typeface="Times New Roman" pitchFamily="18" charset="0"/>
                  </a:rPr>
                  <a:t>个；</a:t>
                </a:r>
                <a:endParaRPr lang="en-US" altLang="zh-CN" sz="2000" b="1" dirty="0">
                  <a:solidFill>
                    <a:schemeClr val="tx1">
                      <a:lumMod val="75000"/>
                    </a:schemeClr>
                  </a:solidFill>
                  <a:latin typeface="华文中宋" panose="02010600040101010101" pitchFamily="2" charset="-122"/>
                  <a:ea typeface="华文中宋" panose="02010600040101010101" pitchFamily="2" charset="-122"/>
                  <a:cs typeface="Times New Roman" pitchFamily="18" charset="0"/>
                </a:endParaRPr>
              </a:p>
              <a:p>
                <a:pPr marL="864000" indent="-457200" algn="just">
                  <a:spcAft>
                    <a:spcPts val="300"/>
                  </a:spcAft>
                  <a:buFont typeface="+mj-lt"/>
                  <a:buAutoNum type="arabicPeriod"/>
                </a:pPr>
                <a:r>
                  <a:rPr lang="zh-CN" altLang="en-US" sz="2000" b="1" dirty="0">
                    <a:solidFill>
                      <a:schemeClr val="tx1">
                        <a:lumMod val="75000"/>
                      </a:schemeClr>
                    </a:solidFill>
                    <a:latin typeface="华文中宋" panose="02010600040101010101" pitchFamily="2" charset="-122"/>
                    <a:ea typeface="华文中宋" panose="02010600040101010101" pitchFamily="2" charset="-122"/>
                    <a:cs typeface="Times New Roman" pitchFamily="18" charset="0"/>
                  </a:rPr>
                  <a:t>计算每次测量对应的波长、拉力，以及它们的对数，并进行数据处理和讨论。</a:t>
                </a:r>
                <a:endParaRPr lang="en-US" altLang="zh-CN" sz="2400" b="1" dirty="0">
                  <a:solidFill>
                    <a:schemeClr val="tx1">
                      <a:lumMod val="75000"/>
                    </a:schemeClr>
                  </a:solidFill>
                  <a:latin typeface="华文中宋" panose="02010600040101010101" pitchFamily="2" charset="-122"/>
                  <a:ea typeface="华文中宋" panose="02010600040101010101" pitchFamily="2" charset="-122"/>
                  <a:cs typeface="Times New Roman" pitchFamily="18" charset="0"/>
                </a:endParaRPr>
              </a:p>
            </p:txBody>
          </p:sp>
        </mc:Choice>
        <mc:Fallback xmlns="">
          <p:sp>
            <p:nvSpPr>
              <p:cNvPr id="3" name="Rectangle 3"/>
              <p:cNvSpPr>
                <a:spLocks noRot="1" noChangeAspect="1" noMove="1" noResize="1" noEditPoints="1" noAdjustHandles="1" noChangeArrowheads="1" noChangeShapeType="1" noTextEdit="1"/>
              </p:cNvSpPr>
              <p:nvPr/>
            </p:nvSpPr>
            <p:spPr bwMode="auto">
              <a:xfrm>
                <a:off x="513582" y="903040"/>
                <a:ext cx="7776000" cy="5840060"/>
              </a:xfrm>
              <a:prstGeom prst="rect">
                <a:avLst/>
              </a:prstGeom>
              <a:blipFill>
                <a:blip r:embed="rId2"/>
                <a:stretch>
                  <a:fillRect l="-1254" t="-835" r="-1254" b="-1566"/>
                </a:stretch>
              </a:blipFill>
              <a:ln w="9525">
                <a:noFill/>
                <a:miter lim="800000"/>
                <a:headEnd/>
                <a:tailEnd/>
              </a:ln>
              <a:effectLst/>
            </p:spPr>
            <p:txBody>
              <a:bodyPr/>
              <a:lstStyle/>
              <a:p>
                <a:r>
                  <a:rPr lang="zh-CN" altLang="en-US">
                    <a:noFill/>
                  </a:rPr>
                  <a:t> </a:t>
                </a:r>
              </a:p>
            </p:txBody>
          </p:sp>
        </mc:Fallback>
      </mc:AlternateContent>
      <p:sp>
        <p:nvSpPr>
          <p:cNvPr id="8" name="Rectangle 5"/>
          <p:cNvSpPr>
            <a:spLocks noChangeArrowheads="1"/>
          </p:cNvSpPr>
          <p:nvPr/>
        </p:nvSpPr>
        <p:spPr bwMode="auto">
          <a:xfrm>
            <a:off x="229671" y="42336"/>
            <a:ext cx="8532031" cy="584775"/>
          </a:xfrm>
          <a:prstGeom prst="rect">
            <a:avLst/>
          </a:prstGeom>
          <a:noFill/>
          <a:ln w="9525" algn="ctr">
            <a:noFill/>
            <a:miter lim="800000"/>
            <a:headEnd/>
            <a:tailEnd/>
          </a:ln>
          <a:effectLst/>
        </p:spPr>
        <p:txBody>
          <a:bodyPr wrap="square">
            <a:spAutoFit/>
          </a:bodyPr>
          <a:lstStyle/>
          <a:p>
            <a:pPr eaLnBrk="1" hangingPunct="1"/>
            <a:r>
              <a:rPr lang="zh-CN" altLang="en-US" sz="3200" b="1" dirty="0">
                <a:solidFill>
                  <a:srgbClr val="FF0000"/>
                </a:solidFill>
                <a:latin typeface="微软雅黑" panose="020B0503020204020204" pitchFamily="34" charset="-122"/>
                <a:ea typeface="微软雅黑" panose="020B0503020204020204" pitchFamily="34" charset="-122"/>
              </a:rPr>
              <a:t>四 实验步骤</a:t>
            </a:r>
            <a:r>
              <a:rPr lang="en-US" altLang="zh-CN" sz="3200" b="1" dirty="0">
                <a:solidFill>
                  <a:srgbClr val="FF0000"/>
                </a:solidFill>
                <a:latin typeface="华文中宋" panose="02010600040101010101" pitchFamily="2" charset="-122"/>
                <a:ea typeface="华文中宋" panose="02010600040101010101" pitchFamily="2" charset="-122"/>
              </a:rPr>
              <a:t>/</a:t>
            </a:r>
            <a:r>
              <a:rPr lang="en-US" altLang="zh-CN" sz="2400" b="1" dirty="0">
                <a:solidFill>
                  <a:srgbClr val="006666"/>
                </a:solidFill>
                <a:latin typeface="微软雅黑" panose="020B0503020204020204" pitchFamily="34" charset="-122"/>
                <a:ea typeface="微软雅黑" panose="020B0503020204020204" pitchFamily="34" charset="-122"/>
              </a:rPr>
              <a:t>4.1 </a:t>
            </a:r>
            <a:r>
              <a:rPr lang="zh-CN" altLang="en-US" sz="2400" b="1" dirty="0">
                <a:solidFill>
                  <a:srgbClr val="006666"/>
                </a:solidFill>
                <a:latin typeface="微软雅黑" panose="020B0503020204020204" pitchFamily="34" charset="-122"/>
                <a:ea typeface="微软雅黑" panose="020B0503020204020204" pitchFamily="34" charset="-122"/>
              </a:rPr>
              <a:t>验证横波波长与弦的张力的关系</a:t>
            </a:r>
            <a:endParaRPr lang="zh-CN" altLang="en-US" sz="2400" b="1" dirty="0">
              <a:solidFill>
                <a:srgbClr val="FF0000"/>
              </a:solidFill>
              <a:latin typeface="微软雅黑" panose="020B0503020204020204" pitchFamily="34" charset="-122"/>
              <a:ea typeface="微软雅黑" panose="020B0503020204020204" pitchFamily="34" charset="-122"/>
            </a:endParaRPr>
          </a:p>
        </p:txBody>
      </p:sp>
    </p:spTree>
  </p:cSld>
  <p:clrMapOvr>
    <a:masterClrMapping/>
  </p:clrMapOvr>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Rectangle 3"/>
              <p:cNvSpPr>
                <a:spLocks noChangeArrowheads="1"/>
              </p:cNvSpPr>
              <p:nvPr/>
            </p:nvSpPr>
            <p:spPr bwMode="auto">
              <a:xfrm>
                <a:off x="513582" y="838592"/>
                <a:ext cx="7956000" cy="5470728"/>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spAutoFit/>
              </a:bodyPr>
              <a:lstStyle/>
              <a:p>
                <a:pPr indent="457200" algn="just">
                  <a:spcAft>
                    <a:spcPts val="600"/>
                  </a:spcAft>
                </a:pPr>
                <a:r>
                  <a:rPr lang="zh-CN" altLang="en-US" sz="2400" b="1" dirty="0">
                    <a:solidFill>
                      <a:schemeClr val="tx1">
                        <a:lumMod val="50000"/>
                      </a:schemeClr>
                    </a:solidFill>
                    <a:latin typeface="华文中宋" panose="02010600040101010101" pitchFamily="2" charset="-122"/>
                    <a:ea typeface="华文中宋" panose="02010600040101010101" pitchFamily="2" charset="-122"/>
                    <a:cs typeface="Times New Roman" pitchFamily="18" charset="0"/>
                  </a:rPr>
                  <a:t>同理，要验证波长与频率的关系，需要取一个确定的砝码质量，并逐渐改变频率，测量驻波波长。</a:t>
                </a:r>
                <a:endParaRPr lang="en-US" altLang="zh-CN" sz="2400" b="1" dirty="0">
                  <a:solidFill>
                    <a:schemeClr val="tx1">
                      <a:lumMod val="50000"/>
                    </a:schemeClr>
                  </a:solidFill>
                  <a:latin typeface="华文中宋" panose="02010600040101010101" pitchFamily="2" charset="-122"/>
                  <a:ea typeface="华文中宋" panose="02010600040101010101" pitchFamily="2" charset="-122"/>
                  <a:cs typeface="Times New Roman" pitchFamily="18" charset="0"/>
                </a:endParaRPr>
              </a:p>
              <a:p>
                <a:r>
                  <a:rPr lang="zh-CN" altLang="en-US" sz="2400" b="1" dirty="0">
                    <a:solidFill>
                      <a:srgbClr val="FF0066"/>
                    </a:solidFill>
                    <a:effectLst>
                      <a:outerShdw blurRad="38100" dist="38100" dir="2700000" algn="tl">
                        <a:srgbClr val="000000">
                          <a:alpha val="43137"/>
                        </a:srgbClr>
                      </a:outerShdw>
                    </a:effectLst>
                    <a:latin typeface="华文中宋" panose="02010600040101010101" pitchFamily="2" charset="-122"/>
                    <a:ea typeface="华文中宋" panose="02010600040101010101" pitchFamily="2" charset="-122"/>
                    <a:cs typeface="Times New Roman" pitchFamily="18" charset="0"/>
                  </a:rPr>
                  <a:t>步骤：</a:t>
                </a:r>
                <a:endParaRPr lang="en-US" altLang="zh-CN" sz="2400" b="1" dirty="0">
                  <a:solidFill>
                    <a:srgbClr val="FF0066"/>
                  </a:solidFill>
                  <a:effectLst>
                    <a:outerShdw blurRad="38100" dist="38100" dir="2700000" algn="tl">
                      <a:srgbClr val="000000">
                        <a:alpha val="43137"/>
                      </a:srgbClr>
                    </a:outerShdw>
                  </a:effectLst>
                  <a:latin typeface="华文中宋" panose="02010600040101010101" pitchFamily="2" charset="-122"/>
                  <a:ea typeface="华文中宋" panose="02010600040101010101" pitchFamily="2" charset="-122"/>
                  <a:cs typeface="Times New Roman" pitchFamily="18" charset="0"/>
                </a:endParaRPr>
              </a:p>
              <a:p>
                <a:pPr marL="864000" indent="-457200" algn="just">
                  <a:spcAft>
                    <a:spcPts val="300"/>
                  </a:spcAft>
                  <a:buFont typeface="+mj-lt"/>
                  <a:buAutoNum type="arabicPeriod"/>
                </a:pPr>
                <a:r>
                  <a:rPr lang="zh-CN" altLang="en-US" sz="2000" b="1" dirty="0">
                    <a:solidFill>
                      <a:schemeClr val="tx1">
                        <a:lumMod val="75000"/>
                      </a:schemeClr>
                    </a:solidFill>
                    <a:latin typeface="华文中宋" panose="02010600040101010101" pitchFamily="2" charset="-122"/>
                    <a:ea typeface="华文中宋" panose="02010600040101010101" pitchFamily="2" charset="-122"/>
                    <a:cs typeface="Times New Roman" pitchFamily="18" charset="0"/>
                  </a:rPr>
                  <a:t>在砝码盘上放置</a:t>
                </a:r>
                <a:r>
                  <a:rPr lang="en-US" altLang="zh-CN" sz="2000" b="1" dirty="0">
                    <a:solidFill>
                      <a:schemeClr val="tx1">
                        <a:lumMod val="75000"/>
                      </a:schemeClr>
                    </a:solidFill>
                    <a:latin typeface="华文中宋" panose="02010600040101010101" pitchFamily="2" charset="-122"/>
                    <a:ea typeface="华文中宋" panose="02010600040101010101" pitchFamily="2" charset="-122"/>
                    <a:cs typeface="Times New Roman" pitchFamily="18" charset="0"/>
                  </a:rPr>
                  <a:t>8</a:t>
                </a:r>
                <a:r>
                  <a:rPr lang="zh-CN" altLang="en-US" sz="2000" b="1" dirty="0">
                    <a:solidFill>
                      <a:schemeClr val="tx1">
                        <a:lumMod val="75000"/>
                      </a:schemeClr>
                    </a:solidFill>
                    <a:latin typeface="华文中宋" panose="02010600040101010101" pitchFamily="2" charset="-122"/>
                    <a:ea typeface="华文中宋" panose="02010600040101010101" pitchFamily="2" charset="-122"/>
                    <a:cs typeface="Times New Roman" pitchFamily="18" charset="0"/>
                  </a:rPr>
                  <a:t>个砝码，频率调为</a:t>
                </a:r>
                <a14:m>
                  <m:oMath xmlns:m="http://schemas.openxmlformats.org/officeDocument/2006/math">
                    <m:r>
                      <a:rPr lang="en-US" altLang="zh-CN" sz="2000" b="1" i="0" smtClean="0">
                        <a:solidFill>
                          <a:schemeClr val="tx1">
                            <a:lumMod val="75000"/>
                          </a:schemeClr>
                        </a:solidFill>
                        <a:latin typeface="Cambria Math" panose="02040503050406030204" pitchFamily="18" charset="0"/>
                        <a:ea typeface="华文中宋" panose="02010600040101010101" pitchFamily="2" charset="-122"/>
                        <a:cs typeface="Times New Roman" pitchFamily="18" charset="0"/>
                      </a:rPr>
                      <m:t>𝟓</m:t>
                    </m:r>
                    <m:r>
                      <a:rPr lang="en-US" altLang="zh-CN" sz="2000" b="1" i="1" smtClean="0">
                        <a:solidFill>
                          <a:schemeClr val="tx1">
                            <a:lumMod val="75000"/>
                          </a:schemeClr>
                        </a:solidFill>
                        <a:latin typeface="Cambria Math" panose="02040503050406030204" pitchFamily="18" charset="0"/>
                        <a:ea typeface="华文中宋" panose="02010600040101010101" pitchFamily="2" charset="-122"/>
                        <a:cs typeface="Times New Roman" pitchFamily="18" charset="0"/>
                      </a:rPr>
                      <m:t>𝟎</m:t>
                    </m:r>
                    <m:r>
                      <a:rPr lang="en-US" altLang="zh-CN" sz="2000" b="1" i="1" smtClean="0">
                        <a:solidFill>
                          <a:schemeClr val="tx1">
                            <a:lumMod val="75000"/>
                          </a:schemeClr>
                        </a:solidFill>
                        <a:latin typeface="Cambria Math" panose="02040503050406030204" pitchFamily="18" charset="0"/>
                        <a:ea typeface="华文中宋" panose="02010600040101010101" pitchFamily="2" charset="-122"/>
                        <a:cs typeface="Times New Roman" pitchFamily="18" charset="0"/>
                      </a:rPr>
                      <m:t>𝑯𝒛</m:t>
                    </m:r>
                  </m:oMath>
                </a14:m>
                <a:r>
                  <a:rPr lang="zh-CN" altLang="en-US" sz="2000" b="1" dirty="0">
                    <a:solidFill>
                      <a:schemeClr val="tx1">
                        <a:lumMod val="75000"/>
                      </a:schemeClr>
                    </a:solidFill>
                    <a:latin typeface="华文中宋" panose="02010600040101010101" pitchFamily="2" charset="-122"/>
                    <a:ea typeface="华文中宋" panose="02010600040101010101" pitchFamily="2" charset="-122"/>
                    <a:cs typeface="Times New Roman" pitchFamily="18" charset="0"/>
                  </a:rPr>
                  <a:t>，振动幅度调为</a:t>
                </a:r>
                <a:r>
                  <a:rPr lang="en-US" altLang="zh-CN" sz="2000" b="1" dirty="0">
                    <a:solidFill>
                      <a:schemeClr val="tx1">
                        <a:lumMod val="75000"/>
                      </a:schemeClr>
                    </a:solidFill>
                    <a:latin typeface="华文中宋" panose="02010600040101010101" pitchFamily="2" charset="-122"/>
                    <a:ea typeface="华文中宋" panose="02010600040101010101" pitchFamily="2" charset="-122"/>
                    <a:cs typeface="Times New Roman" pitchFamily="18" charset="0"/>
                  </a:rPr>
                  <a:t>50%</a:t>
                </a:r>
                <a:r>
                  <a:rPr lang="zh-CN" altLang="en-US" sz="2000" b="1" dirty="0">
                    <a:solidFill>
                      <a:schemeClr val="tx1">
                        <a:lumMod val="75000"/>
                      </a:schemeClr>
                    </a:solidFill>
                    <a:latin typeface="华文中宋" panose="02010600040101010101" pitchFamily="2" charset="-122"/>
                    <a:ea typeface="华文中宋" panose="02010600040101010101" pitchFamily="2" charset="-122"/>
                    <a:cs typeface="Times New Roman" pitchFamily="18" charset="0"/>
                  </a:rPr>
                  <a:t>（频率较低时，幅度太大会导致簧片与金属外壳碰撞）；</a:t>
                </a:r>
                <a:endParaRPr lang="en-US" altLang="zh-CN" sz="2000" b="1" dirty="0">
                  <a:solidFill>
                    <a:schemeClr val="tx1">
                      <a:lumMod val="75000"/>
                    </a:schemeClr>
                  </a:solidFill>
                  <a:latin typeface="华文中宋" panose="02010600040101010101" pitchFamily="2" charset="-122"/>
                  <a:ea typeface="华文中宋" panose="02010600040101010101" pitchFamily="2" charset="-122"/>
                  <a:cs typeface="Times New Roman" pitchFamily="18" charset="0"/>
                </a:endParaRPr>
              </a:p>
              <a:p>
                <a:pPr marL="864000" indent="-457200" algn="just">
                  <a:spcAft>
                    <a:spcPts val="300"/>
                  </a:spcAft>
                  <a:buFont typeface="+mj-lt"/>
                  <a:buAutoNum type="arabicPeriod"/>
                </a:pPr>
                <a:r>
                  <a:rPr lang="zh-CN" altLang="en-US" sz="2000" b="1" dirty="0">
                    <a:solidFill>
                      <a:schemeClr val="tx1">
                        <a:lumMod val="75000"/>
                      </a:schemeClr>
                    </a:solidFill>
                    <a:latin typeface="华文中宋" panose="02010600040101010101" pitchFamily="2" charset="-122"/>
                    <a:ea typeface="华文中宋" panose="02010600040101010101" pitchFamily="2" charset="-122"/>
                    <a:cs typeface="Times New Roman" pitchFamily="18" charset="0"/>
                  </a:rPr>
                  <a:t>把“可动刀口支架”在</a:t>
                </a:r>
                <a:r>
                  <a:rPr lang="en-US" altLang="zh-CN" sz="2000" b="1" dirty="0">
                    <a:solidFill>
                      <a:schemeClr val="tx1">
                        <a:lumMod val="75000"/>
                      </a:schemeClr>
                    </a:solidFill>
                    <a:latin typeface="华文中宋" panose="02010600040101010101" pitchFamily="2" charset="-122"/>
                    <a:ea typeface="华文中宋" panose="02010600040101010101" pitchFamily="2" charset="-122"/>
                    <a:cs typeface="Times New Roman" pitchFamily="18" charset="0"/>
                  </a:rPr>
                  <a:t>30cm</a:t>
                </a:r>
                <a:r>
                  <a:rPr lang="zh-CN" altLang="en-US" sz="2000" b="1" dirty="0">
                    <a:solidFill>
                      <a:schemeClr val="tx1">
                        <a:lumMod val="75000"/>
                      </a:schemeClr>
                    </a:solidFill>
                    <a:latin typeface="华文中宋" panose="02010600040101010101" pitchFamily="2" charset="-122"/>
                    <a:ea typeface="华文中宋" panose="02010600040101010101" pitchFamily="2" charset="-122"/>
                    <a:cs typeface="Times New Roman" pitchFamily="18" charset="0"/>
                  </a:rPr>
                  <a:t>附近缓慢移动，直至出现振幅较大的驻波，</a:t>
                </a:r>
                <a14:m>
                  <m:oMath xmlns:m="http://schemas.openxmlformats.org/officeDocument/2006/math">
                    <m:r>
                      <a:rPr lang="en-US" altLang="zh-CN" sz="2000" b="1" i="1" smtClean="0">
                        <a:solidFill>
                          <a:schemeClr val="tx1">
                            <a:lumMod val="75000"/>
                          </a:schemeClr>
                        </a:solidFill>
                        <a:latin typeface="Cambria Math" panose="02040503050406030204" pitchFamily="18" charset="0"/>
                        <a:ea typeface="华文中宋" panose="02010600040101010101" pitchFamily="2" charset="-122"/>
                        <a:cs typeface="Times New Roman" pitchFamily="18" charset="0"/>
                      </a:rPr>
                      <m:t>𝒇</m:t>
                    </m:r>
                    <m:r>
                      <a:rPr lang="en-US" altLang="zh-CN" sz="2000" b="1" i="1" smtClean="0">
                        <a:solidFill>
                          <a:schemeClr val="tx1">
                            <a:lumMod val="75000"/>
                          </a:schemeClr>
                        </a:solidFill>
                        <a:latin typeface="Cambria Math" panose="02040503050406030204" pitchFamily="18" charset="0"/>
                        <a:ea typeface="华文中宋" panose="02010600040101010101" pitchFamily="2" charset="-122"/>
                        <a:cs typeface="Times New Roman" pitchFamily="18" charset="0"/>
                      </a:rPr>
                      <m:t>=</m:t>
                    </m:r>
                    <m:r>
                      <a:rPr lang="en-US" altLang="zh-CN" sz="2000" b="1" i="1" smtClean="0">
                        <a:solidFill>
                          <a:schemeClr val="tx1">
                            <a:lumMod val="75000"/>
                          </a:schemeClr>
                        </a:solidFill>
                        <a:latin typeface="Cambria Math" panose="02040503050406030204" pitchFamily="18" charset="0"/>
                        <a:ea typeface="华文中宋" panose="02010600040101010101" pitchFamily="2" charset="-122"/>
                        <a:cs typeface="Times New Roman" pitchFamily="18" charset="0"/>
                      </a:rPr>
                      <m:t>𝟓𝟎</m:t>
                    </m:r>
                    <m:r>
                      <a:rPr lang="en-US" altLang="zh-CN" sz="2000" b="1" i="1" smtClean="0">
                        <a:solidFill>
                          <a:schemeClr val="tx1">
                            <a:lumMod val="75000"/>
                          </a:schemeClr>
                        </a:solidFill>
                        <a:latin typeface="Cambria Math" panose="02040503050406030204" pitchFamily="18" charset="0"/>
                        <a:ea typeface="华文中宋" panose="02010600040101010101" pitchFamily="2" charset="-122"/>
                        <a:cs typeface="Times New Roman" pitchFamily="18" charset="0"/>
                      </a:rPr>
                      <m:t>𝑯𝒛</m:t>
                    </m:r>
                  </m:oMath>
                </a14:m>
                <a:r>
                  <a:rPr lang="zh-CN" altLang="en-US" sz="2000" b="1" dirty="0">
                    <a:solidFill>
                      <a:schemeClr val="tx1">
                        <a:lumMod val="75000"/>
                      </a:schemeClr>
                    </a:solidFill>
                    <a:latin typeface="华文中宋" panose="02010600040101010101" pitchFamily="2" charset="-122"/>
                    <a:ea typeface="华文中宋" panose="02010600040101010101" pitchFamily="2" charset="-122"/>
                    <a:cs typeface="Times New Roman" pitchFamily="18" charset="0"/>
                  </a:rPr>
                  <a:t>时在</a:t>
                </a:r>
                <a:r>
                  <a:rPr lang="en-US" altLang="zh-CN" sz="2000" b="1" dirty="0">
                    <a:solidFill>
                      <a:schemeClr val="tx1">
                        <a:lumMod val="75000"/>
                      </a:schemeClr>
                    </a:solidFill>
                    <a:latin typeface="华文中宋" panose="02010600040101010101" pitchFamily="2" charset="-122"/>
                    <a:ea typeface="华文中宋" panose="02010600040101010101" pitchFamily="2" charset="-122"/>
                    <a:cs typeface="Times New Roman" pitchFamily="18" charset="0"/>
                  </a:rPr>
                  <a:t>30cm</a:t>
                </a:r>
                <a:r>
                  <a:rPr lang="zh-CN" altLang="en-US" sz="2000" b="1" dirty="0">
                    <a:solidFill>
                      <a:schemeClr val="tx1">
                        <a:lumMod val="75000"/>
                      </a:schemeClr>
                    </a:solidFill>
                    <a:latin typeface="华文中宋" panose="02010600040101010101" pitchFamily="2" charset="-122"/>
                    <a:ea typeface="华文中宋" panose="02010600040101010101" pitchFamily="2" charset="-122"/>
                    <a:cs typeface="Times New Roman" pitchFamily="18" charset="0"/>
                  </a:rPr>
                  <a:t>附近可找到</a:t>
                </a:r>
                <a:r>
                  <a:rPr lang="en-US" altLang="zh-CN" sz="2000" b="1" dirty="0">
                    <a:solidFill>
                      <a:schemeClr val="tx1">
                        <a:lumMod val="75000"/>
                      </a:schemeClr>
                    </a:solidFill>
                    <a:latin typeface="华文中宋" panose="02010600040101010101" pitchFamily="2" charset="-122"/>
                    <a:ea typeface="华文中宋" panose="02010600040101010101" pitchFamily="2" charset="-122"/>
                    <a:cs typeface="Times New Roman" pitchFamily="18" charset="0"/>
                  </a:rPr>
                  <a:t>3</a:t>
                </a:r>
                <a:r>
                  <a:rPr lang="zh-CN" altLang="en-US" sz="2000" b="1" dirty="0">
                    <a:solidFill>
                      <a:schemeClr val="tx1">
                        <a:lumMod val="75000"/>
                      </a:schemeClr>
                    </a:solidFill>
                    <a:latin typeface="华文中宋" panose="02010600040101010101" pitchFamily="2" charset="-122"/>
                    <a:ea typeface="华文中宋" panose="02010600040101010101" pitchFamily="2" charset="-122"/>
                    <a:cs typeface="Times New Roman" pitchFamily="18" charset="0"/>
                  </a:rPr>
                  <a:t>个半波；</a:t>
                </a:r>
                <a:endParaRPr lang="en-US" altLang="zh-CN" sz="2000" b="1" dirty="0">
                  <a:solidFill>
                    <a:schemeClr val="tx1">
                      <a:lumMod val="75000"/>
                    </a:schemeClr>
                  </a:solidFill>
                  <a:latin typeface="华文中宋" panose="02010600040101010101" pitchFamily="2" charset="-122"/>
                  <a:ea typeface="华文中宋" panose="02010600040101010101" pitchFamily="2" charset="-122"/>
                  <a:cs typeface="Times New Roman" pitchFamily="18" charset="0"/>
                </a:endParaRPr>
              </a:p>
              <a:p>
                <a:pPr marL="864000" indent="-457200" algn="just">
                  <a:spcAft>
                    <a:spcPts val="300"/>
                  </a:spcAft>
                  <a:buFont typeface="+mj-lt"/>
                  <a:buAutoNum type="arabicPeriod"/>
                </a:pPr>
                <a:r>
                  <a:rPr lang="zh-CN" altLang="en-US" sz="2000" b="1" dirty="0">
                    <a:solidFill>
                      <a:schemeClr val="tx1">
                        <a:lumMod val="75000"/>
                      </a:schemeClr>
                    </a:solidFill>
                    <a:latin typeface="华文中宋" panose="02010600040101010101" pitchFamily="2" charset="-122"/>
                    <a:ea typeface="华文中宋" panose="02010600040101010101" pitchFamily="2" charset="-122"/>
                    <a:cs typeface="Times New Roman" pitchFamily="18" charset="0"/>
                  </a:rPr>
                  <a:t>将右侧“可动刀口”移到第一个波节处（除振动簧片外的第一波节，不测振动簧片这个波节）；</a:t>
                </a:r>
                <a:endParaRPr lang="en-US" altLang="zh-CN" sz="2000" b="1" dirty="0">
                  <a:solidFill>
                    <a:schemeClr val="tx1">
                      <a:lumMod val="75000"/>
                    </a:schemeClr>
                  </a:solidFill>
                  <a:latin typeface="华文中宋" panose="02010600040101010101" pitchFamily="2" charset="-122"/>
                  <a:ea typeface="华文中宋" panose="02010600040101010101" pitchFamily="2" charset="-122"/>
                  <a:cs typeface="Times New Roman" pitchFamily="18" charset="0"/>
                </a:endParaRPr>
              </a:p>
              <a:p>
                <a:pPr marL="864000" indent="-457200" algn="just">
                  <a:spcAft>
                    <a:spcPts val="300"/>
                  </a:spcAft>
                  <a:buFont typeface="+mj-lt"/>
                  <a:buAutoNum type="arabicPeriod"/>
                </a:pPr>
                <a:r>
                  <a:rPr lang="zh-CN" altLang="en-US" sz="2000" b="1" dirty="0">
                    <a:solidFill>
                      <a:schemeClr val="tx1">
                        <a:lumMod val="75000"/>
                      </a:schemeClr>
                    </a:solidFill>
                    <a:latin typeface="华文中宋" panose="02010600040101010101" pitchFamily="2" charset="-122"/>
                    <a:ea typeface="华文中宋" panose="02010600040101010101" pitchFamily="2" charset="-122"/>
                    <a:cs typeface="Times New Roman" pitchFamily="18" charset="0"/>
                  </a:rPr>
                  <a:t>记下左侧“可动刀口支架”和右侧“可动刀口”之间的距离</a:t>
                </a:r>
                <a14:m>
                  <m:oMath xmlns:m="http://schemas.openxmlformats.org/officeDocument/2006/math">
                    <m:r>
                      <a:rPr lang="zh-CN" altLang="en-US" sz="2000" b="1" i="1" smtClean="0">
                        <a:solidFill>
                          <a:schemeClr val="tx1">
                            <a:lumMod val="75000"/>
                          </a:schemeClr>
                        </a:solidFill>
                        <a:latin typeface="Cambria Math" panose="02040503050406030204" pitchFamily="18" charset="0"/>
                        <a:ea typeface="华文中宋" panose="02010600040101010101" pitchFamily="2" charset="-122"/>
                        <a:cs typeface="Times New Roman" pitchFamily="18" charset="0"/>
                      </a:rPr>
                      <m:t>𝚫</m:t>
                    </m:r>
                    <m:r>
                      <a:rPr lang="en-US" altLang="zh-CN" sz="2000" b="1" i="1" smtClean="0">
                        <a:solidFill>
                          <a:schemeClr val="tx1">
                            <a:lumMod val="75000"/>
                          </a:schemeClr>
                        </a:solidFill>
                        <a:latin typeface="Cambria Math" panose="02040503050406030204" pitchFamily="18" charset="0"/>
                        <a:ea typeface="华文中宋" panose="02010600040101010101" pitchFamily="2" charset="-122"/>
                        <a:cs typeface="Times New Roman" pitchFamily="18" charset="0"/>
                      </a:rPr>
                      <m:t>𝒙</m:t>
                    </m:r>
                  </m:oMath>
                </a14:m>
                <a:r>
                  <a:rPr lang="zh-CN" altLang="en-US" sz="2000" b="1" dirty="0">
                    <a:solidFill>
                      <a:schemeClr val="tx1">
                        <a:lumMod val="75000"/>
                      </a:schemeClr>
                    </a:solidFill>
                    <a:latin typeface="华文中宋" panose="02010600040101010101" pitchFamily="2" charset="-122"/>
                    <a:ea typeface="华文中宋" panose="02010600040101010101" pitchFamily="2" charset="-122"/>
                    <a:cs typeface="Times New Roman" pitchFamily="18" charset="0"/>
                  </a:rPr>
                  <a:t>，以及两者之间半波的个数</a:t>
                </a:r>
                <a14:m>
                  <m:oMath xmlns:m="http://schemas.openxmlformats.org/officeDocument/2006/math">
                    <m:r>
                      <a:rPr lang="en-US" altLang="zh-CN" sz="2000" b="1" i="1" smtClean="0">
                        <a:solidFill>
                          <a:schemeClr val="tx1">
                            <a:lumMod val="75000"/>
                          </a:schemeClr>
                        </a:solidFill>
                        <a:latin typeface="Cambria Math" panose="02040503050406030204" pitchFamily="18" charset="0"/>
                        <a:ea typeface="华文中宋" panose="02010600040101010101" pitchFamily="2" charset="-122"/>
                        <a:cs typeface="Times New Roman" pitchFamily="18" charset="0"/>
                      </a:rPr>
                      <m:t>𝒏</m:t>
                    </m:r>
                  </m:oMath>
                </a14:m>
                <a:r>
                  <a:rPr lang="zh-CN" altLang="en-US" sz="2000" b="1" dirty="0">
                    <a:solidFill>
                      <a:schemeClr val="tx1">
                        <a:lumMod val="75000"/>
                      </a:schemeClr>
                    </a:solidFill>
                    <a:latin typeface="华文中宋" panose="02010600040101010101" pitchFamily="2" charset="-122"/>
                    <a:ea typeface="华文中宋" panose="02010600040101010101" pitchFamily="2" charset="-122"/>
                    <a:cs typeface="Times New Roman" pitchFamily="18" charset="0"/>
                  </a:rPr>
                  <a:t>；</a:t>
                </a:r>
                <a:endParaRPr lang="en-US" altLang="zh-CN" sz="2000" b="1" dirty="0">
                  <a:solidFill>
                    <a:schemeClr val="tx1">
                      <a:lumMod val="75000"/>
                    </a:schemeClr>
                  </a:solidFill>
                  <a:latin typeface="华文中宋" panose="02010600040101010101" pitchFamily="2" charset="-122"/>
                  <a:ea typeface="华文中宋" panose="02010600040101010101" pitchFamily="2" charset="-122"/>
                  <a:cs typeface="Times New Roman" pitchFamily="18" charset="0"/>
                </a:endParaRPr>
              </a:p>
              <a:p>
                <a:pPr marL="864000" indent="-457200" algn="just">
                  <a:spcAft>
                    <a:spcPts val="300"/>
                  </a:spcAft>
                  <a:buFont typeface="+mj-lt"/>
                  <a:buAutoNum type="arabicPeriod"/>
                </a:pPr>
                <a:r>
                  <a:rPr lang="zh-CN" altLang="en-US" sz="2000" b="1" dirty="0">
                    <a:solidFill>
                      <a:schemeClr val="tx1">
                        <a:lumMod val="75000"/>
                      </a:schemeClr>
                    </a:solidFill>
                    <a:latin typeface="华文中宋" panose="02010600040101010101" pitchFamily="2" charset="-122"/>
                    <a:ea typeface="华文中宋" panose="02010600040101010101" pitchFamily="2" charset="-122"/>
                    <a:cs typeface="Times New Roman" pitchFamily="18" charset="0"/>
                  </a:rPr>
                  <a:t>将频率调为</a:t>
                </a:r>
                <a14:m>
                  <m:oMath xmlns:m="http://schemas.openxmlformats.org/officeDocument/2006/math">
                    <m:r>
                      <a:rPr lang="en-US" altLang="zh-CN" sz="2000" b="1" i="0" smtClean="0">
                        <a:solidFill>
                          <a:schemeClr val="tx1">
                            <a:lumMod val="75000"/>
                          </a:schemeClr>
                        </a:solidFill>
                        <a:latin typeface="Cambria Math" panose="02040503050406030204" pitchFamily="18" charset="0"/>
                        <a:ea typeface="华文中宋" panose="02010600040101010101" pitchFamily="2" charset="-122"/>
                        <a:cs typeface="Times New Roman" pitchFamily="18" charset="0"/>
                      </a:rPr>
                      <m:t>𝟕</m:t>
                    </m:r>
                    <m:r>
                      <a:rPr lang="en-US" altLang="zh-CN" sz="2000" b="1" i="1" smtClean="0">
                        <a:solidFill>
                          <a:schemeClr val="tx1">
                            <a:lumMod val="75000"/>
                          </a:schemeClr>
                        </a:solidFill>
                        <a:latin typeface="Cambria Math" panose="02040503050406030204" pitchFamily="18" charset="0"/>
                        <a:ea typeface="华文中宋" panose="02010600040101010101" pitchFamily="2" charset="-122"/>
                        <a:cs typeface="Times New Roman" pitchFamily="18" charset="0"/>
                      </a:rPr>
                      <m:t>𝟎</m:t>
                    </m:r>
                    <m:r>
                      <a:rPr lang="en-US" altLang="zh-CN" sz="2000" b="1" i="1" smtClean="0">
                        <a:solidFill>
                          <a:schemeClr val="tx1">
                            <a:lumMod val="75000"/>
                          </a:schemeClr>
                        </a:solidFill>
                        <a:latin typeface="Cambria Math" panose="02040503050406030204" pitchFamily="18" charset="0"/>
                        <a:ea typeface="华文中宋" panose="02010600040101010101" pitchFamily="2" charset="-122"/>
                        <a:cs typeface="Times New Roman" pitchFamily="18" charset="0"/>
                      </a:rPr>
                      <m:t>𝑯𝒛</m:t>
                    </m:r>
                  </m:oMath>
                </a14:m>
                <a:r>
                  <a:rPr lang="zh-CN" altLang="en-US" sz="2000" b="1" dirty="0">
                    <a:solidFill>
                      <a:schemeClr val="tx1">
                        <a:lumMod val="75000"/>
                      </a:schemeClr>
                    </a:solidFill>
                    <a:latin typeface="华文中宋" panose="02010600040101010101" pitchFamily="2" charset="-122"/>
                    <a:ea typeface="华文中宋" panose="02010600040101010101" pitchFamily="2" charset="-122"/>
                    <a:cs typeface="Times New Roman" pitchFamily="18" charset="0"/>
                  </a:rPr>
                  <a:t>、</a:t>
                </a:r>
                <a14:m>
                  <m:oMath xmlns:m="http://schemas.openxmlformats.org/officeDocument/2006/math">
                    <m:r>
                      <a:rPr lang="en-US" altLang="zh-CN" sz="2000" b="1" i="0" smtClean="0">
                        <a:solidFill>
                          <a:schemeClr val="tx1">
                            <a:lumMod val="75000"/>
                          </a:schemeClr>
                        </a:solidFill>
                        <a:latin typeface="Cambria Math" panose="02040503050406030204" pitchFamily="18" charset="0"/>
                        <a:ea typeface="华文中宋" panose="02010600040101010101" pitchFamily="2" charset="-122"/>
                        <a:cs typeface="Times New Roman" pitchFamily="18" charset="0"/>
                      </a:rPr>
                      <m:t>𝟖</m:t>
                    </m:r>
                    <m:r>
                      <a:rPr lang="en-US" altLang="zh-CN" sz="2000" b="1" i="1">
                        <a:solidFill>
                          <a:schemeClr val="tx1">
                            <a:lumMod val="75000"/>
                          </a:schemeClr>
                        </a:solidFill>
                        <a:latin typeface="Cambria Math" panose="02040503050406030204" pitchFamily="18" charset="0"/>
                        <a:ea typeface="华文中宋" panose="02010600040101010101" pitchFamily="2" charset="-122"/>
                        <a:cs typeface="Times New Roman" pitchFamily="18" charset="0"/>
                      </a:rPr>
                      <m:t>𝟎</m:t>
                    </m:r>
                    <m:r>
                      <a:rPr lang="en-US" altLang="zh-CN" sz="2000" b="1" i="1">
                        <a:solidFill>
                          <a:schemeClr val="tx1">
                            <a:lumMod val="75000"/>
                          </a:schemeClr>
                        </a:solidFill>
                        <a:latin typeface="Cambria Math" panose="02040503050406030204" pitchFamily="18" charset="0"/>
                        <a:ea typeface="华文中宋" panose="02010600040101010101" pitchFamily="2" charset="-122"/>
                        <a:cs typeface="Times New Roman" pitchFamily="18" charset="0"/>
                      </a:rPr>
                      <m:t>𝑯𝒛</m:t>
                    </m:r>
                    <m:r>
                      <a:rPr lang="en-US" altLang="zh-CN" sz="2000" b="1" i="1">
                        <a:solidFill>
                          <a:schemeClr val="tx1">
                            <a:lumMod val="75000"/>
                          </a:schemeClr>
                        </a:solidFill>
                        <a:latin typeface="Cambria Math" panose="02040503050406030204" pitchFamily="18" charset="0"/>
                        <a:ea typeface="华文中宋" panose="02010600040101010101" pitchFamily="2" charset="-122"/>
                        <a:cs typeface="Times New Roman" pitchFamily="18" charset="0"/>
                      </a:rPr>
                      <m:t> </m:t>
                    </m:r>
                  </m:oMath>
                </a14:m>
                <a:r>
                  <a:rPr lang="zh-CN" altLang="en-US" sz="2000" b="1" dirty="0">
                    <a:solidFill>
                      <a:schemeClr val="tx1">
                        <a:lumMod val="75000"/>
                      </a:schemeClr>
                    </a:solidFill>
                    <a:latin typeface="华文中宋" panose="02010600040101010101" pitchFamily="2" charset="-122"/>
                    <a:ea typeface="华文中宋" panose="02010600040101010101" pitchFamily="2" charset="-122"/>
                    <a:cs typeface="Times New Roman" pitchFamily="18" charset="0"/>
                  </a:rPr>
                  <a:t>、</a:t>
                </a:r>
                <a14:m>
                  <m:oMath xmlns:m="http://schemas.openxmlformats.org/officeDocument/2006/math">
                    <m:r>
                      <a:rPr lang="en-US" altLang="zh-CN" sz="2000" b="1" i="1" dirty="0" smtClean="0">
                        <a:solidFill>
                          <a:schemeClr val="tx1">
                            <a:lumMod val="75000"/>
                          </a:schemeClr>
                        </a:solidFill>
                        <a:latin typeface="Cambria Math" panose="02040503050406030204" pitchFamily="18" charset="0"/>
                        <a:ea typeface="华文中宋" panose="02010600040101010101" pitchFamily="2" charset="-122"/>
                        <a:cs typeface="Times New Roman" pitchFamily="18" charset="0"/>
                      </a:rPr>
                      <m:t>𝟗</m:t>
                    </m:r>
                    <m:r>
                      <a:rPr lang="en-US" altLang="zh-CN" sz="2000" b="1" i="1">
                        <a:solidFill>
                          <a:schemeClr val="tx1">
                            <a:lumMod val="75000"/>
                          </a:schemeClr>
                        </a:solidFill>
                        <a:latin typeface="Cambria Math" panose="02040503050406030204" pitchFamily="18" charset="0"/>
                        <a:ea typeface="华文中宋" panose="02010600040101010101" pitchFamily="2" charset="-122"/>
                        <a:cs typeface="Times New Roman" pitchFamily="18" charset="0"/>
                      </a:rPr>
                      <m:t>𝟎</m:t>
                    </m:r>
                    <m:r>
                      <a:rPr lang="en-US" altLang="zh-CN" sz="2000" b="1" i="1">
                        <a:solidFill>
                          <a:schemeClr val="tx1">
                            <a:lumMod val="75000"/>
                          </a:schemeClr>
                        </a:solidFill>
                        <a:latin typeface="Cambria Math" panose="02040503050406030204" pitchFamily="18" charset="0"/>
                        <a:ea typeface="华文中宋" panose="02010600040101010101" pitchFamily="2" charset="-122"/>
                        <a:cs typeface="Times New Roman" pitchFamily="18" charset="0"/>
                      </a:rPr>
                      <m:t>𝑯𝒛</m:t>
                    </m:r>
                    <m:r>
                      <a:rPr lang="en-US" altLang="zh-CN" sz="2000" b="1" i="1">
                        <a:solidFill>
                          <a:schemeClr val="tx1">
                            <a:lumMod val="75000"/>
                          </a:schemeClr>
                        </a:solidFill>
                        <a:latin typeface="Cambria Math" panose="02040503050406030204" pitchFamily="18" charset="0"/>
                        <a:ea typeface="华文中宋" panose="02010600040101010101" pitchFamily="2" charset="-122"/>
                        <a:cs typeface="Times New Roman" pitchFamily="18" charset="0"/>
                      </a:rPr>
                      <m:t> </m:t>
                    </m:r>
                  </m:oMath>
                </a14:m>
                <a:r>
                  <a:rPr lang="zh-CN" altLang="en-US" sz="2000" b="1" dirty="0">
                    <a:solidFill>
                      <a:schemeClr val="tx1">
                        <a:lumMod val="75000"/>
                      </a:schemeClr>
                    </a:solidFill>
                    <a:latin typeface="华文中宋" panose="02010600040101010101" pitchFamily="2" charset="-122"/>
                    <a:ea typeface="华文中宋" panose="02010600040101010101" pitchFamily="2" charset="-122"/>
                    <a:cs typeface="Times New Roman" pitchFamily="18" charset="0"/>
                  </a:rPr>
                  <a:t>、</a:t>
                </a:r>
                <a14:m>
                  <m:oMath xmlns:m="http://schemas.openxmlformats.org/officeDocument/2006/math">
                    <m:r>
                      <a:rPr lang="en-US" altLang="zh-CN" sz="2000" b="1" i="0" smtClean="0">
                        <a:solidFill>
                          <a:schemeClr val="tx1">
                            <a:lumMod val="75000"/>
                          </a:schemeClr>
                        </a:solidFill>
                        <a:latin typeface="Cambria Math" panose="02040503050406030204" pitchFamily="18" charset="0"/>
                        <a:ea typeface="华文中宋" panose="02010600040101010101" pitchFamily="2" charset="-122"/>
                        <a:cs typeface="Times New Roman" pitchFamily="18" charset="0"/>
                      </a:rPr>
                      <m:t>𝟏𝟎</m:t>
                    </m:r>
                    <m:r>
                      <a:rPr lang="en-US" altLang="zh-CN" sz="2000" b="1" i="1">
                        <a:solidFill>
                          <a:schemeClr val="tx1">
                            <a:lumMod val="75000"/>
                          </a:schemeClr>
                        </a:solidFill>
                        <a:latin typeface="Cambria Math" panose="02040503050406030204" pitchFamily="18" charset="0"/>
                        <a:ea typeface="华文中宋" panose="02010600040101010101" pitchFamily="2" charset="-122"/>
                        <a:cs typeface="Times New Roman" pitchFamily="18" charset="0"/>
                      </a:rPr>
                      <m:t>𝟎</m:t>
                    </m:r>
                    <m:r>
                      <a:rPr lang="en-US" altLang="zh-CN" sz="2000" b="1" i="1">
                        <a:solidFill>
                          <a:schemeClr val="tx1">
                            <a:lumMod val="75000"/>
                          </a:schemeClr>
                        </a:solidFill>
                        <a:latin typeface="Cambria Math" panose="02040503050406030204" pitchFamily="18" charset="0"/>
                        <a:ea typeface="华文中宋" panose="02010600040101010101" pitchFamily="2" charset="-122"/>
                        <a:cs typeface="Times New Roman" pitchFamily="18" charset="0"/>
                      </a:rPr>
                      <m:t>𝑯𝒛</m:t>
                    </m:r>
                    <m:r>
                      <a:rPr lang="en-US" altLang="zh-CN" sz="2000" b="1" i="1">
                        <a:solidFill>
                          <a:schemeClr val="tx1">
                            <a:lumMod val="75000"/>
                          </a:schemeClr>
                        </a:solidFill>
                        <a:latin typeface="Cambria Math" panose="02040503050406030204" pitchFamily="18" charset="0"/>
                        <a:ea typeface="华文中宋" panose="02010600040101010101" pitchFamily="2" charset="-122"/>
                        <a:cs typeface="Times New Roman" pitchFamily="18" charset="0"/>
                      </a:rPr>
                      <m:t> </m:t>
                    </m:r>
                  </m:oMath>
                </a14:m>
                <a:r>
                  <a:rPr lang="zh-CN" altLang="en-US" sz="2000" b="1" dirty="0">
                    <a:solidFill>
                      <a:schemeClr val="tx1">
                        <a:lumMod val="75000"/>
                      </a:schemeClr>
                    </a:solidFill>
                    <a:latin typeface="华文中宋" panose="02010600040101010101" pitchFamily="2" charset="-122"/>
                    <a:ea typeface="华文中宋" panose="02010600040101010101" pitchFamily="2" charset="-122"/>
                    <a:cs typeface="Times New Roman" pitchFamily="18" charset="0"/>
                  </a:rPr>
                  <a:t>，</a:t>
                </a:r>
                <a:r>
                  <a:rPr lang="zh-CN" altLang="en-US" sz="2000" b="1" u="sng" dirty="0">
                    <a:solidFill>
                      <a:schemeClr val="tx1">
                        <a:lumMod val="75000"/>
                      </a:schemeClr>
                    </a:solidFill>
                    <a:latin typeface="华文中宋" panose="02010600040101010101" pitchFamily="2" charset="-122"/>
                    <a:ea typeface="华文中宋" panose="02010600040101010101" pitchFamily="2" charset="-122"/>
                    <a:cs typeface="Times New Roman" pitchFamily="18" charset="0"/>
                  </a:rPr>
                  <a:t>向右移动</a:t>
                </a:r>
                <a:r>
                  <a:rPr lang="zh-CN" altLang="en-US" sz="2000" b="1" dirty="0">
                    <a:solidFill>
                      <a:schemeClr val="tx1">
                        <a:lumMod val="75000"/>
                      </a:schemeClr>
                    </a:solidFill>
                    <a:latin typeface="华文中宋" panose="02010600040101010101" pitchFamily="2" charset="-122"/>
                    <a:ea typeface="华文中宋" panose="02010600040101010101" pitchFamily="2" charset="-122"/>
                    <a:cs typeface="Times New Roman" pitchFamily="18" charset="0"/>
                  </a:rPr>
                  <a:t>“可动刀口支架”，重复步骤</a:t>
                </a:r>
                <a:r>
                  <a:rPr lang="en-US" altLang="zh-CN" sz="2000" b="1" dirty="0">
                    <a:solidFill>
                      <a:schemeClr val="tx1">
                        <a:lumMod val="75000"/>
                      </a:schemeClr>
                    </a:solidFill>
                    <a:latin typeface="华文中宋" panose="02010600040101010101" pitchFamily="2" charset="-122"/>
                    <a:ea typeface="华文中宋" panose="02010600040101010101" pitchFamily="2" charset="-122"/>
                    <a:cs typeface="Times New Roman" pitchFamily="18" charset="0"/>
                  </a:rPr>
                  <a:t>2~3</a:t>
                </a:r>
                <a:r>
                  <a:rPr lang="zh-CN" altLang="en-US" sz="2000" b="1" dirty="0">
                    <a:solidFill>
                      <a:schemeClr val="tx1">
                        <a:lumMod val="75000"/>
                      </a:schemeClr>
                    </a:solidFill>
                    <a:latin typeface="华文中宋" panose="02010600040101010101" pitchFamily="2" charset="-122"/>
                    <a:ea typeface="华文中宋" panose="02010600040101010101" pitchFamily="2" charset="-122"/>
                    <a:cs typeface="Times New Roman" pitchFamily="18" charset="0"/>
                  </a:rPr>
                  <a:t>并记录</a:t>
                </a:r>
                <a14:m>
                  <m:oMath xmlns:m="http://schemas.openxmlformats.org/officeDocument/2006/math">
                    <m:r>
                      <a:rPr lang="zh-CN" altLang="en-US" sz="2000" b="1" i="1">
                        <a:solidFill>
                          <a:schemeClr val="tx1">
                            <a:lumMod val="75000"/>
                          </a:schemeClr>
                        </a:solidFill>
                        <a:latin typeface="Cambria Math" panose="02040503050406030204" pitchFamily="18" charset="0"/>
                        <a:ea typeface="华文中宋" panose="02010600040101010101" pitchFamily="2" charset="-122"/>
                        <a:cs typeface="Times New Roman" pitchFamily="18" charset="0"/>
                      </a:rPr>
                      <m:t>𝚫</m:t>
                    </m:r>
                    <m:r>
                      <a:rPr lang="en-US" altLang="zh-CN" sz="2000" b="1" i="1">
                        <a:solidFill>
                          <a:schemeClr val="tx1">
                            <a:lumMod val="75000"/>
                          </a:schemeClr>
                        </a:solidFill>
                        <a:latin typeface="Cambria Math" panose="02040503050406030204" pitchFamily="18" charset="0"/>
                        <a:ea typeface="华文中宋" panose="02010600040101010101" pitchFamily="2" charset="-122"/>
                        <a:cs typeface="Times New Roman" pitchFamily="18" charset="0"/>
                      </a:rPr>
                      <m:t>𝒙</m:t>
                    </m:r>
                  </m:oMath>
                </a14:m>
                <a:r>
                  <a:rPr lang="zh-CN" altLang="en-US" sz="2000" b="1" dirty="0">
                    <a:solidFill>
                      <a:schemeClr val="tx1">
                        <a:lumMod val="75000"/>
                      </a:schemeClr>
                    </a:solidFill>
                    <a:latin typeface="华文中宋" panose="02010600040101010101" pitchFamily="2" charset="-122"/>
                    <a:ea typeface="华文中宋" panose="02010600040101010101" pitchFamily="2" charset="-122"/>
                    <a:cs typeface="Times New Roman" pitchFamily="18" charset="0"/>
                  </a:rPr>
                  <a:t>和</a:t>
                </a:r>
                <a14:m>
                  <m:oMath xmlns:m="http://schemas.openxmlformats.org/officeDocument/2006/math">
                    <m:r>
                      <a:rPr lang="en-US" altLang="zh-CN" sz="2000" b="1" i="1">
                        <a:solidFill>
                          <a:schemeClr val="tx1">
                            <a:lumMod val="75000"/>
                          </a:schemeClr>
                        </a:solidFill>
                        <a:latin typeface="Cambria Math" panose="02040503050406030204" pitchFamily="18" charset="0"/>
                        <a:ea typeface="华文中宋" panose="02010600040101010101" pitchFamily="2" charset="-122"/>
                        <a:cs typeface="Times New Roman" pitchFamily="18" charset="0"/>
                      </a:rPr>
                      <m:t>𝒏</m:t>
                    </m:r>
                    <m:r>
                      <a:rPr lang="en-US" altLang="zh-CN" sz="2000" b="1" i="1">
                        <a:solidFill>
                          <a:schemeClr val="tx1">
                            <a:lumMod val="75000"/>
                          </a:schemeClr>
                        </a:solidFill>
                        <a:latin typeface="Cambria Math" panose="02040503050406030204" pitchFamily="18" charset="0"/>
                        <a:ea typeface="华文中宋" panose="02010600040101010101" pitchFamily="2" charset="-122"/>
                        <a:cs typeface="Times New Roman" pitchFamily="18" charset="0"/>
                      </a:rPr>
                      <m:t> </m:t>
                    </m:r>
                  </m:oMath>
                </a14:m>
                <a:r>
                  <a:rPr lang="zh-CN" altLang="en-US" sz="2000" b="1" dirty="0">
                    <a:solidFill>
                      <a:schemeClr val="tx1">
                        <a:lumMod val="75000"/>
                      </a:schemeClr>
                    </a:solidFill>
                    <a:latin typeface="华文中宋" panose="02010600040101010101" pitchFamily="2" charset="-122"/>
                    <a:ea typeface="华文中宋" panose="02010600040101010101" pitchFamily="2" charset="-122"/>
                    <a:cs typeface="Times New Roman" pitchFamily="18" charset="0"/>
                  </a:rPr>
                  <a:t>（</a:t>
                </a:r>
                <a14:m>
                  <m:oMath xmlns:m="http://schemas.openxmlformats.org/officeDocument/2006/math">
                    <m:r>
                      <a:rPr lang="en-US" altLang="zh-CN" sz="2000" b="1">
                        <a:solidFill>
                          <a:schemeClr val="tx1">
                            <a:lumMod val="75000"/>
                          </a:schemeClr>
                        </a:solidFill>
                        <a:latin typeface="Cambria Math" panose="02040503050406030204" pitchFamily="18" charset="0"/>
                        <a:ea typeface="华文中宋" panose="02010600040101010101" pitchFamily="2" charset="-122"/>
                        <a:cs typeface="Times New Roman" pitchFamily="18" charset="0"/>
                      </a:rPr>
                      <m:t>𝟕</m:t>
                    </m:r>
                    <m:r>
                      <a:rPr lang="en-US" altLang="zh-CN" sz="2000" b="1" i="1">
                        <a:solidFill>
                          <a:schemeClr val="tx1">
                            <a:lumMod val="75000"/>
                          </a:schemeClr>
                        </a:solidFill>
                        <a:latin typeface="Cambria Math" panose="02040503050406030204" pitchFamily="18" charset="0"/>
                        <a:ea typeface="华文中宋" panose="02010600040101010101" pitchFamily="2" charset="-122"/>
                        <a:cs typeface="Times New Roman" pitchFamily="18" charset="0"/>
                      </a:rPr>
                      <m:t>𝟎</m:t>
                    </m:r>
                    <m:r>
                      <a:rPr lang="en-US" altLang="zh-CN" sz="2000" b="1" i="1">
                        <a:solidFill>
                          <a:schemeClr val="tx1">
                            <a:lumMod val="75000"/>
                          </a:schemeClr>
                        </a:solidFill>
                        <a:latin typeface="Cambria Math" panose="02040503050406030204" pitchFamily="18" charset="0"/>
                        <a:ea typeface="华文中宋" panose="02010600040101010101" pitchFamily="2" charset="-122"/>
                        <a:cs typeface="Times New Roman" pitchFamily="18" charset="0"/>
                      </a:rPr>
                      <m:t>𝑯𝒛</m:t>
                    </m:r>
                    <m:r>
                      <a:rPr lang="en-US" altLang="zh-CN" sz="2000" b="1" i="1">
                        <a:solidFill>
                          <a:schemeClr val="tx1">
                            <a:lumMod val="75000"/>
                          </a:schemeClr>
                        </a:solidFill>
                        <a:latin typeface="Cambria Math" panose="02040503050406030204" pitchFamily="18" charset="0"/>
                        <a:ea typeface="华文中宋" panose="02010600040101010101" pitchFamily="2" charset="-122"/>
                        <a:cs typeface="Times New Roman" pitchFamily="18" charset="0"/>
                      </a:rPr>
                      <m:t> </m:t>
                    </m:r>
                  </m:oMath>
                </a14:m>
                <a:r>
                  <a:rPr lang="zh-CN" altLang="en-US" sz="2000" b="1" dirty="0">
                    <a:solidFill>
                      <a:schemeClr val="tx1">
                        <a:lumMod val="75000"/>
                      </a:schemeClr>
                    </a:solidFill>
                    <a:latin typeface="华文中宋" panose="02010600040101010101" pitchFamily="2" charset="-122"/>
                    <a:ea typeface="华文中宋" panose="02010600040101010101" pitchFamily="2" charset="-122"/>
                    <a:cs typeface="Times New Roman" pitchFamily="18" charset="0"/>
                  </a:rPr>
                  <a:t>时可适当增加振动幅度的值，</a:t>
                </a:r>
                <a14:m>
                  <m:oMath xmlns:m="http://schemas.openxmlformats.org/officeDocument/2006/math">
                    <m:r>
                      <a:rPr lang="en-US" altLang="zh-CN" sz="2000" b="1">
                        <a:solidFill>
                          <a:schemeClr val="tx1">
                            <a:lumMod val="75000"/>
                          </a:schemeClr>
                        </a:solidFill>
                        <a:latin typeface="Cambria Math" panose="02040503050406030204" pitchFamily="18" charset="0"/>
                        <a:ea typeface="华文中宋" panose="02010600040101010101" pitchFamily="2" charset="-122"/>
                        <a:cs typeface="Times New Roman" pitchFamily="18" charset="0"/>
                      </a:rPr>
                      <m:t>𝟖</m:t>
                    </m:r>
                    <m:r>
                      <a:rPr lang="en-US" altLang="zh-CN" sz="2000" b="1" i="1">
                        <a:solidFill>
                          <a:schemeClr val="tx1">
                            <a:lumMod val="75000"/>
                          </a:schemeClr>
                        </a:solidFill>
                        <a:latin typeface="Cambria Math" panose="02040503050406030204" pitchFamily="18" charset="0"/>
                        <a:ea typeface="华文中宋" panose="02010600040101010101" pitchFamily="2" charset="-122"/>
                        <a:cs typeface="Times New Roman" pitchFamily="18" charset="0"/>
                      </a:rPr>
                      <m:t>𝟎</m:t>
                    </m:r>
                    <m:r>
                      <a:rPr lang="en-US" altLang="zh-CN" sz="2000" b="1" i="1">
                        <a:solidFill>
                          <a:schemeClr val="tx1">
                            <a:lumMod val="75000"/>
                          </a:schemeClr>
                        </a:solidFill>
                        <a:latin typeface="Cambria Math" panose="02040503050406030204" pitchFamily="18" charset="0"/>
                        <a:ea typeface="华文中宋" panose="02010600040101010101" pitchFamily="2" charset="-122"/>
                        <a:cs typeface="Times New Roman" pitchFamily="18" charset="0"/>
                      </a:rPr>
                      <m:t>𝑯𝒛</m:t>
                    </m:r>
                    <m:r>
                      <a:rPr lang="en-US" altLang="zh-CN" sz="2000" b="1" i="1">
                        <a:solidFill>
                          <a:schemeClr val="tx1">
                            <a:lumMod val="75000"/>
                          </a:schemeClr>
                        </a:solidFill>
                        <a:latin typeface="Cambria Math" panose="02040503050406030204" pitchFamily="18" charset="0"/>
                        <a:ea typeface="华文中宋" panose="02010600040101010101" pitchFamily="2" charset="-122"/>
                        <a:cs typeface="Times New Roman" pitchFamily="18" charset="0"/>
                      </a:rPr>
                      <m:t> </m:t>
                    </m:r>
                  </m:oMath>
                </a14:m>
                <a:r>
                  <a:rPr lang="zh-CN" altLang="en-US" sz="2000" b="1" dirty="0">
                    <a:solidFill>
                      <a:schemeClr val="tx1">
                        <a:lumMod val="75000"/>
                      </a:schemeClr>
                    </a:solidFill>
                    <a:latin typeface="华文中宋" panose="02010600040101010101" pitchFamily="2" charset="-122"/>
                    <a:ea typeface="华文中宋" panose="02010600040101010101" pitchFamily="2" charset="-122"/>
                    <a:cs typeface="Times New Roman" pitchFamily="18" charset="0"/>
                  </a:rPr>
                  <a:t>及以上把振动幅度调为</a:t>
                </a:r>
                <a:r>
                  <a:rPr lang="en-US" altLang="zh-CN" sz="2000" b="1" dirty="0">
                    <a:solidFill>
                      <a:schemeClr val="tx1">
                        <a:lumMod val="75000"/>
                      </a:schemeClr>
                    </a:solidFill>
                    <a:latin typeface="华文中宋" panose="02010600040101010101" pitchFamily="2" charset="-122"/>
                    <a:ea typeface="华文中宋" panose="02010600040101010101" pitchFamily="2" charset="-122"/>
                    <a:cs typeface="Times New Roman" pitchFamily="18" charset="0"/>
                  </a:rPr>
                  <a:t>100%</a:t>
                </a:r>
                <a:r>
                  <a:rPr lang="zh-CN" altLang="en-US" sz="2000" b="1" dirty="0">
                    <a:solidFill>
                      <a:schemeClr val="tx1">
                        <a:lumMod val="75000"/>
                      </a:schemeClr>
                    </a:solidFill>
                    <a:latin typeface="华文中宋" panose="02010600040101010101" pitchFamily="2" charset="-122"/>
                    <a:ea typeface="华文中宋" panose="02010600040101010101" pitchFamily="2" charset="-122"/>
                    <a:cs typeface="Times New Roman" pitchFamily="18" charset="0"/>
                  </a:rPr>
                  <a:t>）；</a:t>
                </a:r>
                <a:endParaRPr lang="en-US" altLang="zh-CN" sz="2000" b="1" dirty="0">
                  <a:solidFill>
                    <a:schemeClr val="tx1">
                      <a:lumMod val="75000"/>
                    </a:schemeClr>
                  </a:solidFill>
                  <a:latin typeface="华文中宋" panose="02010600040101010101" pitchFamily="2" charset="-122"/>
                  <a:ea typeface="华文中宋" panose="02010600040101010101" pitchFamily="2" charset="-122"/>
                  <a:cs typeface="Times New Roman" pitchFamily="18" charset="0"/>
                </a:endParaRPr>
              </a:p>
              <a:p>
                <a:pPr marL="864000" indent="-457200" algn="just">
                  <a:spcAft>
                    <a:spcPts val="300"/>
                  </a:spcAft>
                  <a:buFont typeface="+mj-lt"/>
                  <a:buAutoNum type="arabicPeriod"/>
                </a:pPr>
                <a:r>
                  <a:rPr lang="zh-CN" altLang="en-US" sz="2000" b="1" dirty="0">
                    <a:solidFill>
                      <a:schemeClr val="tx1">
                        <a:lumMod val="75000"/>
                      </a:schemeClr>
                    </a:solidFill>
                    <a:latin typeface="华文中宋" panose="02010600040101010101" pitchFamily="2" charset="-122"/>
                    <a:ea typeface="华文中宋" panose="02010600040101010101" pitchFamily="2" charset="-122"/>
                    <a:cs typeface="Times New Roman" pitchFamily="18" charset="0"/>
                  </a:rPr>
                  <a:t>计算每次测量对应的波长、频率，以及它们的对数，并进行数据处理和讨论。</a:t>
                </a:r>
                <a:endParaRPr lang="en-US" altLang="zh-CN" sz="2400" b="1" dirty="0">
                  <a:solidFill>
                    <a:schemeClr val="tx1">
                      <a:lumMod val="75000"/>
                    </a:schemeClr>
                  </a:solidFill>
                  <a:latin typeface="华文中宋" panose="02010600040101010101" pitchFamily="2" charset="-122"/>
                  <a:ea typeface="华文中宋" panose="02010600040101010101" pitchFamily="2" charset="-122"/>
                  <a:cs typeface="Times New Roman" pitchFamily="18" charset="0"/>
                </a:endParaRPr>
              </a:p>
            </p:txBody>
          </p:sp>
        </mc:Choice>
        <mc:Fallback xmlns="">
          <p:sp>
            <p:nvSpPr>
              <p:cNvPr id="3" name="Rectangle 3"/>
              <p:cNvSpPr>
                <a:spLocks noRot="1" noChangeAspect="1" noMove="1" noResize="1" noEditPoints="1" noAdjustHandles="1" noChangeArrowheads="1" noChangeShapeType="1" noTextEdit="1"/>
              </p:cNvSpPr>
              <p:nvPr/>
            </p:nvSpPr>
            <p:spPr bwMode="auto">
              <a:xfrm>
                <a:off x="513582" y="838592"/>
                <a:ext cx="7956000" cy="5470728"/>
              </a:xfrm>
              <a:prstGeom prst="rect">
                <a:avLst/>
              </a:prstGeom>
              <a:blipFill>
                <a:blip r:embed="rId2"/>
                <a:stretch>
                  <a:fillRect l="-1226" t="-892" r="-1226" b="-1115"/>
                </a:stretch>
              </a:blipFill>
              <a:ln w="9525">
                <a:noFill/>
                <a:miter lim="800000"/>
                <a:headEnd/>
                <a:tailEnd/>
              </a:ln>
              <a:effectLst/>
            </p:spPr>
            <p:txBody>
              <a:bodyPr/>
              <a:lstStyle/>
              <a:p>
                <a:r>
                  <a:rPr lang="zh-CN" altLang="en-US">
                    <a:noFill/>
                  </a:rPr>
                  <a:t> </a:t>
                </a:r>
              </a:p>
            </p:txBody>
          </p:sp>
        </mc:Fallback>
      </mc:AlternateContent>
      <p:sp>
        <p:nvSpPr>
          <p:cNvPr id="8" name="Rectangle 5"/>
          <p:cNvSpPr>
            <a:spLocks noChangeArrowheads="1"/>
          </p:cNvSpPr>
          <p:nvPr/>
        </p:nvSpPr>
        <p:spPr bwMode="auto">
          <a:xfrm>
            <a:off x="229671" y="42336"/>
            <a:ext cx="8532031" cy="584775"/>
          </a:xfrm>
          <a:prstGeom prst="rect">
            <a:avLst/>
          </a:prstGeom>
          <a:noFill/>
          <a:ln w="9525" algn="ctr">
            <a:noFill/>
            <a:miter lim="800000"/>
            <a:headEnd/>
            <a:tailEnd/>
          </a:ln>
          <a:effectLst/>
        </p:spPr>
        <p:txBody>
          <a:bodyPr wrap="square">
            <a:spAutoFit/>
          </a:bodyPr>
          <a:lstStyle/>
          <a:p>
            <a:pPr eaLnBrk="1" hangingPunct="1"/>
            <a:r>
              <a:rPr lang="zh-CN" altLang="en-US" sz="3200" b="1" dirty="0">
                <a:solidFill>
                  <a:srgbClr val="FF0000"/>
                </a:solidFill>
                <a:latin typeface="微软雅黑" panose="020B0503020204020204" pitchFamily="34" charset="-122"/>
                <a:ea typeface="微软雅黑" panose="020B0503020204020204" pitchFamily="34" charset="-122"/>
              </a:rPr>
              <a:t>四 实验步骤</a:t>
            </a:r>
            <a:r>
              <a:rPr lang="en-US" altLang="zh-CN" sz="3200" b="1" dirty="0">
                <a:solidFill>
                  <a:srgbClr val="FF0000"/>
                </a:solidFill>
                <a:latin typeface="华文中宋" panose="02010600040101010101" pitchFamily="2" charset="-122"/>
                <a:ea typeface="华文中宋" panose="02010600040101010101" pitchFamily="2" charset="-122"/>
              </a:rPr>
              <a:t>/</a:t>
            </a:r>
            <a:r>
              <a:rPr lang="en-US" altLang="zh-CN" sz="2400" b="1" dirty="0">
                <a:solidFill>
                  <a:srgbClr val="006666"/>
                </a:solidFill>
                <a:latin typeface="微软雅黑" panose="020B0503020204020204" pitchFamily="34" charset="-122"/>
                <a:ea typeface="微软雅黑" panose="020B0503020204020204" pitchFamily="34" charset="-122"/>
              </a:rPr>
              <a:t>4.2 </a:t>
            </a:r>
            <a:r>
              <a:rPr lang="zh-CN" altLang="en-US" sz="2400" b="1" dirty="0">
                <a:solidFill>
                  <a:srgbClr val="006666"/>
                </a:solidFill>
                <a:latin typeface="微软雅黑" panose="020B0503020204020204" pitchFamily="34" charset="-122"/>
                <a:ea typeface="微软雅黑" panose="020B0503020204020204" pitchFamily="34" charset="-122"/>
              </a:rPr>
              <a:t>验证横波波长与振源频率的关系</a:t>
            </a:r>
            <a:endParaRPr lang="zh-CN" altLang="en-US" sz="2400" b="1" dirty="0">
              <a:solidFill>
                <a:srgbClr val="FF0000"/>
              </a:solidFill>
              <a:latin typeface="微软雅黑" panose="020B0503020204020204" pitchFamily="34" charset="-122"/>
              <a:ea typeface="微软雅黑" panose="020B0503020204020204" pitchFamily="34" charset="-122"/>
            </a:endParaRPr>
          </a:p>
        </p:txBody>
      </p:sp>
      <mc:AlternateContent xmlns:mc="http://schemas.openxmlformats.org/markup-compatibility/2006" xmlns:a14="http://schemas.microsoft.com/office/drawing/2010/main">
        <mc:Choice Requires="a14">
          <p:sp>
            <p:nvSpPr>
              <p:cNvPr id="2" name="文本框 1">
                <a:extLst>
                  <a:ext uri="{FF2B5EF4-FFF2-40B4-BE49-F238E27FC236}">
                    <a16:creationId xmlns:a16="http://schemas.microsoft.com/office/drawing/2014/main" id="{F96CA641-D04D-22AA-12DA-0966714333A4}"/>
                  </a:ext>
                </a:extLst>
              </p:cNvPr>
              <p:cNvSpPr txBox="1"/>
              <p:nvPr/>
            </p:nvSpPr>
            <p:spPr>
              <a:xfrm>
                <a:off x="611560" y="6336135"/>
                <a:ext cx="5904656" cy="369332"/>
              </a:xfrm>
              <a:prstGeom prst="rect">
                <a:avLst/>
              </a:prstGeom>
              <a:noFill/>
            </p:spPr>
            <p:txBody>
              <a:bodyPr wrap="square" rtlCol="0">
                <a:spAutoFit/>
              </a:bodyPr>
              <a:lstStyle/>
              <a:p>
                <a:r>
                  <a:rPr lang="zh-CN" altLang="en-US" dirty="0">
                    <a:solidFill>
                      <a:srgbClr val="FF3399"/>
                    </a:solidFill>
                    <a:latin typeface="华文中宋" panose="02010600040101010101" pitchFamily="2" charset="-122"/>
                    <a:ea typeface="华文中宋" panose="02010600040101010101" pitchFamily="2" charset="-122"/>
                  </a:rPr>
                  <a:t>振动簧片的固有频率在</a:t>
                </a:r>
                <a14:m>
                  <m:oMath xmlns:m="http://schemas.openxmlformats.org/officeDocument/2006/math">
                    <m:r>
                      <a:rPr lang="en-US" altLang="zh-CN" b="1" i="1" smtClean="0">
                        <a:solidFill>
                          <a:srgbClr val="FF3399"/>
                        </a:solidFill>
                        <a:latin typeface="Cambria Math" panose="02040503050406030204" pitchFamily="18" charset="0"/>
                        <a:ea typeface="华文中宋" panose="02010600040101010101" pitchFamily="2" charset="-122"/>
                        <a:cs typeface="Times New Roman" pitchFamily="18" charset="0"/>
                      </a:rPr>
                      <m:t>𝟔𝟎</m:t>
                    </m:r>
                    <m:r>
                      <a:rPr lang="en-US" altLang="zh-CN" b="1" i="1" smtClean="0">
                        <a:solidFill>
                          <a:srgbClr val="FF3399"/>
                        </a:solidFill>
                        <a:latin typeface="Cambria Math" panose="02040503050406030204" pitchFamily="18" charset="0"/>
                        <a:ea typeface="华文中宋" panose="02010600040101010101" pitchFamily="2" charset="-122"/>
                        <a:cs typeface="Times New Roman" pitchFamily="18" charset="0"/>
                      </a:rPr>
                      <m:t>𝑯𝒛</m:t>
                    </m:r>
                  </m:oMath>
                </a14:m>
                <a:r>
                  <a:rPr lang="zh-CN" altLang="en-US" dirty="0">
                    <a:solidFill>
                      <a:srgbClr val="FF3399"/>
                    </a:solidFill>
                    <a:latin typeface="华文中宋" panose="02010600040101010101" pitchFamily="2" charset="-122"/>
                    <a:ea typeface="华文中宋" panose="02010600040101010101" pitchFamily="2" charset="-122"/>
                  </a:rPr>
                  <a:t>左右，故不测量</a:t>
                </a:r>
                <a14:m>
                  <m:oMath xmlns:m="http://schemas.openxmlformats.org/officeDocument/2006/math">
                    <m:r>
                      <a:rPr lang="en-US" altLang="zh-CN" b="1" i="1">
                        <a:solidFill>
                          <a:srgbClr val="FF3399"/>
                        </a:solidFill>
                        <a:latin typeface="Cambria Math" panose="02040503050406030204" pitchFamily="18" charset="0"/>
                        <a:ea typeface="华文中宋" panose="02010600040101010101" pitchFamily="2" charset="-122"/>
                        <a:cs typeface="Times New Roman" pitchFamily="18" charset="0"/>
                      </a:rPr>
                      <m:t>𝟔𝟎</m:t>
                    </m:r>
                    <m:r>
                      <a:rPr lang="en-US" altLang="zh-CN" b="1" i="1">
                        <a:solidFill>
                          <a:srgbClr val="FF3399"/>
                        </a:solidFill>
                        <a:latin typeface="Cambria Math" panose="02040503050406030204" pitchFamily="18" charset="0"/>
                        <a:ea typeface="华文中宋" panose="02010600040101010101" pitchFamily="2" charset="-122"/>
                        <a:cs typeface="Times New Roman" pitchFamily="18" charset="0"/>
                      </a:rPr>
                      <m:t>𝑯𝒛</m:t>
                    </m:r>
                  </m:oMath>
                </a14:m>
                <a:r>
                  <a:rPr lang="zh-CN" altLang="en-US" dirty="0">
                    <a:solidFill>
                      <a:srgbClr val="FF3399"/>
                    </a:solidFill>
                    <a:latin typeface="华文中宋" panose="02010600040101010101" pitchFamily="2" charset="-122"/>
                    <a:ea typeface="华文中宋" panose="02010600040101010101" pitchFamily="2" charset="-122"/>
                  </a:rPr>
                  <a:t>的情况</a:t>
                </a:r>
              </a:p>
            </p:txBody>
          </p:sp>
        </mc:Choice>
        <mc:Fallback xmlns="">
          <p:sp>
            <p:nvSpPr>
              <p:cNvPr id="2" name="文本框 1">
                <a:extLst>
                  <a:ext uri="{FF2B5EF4-FFF2-40B4-BE49-F238E27FC236}">
                    <a16:creationId xmlns:a16="http://schemas.microsoft.com/office/drawing/2014/main" id="{F96CA641-D04D-22AA-12DA-0966714333A4}"/>
                  </a:ext>
                </a:extLst>
              </p:cNvPr>
              <p:cNvSpPr txBox="1">
                <a:spLocks noRot="1" noChangeAspect="1" noMove="1" noResize="1" noEditPoints="1" noAdjustHandles="1" noChangeArrowheads="1" noChangeShapeType="1" noTextEdit="1"/>
              </p:cNvSpPr>
              <p:nvPr/>
            </p:nvSpPr>
            <p:spPr>
              <a:xfrm>
                <a:off x="611560" y="6336135"/>
                <a:ext cx="5904656" cy="369332"/>
              </a:xfrm>
              <a:prstGeom prst="rect">
                <a:avLst/>
              </a:prstGeom>
              <a:blipFill>
                <a:blip r:embed="rId3"/>
                <a:stretch>
                  <a:fillRect l="-826" t="-8197" r="-929" b="-24590"/>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2421783960"/>
      </p:ext>
    </p:extLst>
  </p:cSld>
  <p:clrMapOvr>
    <a:masterClrMapping/>
  </p:clrMapOvr>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8306" name="Rectangle 2"/>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zh-CN" altLang="en-US"/>
          </a:p>
        </p:txBody>
      </p:sp>
      <p:sp>
        <p:nvSpPr>
          <p:cNvPr id="98317" name="Rectangle 13"/>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zh-CN" altLang="en-US"/>
          </a:p>
        </p:txBody>
      </p:sp>
      <p:sp>
        <p:nvSpPr>
          <p:cNvPr id="98319" name="Rectangle 15"/>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zh-CN" altLang="en-US"/>
          </a:p>
        </p:txBody>
      </p:sp>
      <p:sp>
        <p:nvSpPr>
          <p:cNvPr id="98321" name="Rectangle 17"/>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zh-CN" altLang="en-US"/>
          </a:p>
        </p:txBody>
      </p:sp>
      <p:sp>
        <p:nvSpPr>
          <p:cNvPr id="22" name="Rectangle 5"/>
          <p:cNvSpPr>
            <a:spLocks noChangeArrowheads="1"/>
          </p:cNvSpPr>
          <p:nvPr/>
        </p:nvSpPr>
        <p:spPr bwMode="auto">
          <a:xfrm>
            <a:off x="229671" y="42336"/>
            <a:ext cx="8532031" cy="584775"/>
          </a:xfrm>
          <a:prstGeom prst="rect">
            <a:avLst/>
          </a:prstGeom>
          <a:noFill/>
          <a:ln w="9525" algn="ctr">
            <a:noFill/>
            <a:miter lim="800000"/>
            <a:headEnd/>
            <a:tailEnd/>
          </a:ln>
          <a:effectLst/>
        </p:spPr>
        <p:txBody>
          <a:bodyPr wrap="square">
            <a:spAutoFit/>
          </a:bodyPr>
          <a:lstStyle/>
          <a:p>
            <a:pPr eaLnBrk="1" hangingPunct="1"/>
            <a:r>
              <a:rPr lang="zh-CN" altLang="en-US" sz="3200" b="1" dirty="0">
                <a:solidFill>
                  <a:srgbClr val="FF0000"/>
                </a:solidFill>
                <a:latin typeface="微软雅黑" panose="020B0503020204020204" pitchFamily="34" charset="-122"/>
                <a:ea typeface="微软雅黑" panose="020B0503020204020204" pitchFamily="34" charset="-122"/>
              </a:rPr>
              <a:t>五  数据记录和处理</a:t>
            </a:r>
            <a:endParaRPr lang="zh-CN" altLang="en-US" sz="2400" b="1" dirty="0">
              <a:solidFill>
                <a:srgbClr val="FF0000"/>
              </a:solidFill>
              <a:latin typeface="微软雅黑" panose="020B0503020204020204" pitchFamily="34" charset="-122"/>
              <a:ea typeface="微软雅黑" panose="020B0503020204020204" pitchFamily="34" charset="-122"/>
            </a:endParaRPr>
          </a:p>
        </p:txBody>
      </p:sp>
      <mc:AlternateContent xmlns:mc="http://schemas.openxmlformats.org/markup-compatibility/2006" xmlns:a14="http://schemas.microsoft.com/office/drawing/2010/main">
        <mc:Choice Requires="a14">
          <p:graphicFrame>
            <p:nvGraphicFramePr>
              <p:cNvPr id="2" name="表格 2">
                <a:extLst>
                  <a:ext uri="{FF2B5EF4-FFF2-40B4-BE49-F238E27FC236}">
                    <a16:creationId xmlns:a16="http://schemas.microsoft.com/office/drawing/2014/main" id="{6918BD1B-8E48-0CB5-5E23-2E600F0AC0BD}"/>
                  </a:ext>
                </a:extLst>
              </p:cNvPr>
              <p:cNvGraphicFramePr>
                <a:graphicFrameLocks noGrp="1"/>
              </p:cNvGraphicFramePr>
              <p:nvPr>
                <p:extLst>
                  <p:ext uri="{D42A27DB-BD31-4B8C-83A1-F6EECF244321}">
                    <p14:modId xmlns:p14="http://schemas.microsoft.com/office/powerpoint/2010/main" val="2377013178"/>
                  </p:ext>
                </p:extLst>
              </p:nvPr>
            </p:nvGraphicFramePr>
            <p:xfrm>
              <a:off x="1331640" y="2204864"/>
              <a:ext cx="6096000" cy="3337560"/>
            </p:xfrm>
            <a:graphic>
              <a:graphicData uri="http://schemas.openxmlformats.org/drawingml/2006/table">
                <a:tbl>
                  <a:tblPr firstRow="1" bandRow="1">
                    <a:tableStyleId>{5C22544A-7EE6-4342-B048-85BDC9FD1C3A}</a:tableStyleId>
                  </a:tblPr>
                  <a:tblGrid>
                    <a:gridCol w="1440160">
                      <a:extLst>
                        <a:ext uri="{9D8B030D-6E8A-4147-A177-3AD203B41FA5}">
                          <a16:colId xmlns:a16="http://schemas.microsoft.com/office/drawing/2014/main" val="111886588"/>
                        </a:ext>
                      </a:extLst>
                    </a:gridCol>
                    <a:gridCol w="931168">
                      <a:extLst>
                        <a:ext uri="{9D8B030D-6E8A-4147-A177-3AD203B41FA5}">
                          <a16:colId xmlns:a16="http://schemas.microsoft.com/office/drawing/2014/main" val="312199558"/>
                        </a:ext>
                      </a:extLst>
                    </a:gridCol>
                    <a:gridCol w="931168">
                      <a:extLst>
                        <a:ext uri="{9D8B030D-6E8A-4147-A177-3AD203B41FA5}">
                          <a16:colId xmlns:a16="http://schemas.microsoft.com/office/drawing/2014/main" val="1619576354"/>
                        </a:ext>
                      </a:extLst>
                    </a:gridCol>
                    <a:gridCol w="931168">
                      <a:extLst>
                        <a:ext uri="{9D8B030D-6E8A-4147-A177-3AD203B41FA5}">
                          <a16:colId xmlns:a16="http://schemas.microsoft.com/office/drawing/2014/main" val="3229750498"/>
                        </a:ext>
                      </a:extLst>
                    </a:gridCol>
                    <a:gridCol w="931168">
                      <a:extLst>
                        <a:ext uri="{9D8B030D-6E8A-4147-A177-3AD203B41FA5}">
                          <a16:colId xmlns:a16="http://schemas.microsoft.com/office/drawing/2014/main" val="156274446"/>
                        </a:ext>
                      </a:extLst>
                    </a:gridCol>
                    <a:gridCol w="931168">
                      <a:extLst>
                        <a:ext uri="{9D8B030D-6E8A-4147-A177-3AD203B41FA5}">
                          <a16:colId xmlns:a16="http://schemas.microsoft.com/office/drawing/2014/main" val="1398488171"/>
                        </a:ext>
                      </a:extLst>
                    </a:gridCol>
                  </a:tblGrid>
                  <a:tr h="370840">
                    <a:tc>
                      <a:txBody>
                        <a:bodyPr/>
                        <a:lstStyle/>
                        <a:p>
                          <a:pPr algn="ctr"/>
                          <a14:m>
                            <m:oMathPara xmlns:m="http://schemas.openxmlformats.org/officeDocument/2006/math">
                              <m:oMathParaPr>
                                <m:jc m:val="centerGroup"/>
                              </m:oMathParaPr>
                              <m:oMath xmlns:m="http://schemas.openxmlformats.org/officeDocument/2006/math">
                                <m:sSub>
                                  <m:sSubPr>
                                    <m:ctrlPr>
                                      <a:rPr lang="en-US" altLang="zh-CN" b="1" i="1" smtClean="0">
                                        <a:ln>
                                          <a:noFill/>
                                        </a:ln>
                                        <a:solidFill>
                                          <a:schemeClr val="tx1"/>
                                        </a:solidFill>
                                        <a:latin typeface="Cambria Math" panose="02040503050406030204" pitchFamily="18" charset="0"/>
                                      </a:rPr>
                                    </m:ctrlPr>
                                  </m:sSubPr>
                                  <m:e>
                                    <m:r>
                                      <a:rPr lang="en-US" altLang="zh-CN" b="1" i="1" smtClean="0">
                                        <a:ln>
                                          <a:noFill/>
                                        </a:ln>
                                        <a:solidFill>
                                          <a:schemeClr val="tx1"/>
                                        </a:solidFill>
                                        <a:latin typeface="Cambria Math" panose="02040503050406030204" pitchFamily="18" charset="0"/>
                                      </a:rPr>
                                      <m:t>𝒏</m:t>
                                    </m:r>
                                  </m:e>
                                  <m:sub>
                                    <m:r>
                                      <a:rPr lang="en-US" altLang="zh-CN" b="1" i="1" smtClean="0">
                                        <a:ln>
                                          <a:noFill/>
                                        </a:ln>
                                        <a:solidFill>
                                          <a:schemeClr val="tx1"/>
                                        </a:solidFill>
                                        <a:latin typeface="Cambria Math" panose="02040503050406030204" pitchFamily="18" charset="0"/>
                                      </a:rPr>
                                      <m:t>𝟎</m:t>
                                    </m:r>
                                  </m:sub>
                                </m:sSub>
                                <m:r>
                                  <a:rPr lang="en-US" altLang="zh-CN" b="1" i="1" smtClean="0">
                                    <a:ln>
                                      <a:noFill/>
                                    </a:ln>
                                    <a:solidFill>
                                      <a:schemeClr val="tx1"/>
                                    </a:solidFill>
                                    <a:latin typeface="Cambria Math" panose="02040503050406030204" pitchFamily="18" charset="0"/>
                                  </a:rPr>
                                  <m:t> </m:t>
                                </m:r>
                              </m:oMath>
                            </m:oMathPara>
                          </a14:m>
                          <a:endParaRPr lang="zh-CN" altLang="en-US" dirty="0">
                            <a:ln>
                              <a:noFill/>
                            </a:ln>
                            <a:solidFill>
                              <a:schemeClr val="tx1"/>
                            </a:solidFill>
                          </a:endParaRPr>
                        </a:p>
                      </a:txBody>
                      <a:tcPr anchor="ctr">
                        <a:lnL w="12700" cap="flat" cmpd="sng" algn="ctr">
                          <a:solidFill>
                            <a:srgbClr val="000066"/>
                          </a:solidFill>
                          <a:prstDash val="solid"/>
                          <a:round/>
                          <a:headEnd type="none" w="med" len="med"/>
                          <a:tailEnd type="none" w="med" len="med"/>
                        </a:lnL>
                        <a:lnR w="12700" cap="flat" cmpd="sng" algn="ctr">
                          <a:solidFill>
                            <a:srgbClr val="000066"/>
                          </a:solidFill>
                          <a:prstDash val="solid"/>
                          <a:round/>
                          <a:headEnd type="none" w="med" len="med"/>
                          <a:tailEnd type="none" w="med" len="med"/>
                        </a:lnR>
                        <a:lnT w="12700" cap="flat" cmpd="sng" algn="ctr">
                          <a:solidFill>
                            <a:srgbClr val="000066"/>
                          </a:solidFill>
                          <a:prstDash val="solid"/>
                          <a:round/>
                          <a:headEnd type="none" w="med" len="med"/>
                          <a:tailEnd type="none" w="med" len="med"/>
                        </a:lnT>
                        <a:lnB w="12700" cap="flat" cmpd="sng" algn="ctr">
                          <a:solidFill>
                            <a:srgbClr val="000066"/>
                          </a:solidFill>
                          <a:prstDash val="solid"/>
                          <a:round/>
                          <a:headEnd type="none" w="med" len="med"/>
                          <a:tailEnd type="none" w="med" len="med"/>
                        </a:lnB>
                        <a:solidFill>
                          <a:schemeClr val="tx1">
                            <a:lumMod val="20000"/>
                            <a:lumOff val="80000"/>
                          </a:schemeClr>
                        </a:solidFill>
                      </a:tcPr>
                    </a:tc>
                    <a:tc>
                      <a:txBody>
                        <a:bodyPr/>
                        <a:lstStyle/>
                        <a:p>
                          <a:pPr algn="ctr"/>
                          <a:r>
                            <a:rPr lang="en-US" altLang="zh-CN" b="0" dirty="0">
                              <a:ln>
                                <a:noFill/>
                              </a:ln>
                              <a:solidFill>
                                <a:srgbClr val="000066"/>
                              </a:solidFill>
                              <a:latin typeface="Times New Roman" panose="02020603050405020304" pitchFamily="18" charset="0"/>
                              <a:cs typeface="Times New Roman" panose="02020603050405020304" pitchFamily="18" charset="0"/>
                            </a:rPr>
                            <a:t>2</a:t>
                          </a:r>
                          <a:endParaRPr lang="zh-CN" altLang="en-US" b="0" dirty="0">
                            <a:ln>
                              <a:noFill/>
                            </a:ln>
                            <a:solidFill>
                              <a:srgbClr val="000066"/>
                            </a:solidFill>
                            <a:latin typeface="Times New Roman" panose="02020603050405020304" pitchFamily="18" charset="0"/>
                            <a:cs typeface="Times New Roman" panose="02020603050405020304" pitchFamily="18" charset="0"/>
                          </a:endParaRPr>
                        </a:p>
                      </a:txBody>
                      <a:tcPr anchor="ctr">
                        <a:lnL w="12700" cap="flat" cmpd="sng" algn="ctr">
                          <a:solidFill>
                            <a:srgbClr val="000066"/>
                          </a:solidFill>
                          <a:prstDash val="solid"/>
                          <a:round/>
                          <a:headEnd type="none" w="med" len="med"/>
                          <a:tailEnd type="none" w="med" len="med"/>
                        </a:lnL>
                        <a:lnR w="12700" cap="flat" cmpd="sng" algn="ctr">
                          <a:solidFill>
                            <a:srgbClr val="000066"/>
                          </a:solidFill>
                          <a:prstDash val="solid"/>
                          <a:round/>
                          <a:headEnd type="none" w="med" len="med"/>
                          <a:tailEnd type="none" w="med" len="med"/>
                        </a:lnR>
                        <a:lnT w="12700" cap="flat" cmpd="sng" algn="ctr">
                          <a:solidFill>
                            <a:srgbClr val="000066"/>
                          </a:solidFill>
                          <a:prstDash val="solid"/>
                          <a:round/>
                          <a:headEnd type="none" w="med" len="med"/>
                          <a:tailEnd type="none" w="med" len="med"/>
                        </a:lnT>
                        <a:lnB w="12700" cap="flat" cmpd="sng" algn="ctr">
                          <a:solidFill>
                            <a:srgbClr val="000066"/>
                          </a:solidFill>
                          <a:prstDash val="solid"/>
                          <a:round/>
                          <a:headEnd type="none" w="med" len="med"/>
                          <a:tailEnd type="none" w="med" len="med"/>
                        </a:lnB>
                        <a:solidFill>
                          <a:schemeClr val="tx1">
                            <a:lumMod val="20000"/>
                            <a:lumOff val="80000"/>
                          </a:schemeClr>
                        </a:solidFill>
                      </a:tcPr>
                    </a:tc>
                    <a:tc>
                      <a:txBody>
                        <a:bodyPr/>
                        <a:lstStyle/>
                        <a:p>
                          <a:pPr algn="ctr"/>
                          <a:r>
                            <a:rPr lang="en-US" altLang="zh-CN" b="0" dirty="0">
                              <a:ln>
                                <a:noFill/>
                              </a:ln>
                              <a:solidFill>
                                <a:srgbClr val="000066"/>
                              </a:solidFill>
                              <a:latin typeface="Times New Roman" panose="02020603050405020304" pitchFamily="18" charset="0"/>
                              <a:cs typeface="Times New Roman" panose="02020603050405020304" pitchFamily="18" charset="0"/>
                            </a:rPr>
                            <a:t>4</a:t>
                          </a:r>
                          <a:endParaRPr lang="zh-CN" altLang="en-US" b="0" dirty="0">
                            <a:ln>
                              <a:noFill/>
                            </a:ln>
                            <a:solidFill>
                              <a:srgbClr val="000066"/>
                            </a:solidFill>
                            <a:latin typeface="Times New Roman" panose="02020603050405020304" pitchFamily="18" charset="0"/>
                            <a:cs typeface="Times New Roman" panose="02020603050405020304" pitchFamily="18" charset="0"/>
                          </a:endParaRPr>
                        </a:p>
                      </a:txBody>
                      <a:tcPr anchor="ctr">
                        <a:lnL w="12700" cap="flat" cmpd="sng" algn="ctr">
                          <a:solidFill>
                            <a:srgbClr val="000066"/>
                          </a:solidFill>
                          <a:prstDash val="solid"/>
                          <a:round/>
                          <a:headEnd type="none" w="med" len="med"/>
                          <a:tailEnd type="none" w="med" len="med"/>
                        </a:lnL>
                        <a:lnR w="12700" cap="flat" cmpd="sng" algn="ctr">
                          <a:solidFill>
                            <a:srgbClr val="000066"/>
                          </a:solidFill>
                          <a:prstDash val="solid"/>
                          <a:round/>
                          <a:headEnd type="none" w="med" len="med"/>
                          <a:tailEnd type="none" w="med" len="med"/>
                        </a:lnR>
                        <a:lnT w="12700" cap="flat" cmpd="sng" algn="ctr">
                          <a:solidFill>
                            <a:srgbClr val="000066"/>
                          </a:solidFill>
                          <a:prstDash val="solid"/>
                          <a:round/>
                          <a:headEnd type="none" w="med" len="med"/>
                          <a:tailEnd type="none" w="med" len="med"/>
                        </a:lnT>
                        <a:lnB w="12700" cap="flat" cmpd="sng" algn="ctr">
                          <a:solidFill>
                            <a:srgbClr val="000066"/>
                          </a:solidFill>
                          <a:prstDash val="solid"/>
                          <a:round/>
                          <a:headEnd type="none" w="med" len="med"/>
                          <a:tailEnd type="none" w="med" len="med"/>
                        </a:lnB>
                        <a:solidFill>
                          <a:schemeClr val="tx1">
                            <a:lumMod val="20000"/>
                            <a:lumOff val="80000"/>
                          </a:schemeClr>
                        </a:solidFill>
                      </a:tcPr>
                    </a:tc>
                    <a:tc>
                      <a:txBody>
                        <a:bodyPr/>
                        <a:lstStyle/>
                        <a:p>
                          <a:pPr algn="ctr"/>
                          <a:r>
                            <a:rPr lang="en-US" altLang="zh-CN" b="0" dirty="0">
                              <a:ln>
                                <a:noFill/>
                              </a:ln>
                              <a:solidFill>
                                <a:srgbClr val="000066"/>
                              </a:solidFill>
                              <a:latin typeface="Times New Roman" panose="02020603050405020304" pitchFamily="18" charset="0"/>
                              <a:cs typeface="Times New Roman" panose="02020603050405020304" pitchFamily="18" charset="0"/>
                            </a:rPr>
                            <a:t>6</a:t>
                          </a:r>
                          <a:endParaRPr lang="zh-CN" altLang="en-US" b="0" dirty="0">
                            <a:ln>
                              <a:noFill/>
                            </a:ln>
                            <a:solidFill>
                              <a:srgbClr val="000066"/>
                            </a:solidFill>
                            <a:latin typeface="Times New Roman" panose="02020603050405020304" pitchFamily="18" charset="0"/>
                            <a:cs typeface="Times New Roman" panose="02020603050405020304" pitchFamily="18" charset="0"/>
                          </a:endParaRPr>
                        </a:p>
                      </a:txBody>
                      <a:tcPr anchor="ctr">
                        <a:lnL w="12700" cap="flat" cmpd="sng" algn="ctr">
                          <a:solidFill>
                            <a:srgbClr val="000066"/>
                          </a:solidFill>
                          <a:prstDash val="solid"/>
                          <a:round/>
                          <a:headEnd type="none" w="med" len="med"/>
                          <a:tailEnd type="none" w="med" len="med"/>
                        </a:lnL>
                        <a:lnR w="12700" cap="flat" cmpd="sng" algn="ctr">
                          <a:solidFill>
                            <a:srgbClr val="000066"/>
                          </a:solidFill>
                          <a:prstDash val="solid"/>
                          <a:round/>
                          <a:headEnd type="none" w="med" len="med"/>
                          <a:tailEnd type="none" w="med" len="med"/>
                        </a:lnR>
                        <a:lnT w="12700" cap="flat" cmpd="sng" algn="ctr">
                          <a:solidFill>
                            <a:srgbClr val="000066"/>
                          </a:solidFill>
                          <a:prstDash val="solid"/>
                          <a:round/>
                          <a:headEnd type="none" w="med" len="med"/>
                          <a:tailEnd type="none" w="med" len="med"/>
                        </a:lnT>
                        <a:lnB w="12700" cap="flat" cmpd="sng" algn="ctr">
                          <a:solidFill>
                            <a:srgbClr val="000066"/>
                          </a:solidFill>
                          <a:prstDash val="solid"/>
                          <a:round/>
                          <a:headEnd type="none" w="med" len="med"/>
                          <a:tailEnd type="none" w="med" len="med"/>
                        </a:lnB>
                        <a:solidFill>
                          <a:schemeClr val="tx1">
                            <a:lumMod val="20000"/>
                            <a:lumOff val="80000"/>
                          </a:schemeClr>
                        </a:solidFill>
                      </a:tcPr>
                    </a:tc>
                    <a:tc>
                      <a:txBody>
                        <a:bodyPr/>
                        <a:lstStyle/>
                        <a:p>
                          <a:pPr algn="ctr"/>
                          <a:r>
                            <a:rPr lang="en-US" altLang="zh-CN" b="0" dirty="0">
                              <a:ln>
                                <a:noFill/>
                              </a:ln>
                              <a:solidFill>
                                <a:srgbClr val="000066"/>
                              </a:solidFill>
                              <a:latin typeface="Times New Roman" panose="02020603050405020304" pitchFamily="18" charset="0"/>
                              <a:cs typeface="Times New Roman" panose="02020603050405020304" pitchFamily="18" charset="0"/>
                            </a:rPr>
                            <a:t>8</a:t>
                          </a:r>
                          <a:endParaRPr lang="zh-CN" altLang="en-US" b="0" dirty="0">
                            <a:ln>
                              <a:noFill/>
                            </a:ln>
                            <a:solidFill>
                              <a:srgbClr val="000066"/>
                            </a:solidFill>
                            <a:latin typeface="Times New Roman" panose="02020603050405020304" pitchFamily="18" charset="0"/>
                            <a:cs typeface="Times New Roman" panose="02020603050405020304" pitchFamily="18" charset="0"/>
                          </a:endParaRPr>
                        </a:p>
                      </a:txBody>
                      <a:tcPr anchor="ctr">
                        <a:lnL w="12700" cap="flat" cmpd="sng" algn="ctr">
                          <a:solidFill>
                            <a:srgbClr val="000066"/>
                          </a:solidFill>
                          <a:prstDash val="solid"/>
                          <a:round/>
                          <a:headEnd type="none" w="med" len="med"/>
                          <a:tailEnd type="none" w="med" len="med"/>
                        </a:lnL>
                        <a:lnR w="12700" cap="flat" cmpd="sng" algn="ctr">
                          <a:solidFill>
                            <a:srgbClr val="000066"/>
                          </a:solidFill>
                          <a:prstDash val="solid"/>
                          <a:round/>
                          <a:headEnd type="none" w="med" len="med"/>
                          <a:tailEnd type="none" w="med" len="med"/>
                        </a:lnR>
                        <a:lnT w="12700" cap="flat" cmpd="sng" algn="ctr">
                          <a:solidFill>
                            <a:srgbClr val="000066"/>
                          </a:solidFill>
                          <a:prstDash val="solid"/>
                          <a:round/>
                          <a:headEnd type="none" w="med" len="med"/>
                          <a:tailEnd type="none" w="med" len="med"/>
                        </a:lnT>
                        <a:lnB w="12700" cap="flat" cmpd="sng" algn="ctr">
                          <a:solidFill>
                            <a:srgbClr val="000066"/>
                          </a:solidFill>
                          <a:prstDash val="solid"/>
                          <a:round/>
                          <a:headEnd type="none" w="med" len="med"/>
                          <a:tailEnd type="none" w="med" len="med"/>
                        </a:lnB>
                        <a:solidFill>
                          <a:schemeClr val="tx1">
                            <a:lumMod val="20000"/>
                            <a:lumOff val="80000"/>
                          </a:schemeClr>
                        </a:solidFill>
                      </a:tcPr>
                    </a:tc>
                    <a:tc>
                      <a:txBody>
                        <a:bodyPr/>
                        <a:lstStyle/>
                        <a:p>
                          <a:pPr algn="ctr"/>
                          <a:r>
                            <a:rPr lang="en-US" altLang="zh-CN" b="0" dirty="0">
                              <a:ln>
                                <a:noFill/>
                              </a:ln>
                              <a:solidFill>
                                <a:srgbClr val="000066"/>
                              </a:solidFill>
                              <a:latin typeface="Times New Roman" panose="02020603050405020304" pitchFamily="18" charset="0"/>
                              <a:cs typeface="Times New Roman" panose="02020603050405020304" pitchFamily="18" charset="0"/>
                            </a:rPr>
                            <a:t>10</a:t>
                          </a:r>
                          <a:endParaRPr lang="zh-CN" altLang="en-US" b="0" dirty="0">
                            <a:ln>
                              <a:noFill/>
                            </a:ln>
                            <a:solidFill>
                              <a:srgbClr val="000066"/>
                            </a:solidFill>
                            <a:latin typeface="Times New Roman" panose="02020603050405020304" pitchFamily="18" charset="0"/>
                            <a:cs typeface="Times New Roman" panose="02020603050405020304" pitchFamily="18" charset="0"/>
                          </a:endParaRPr>
                        </a:p>
                      </a:txBody>
                      <a:tcPr anchor="ctr">
                        <a:lnL w="12700" cap="flat" cmpd="sng" algn="ctr">
                          <a:solidFill>
                            <a:srgbClr val="000066"/>
                          </a:solidFill>
                          <a:prstDash val="solid"/>
                          <a:round/>
                          <a:headEnd type="none" w="med" len="med"/>
                          <a:tailEnd type="none" w="med" len="med"/>
                        </a:lnL>
                        <a:lnR w="12700" cap="flat" cmpd="sng" algn="ctr">
                          <a:solidFill>
                            <a:srgbClr val="000066"/>
                          </a:solidFill>
                          <a:prstDash val="solid"/>
                          <a:round/>
                          <a:headEnd type="none" w="med" len="med"/>
                          <a:tailEnd type="none" w="med" len="med"/>
                        </a:lnR>
                        <a:lnT w="12700" cap="flat" cmpd="sng" algn="ctr">
                          <a:solidFill>
                            <a:srgbClr val="000066"/>
                          </a:solidFill>
                          <a:prstDash val="solid"/>
                          <a:round/>
                          <a:headEnd type="none" w="med" len="med"/>
                          <a:tailEnd type="none" w="med" len="med"/>
                        </a:lnT>
                        <a:lnB w="12700" cap="flat" cmpd="sng" algn="ctr">
                          <a:solidFill>
                            <a:srgbClr val="000066"/>
                          </a:solidFill>
                          <a:prstDash val="solid"/>
                          <a:round/>
                          <a:headEnd type="none" w="med" len="med"/>
                          <a:tailEnd type="none" w="med" len="med"/>
                        </a:lnB>
                        <a:solidFill>
                          <a:schemeClr val="tx1">
                            <a:lumMod val="20000"/>
                            <a:lumOff val="80000"/>
                          </a:schemeClr>
                        </a:solidFill>
                      </a:tcPr>
                    </a:tc>
                    <a:extLst>
                      <a:ext uri="{0D108BD9-81ED-4DB2-BD59-A6C34878D82A}">
                        <a16:rowId xmlns:a16="http://schemas.microsoft.com/office/drawing/2014/main" val="3595806369"/>
                      </a:ext>
                    </a:extLst>
                  </a:tr>
                  <a:tr h="370840">
                    <a:tc>
                      <a:txBody>
                        <a:bodyPr/>
                        <a:lstStyle/>
                        <a:p>
                          <a:pPr algn="ctr"/>
                          <a14:m>
                            <m:oMathPara xmlns:m="http://schemas.openxmlformats.org/officeDocument/2006/math">
                              <m:oMathParaPr>
                                <m:jc m:val="centerGroup"/>
                              </m:oMathParaPr>
                              <m:oMath xmlns:m="http://schemas.openxmlformats.org/officeDocument/2006/math">
                                <m:r>
                                  <a:rPr lang="en-US" altLang="zh-CN" b="1" i="1" smtClean="0">
                                    <a:ln>
                                      <a:noFill/>
                                    </a:ln>
                                    <a:solidFill>
                                      <a:schemeClr val="tx1"/>
                                    </a:solidFill>
                                    <a:latin typeface="Cambria Math" panose="02040503050406030204" pitchFamily="18" charset="0"/>
                                  </a:rPr>
                                  <m:t>𝒎</m:t>
                                </m:r>
                                <m:r>
                                  <a:rPr lang="en-US" altLang="zh-CN" b="1" i="1" smtClean="0">
                                    <a:ln>
                                      <a:noFill/>
                                    </a:ln>
                                    <a:solidFill>
                                      <a:schemeClr val="tx1"/>
                                    </a:solidFill>
                                    <a:latin typeface="Cambria Math" panose="02040503050406030204" pitchFamily="18" charset="0"/>
                                  </a:rPr>
                                  <m:t> (</m:t>
                                </m:r>
                                <m:r>
                                  <a:rPr lang="en-US" altLang="zh-CN" b="1" i="1" smtClean="0">
                                    <a:ln>
                                      <a:noFill/>
                                    </a:ln>
                                    <a:solidFill>
                                      <a:schemeClr val="tx1"/>
                                    </a:solidFill>
                                    <a:latin typeface="Cambria Math" panose="02040503050406030204" pitchFamily="18" charset="0"/>
                                  </a:rPr>
                                  <m:t>𝒈</m:t>
                                </m:r>
                                <m:r>
                                  <a:rPr lang="en-US" altLang="zh-CN" b="1" i="1" smtClean="0">
                                    <a:ln>
                                      <a:noFill/>
                                    </a:ln>
                                    <a:solidFill>
                                      <a:schemeClr val="tx1"/>
                                    </a:solidFill>
                                    <a:latin typeface="Cambria Math" panose="02040503050406030204" pitchFamily="18" charset="0"/>
                                  </a:rPr>
                                  <m:t>)</m:t>
                                </m:r>
                              </m:oMath>
                            </m:oMathPara>
                          </a14:m>
                          <a:endParaRPr lang="zh-CN" altLang="en-US" dirty="0">
                            <a:ln>
                              <a:noFill/>
                            </a:ln>
                            <a:solidFill>
                              <a:schemeClr val="tx1"/>
                            </a:solidFill>
                          </a:endParaRPr>
                        </a:p>
                      </a:txBody>
                      <a:tcPr anchor="ctr">
                        <a:lnL w="12700" cap="flat" cmpd="sng" algn="ctr">
                          <a:solidFill>
                            <a:srgbClr val="000066"/>
                          </a:solidFill>
                          <a:prstDash val="solid"/>
                          <a:round/>
                          <a:headEnd type="none" w="med" len="med"/>
                          <a:tailEnd type="none" w="med" len="med"/>
                        </a:lnL>
                        <a:lnR w="12700" cap="flat" cmpd="sng" algn="ctr">
                          <a:solidFill>
                            <a:srgbClr val="000066"/>
                          </a:solidFill>
                          <a:prstDash val="solid"/>
                          <a:round/>
                          <a:headEnd type="none" w="med" len="med"/>
                          <a:tailEnd type="none" w="med" len="med"/>
                        </a:lnR>
                        <a:lnT w="12700" cap="flat" cmpd="sng" algn="ctr">
                          <a:solidFill>
                            <a:srgbClr val="000066"/>
                          </a:solidFill>
                          <a:prstDash val="solid"/>
                          <a:round/>
                          <a:headEnd type="none" w="med" len="med"/>
                          <a:tailEnd type="none" w="med" len="med"/>
                        </a:lnT>
                        <a:lnB w="12700" cap="flat" cmpd="sng" algn="ctr">
                          <a:solidFill>
                            <a:srgbClr val="000066"/>
                          </a:solidFill>
                          <a:prstDash val="solid"/>
                          <a:round/>
                          <a:headEnd type="none" w="med" len="med"/>
                          <a:tailEnd type="none" w="med" len="med"/>
                        </a:lnB>
                        <a:solidFill>
                          <a:schemeClr val="tx1">
                            <a:lumMod val="20000"/>
                            <a:lumOff val="80000"/>
                          </a:schemeClr>
                        </a:solidFill>
                      </a:tcPr>
                    </a:tc>
                    <a:tc>
                      <a:txBody>
                        <a:bodyPr/>
                        <a:lstStyle/>
                        <a:p>
                          <a:pPr algn="ctr"/>
                          <a:r>
                            <a:rPr lang="en-US" altLang="zh-CN" b="0" dirty="0">
                              <a:ln>
                                <a:noFill/>
                              </a:ln>
                              <a:solidFill>
                                <a:srgbClr val="000066"/>
                              </a:solidFill>
                              <a:latin typeface="Times New Roman" panose="02020603050405020304" pitchFamily="18" charset="0"/>
                              <a:cs typeface="Times New Roman" panose="02020603050405020304" pitchFamily="18" charset="0"/>
                            </a:rPr>
                            <a:t>40</a:t>
                          </a:r>
                          <a:endParaRPr lang="zh-CN" altLang="en-US" b="0" dirty="0">
                            <a:ln>
                              <a:noFill/>
                            </a:ln>
                            <a:solidFill>
                              <a:srgbClr val="000066"/>
                            </a:solidFill>
                            <a:latin typeface="Times New Roman" panose="02020603050405020304" pitchFamily="18" charset="0"/>
                            <a:cs typeface="Times New Roman" panose="02020603050405020304" pitchFamily="18" charset="0"/>
                          </a:endParaRPr>
                        </a:p>
                      </a:txBody>
                      <a:tcPr anchor="ctr">
                        <a:lnL w="12700" cap="flat" cmpd="sng" algn="ctr">
                          <a:solidFill>
                            <a:srgbClr val="000066"/>
                          </a:solidFill>
                          <a:prstDash val="solid"/>
                          <a:round/>
                          <a:headEnd type="none" w="med" len="med"/>
                          <a:tailEnd type="none" w="med" len="med"/>
                        </a:lnL>
                        <a:lnR w="12700" cap="flat" cmpd="sng" algn="ctr">
                          <a:solidFill>
                            <a:srgbClr val="000066"/>
                          </a:solidFill>
                          <a:prstDash val="solid"/>
                          <a:round/>
                          <a:headEnd type="none" w="med" len="med"/>
                          <a:tailEnd type="none" w="med" len="med"/>
                        </a:lnR>
                        <a:lnT w="12700" cap="flat" cmpd="sng" algn="ctr">
                          <a:solidFill>
                            <a:srgbClr val="000066"/>
                          </a:solidFill>
                          <a:prstDash val="solid"/>
                          <a:round/>
                          <a:headEnd type="none" w="med" len="med"/>
                          <a:tailEnd type="none" w="med" len="med"/>
                        </a:lnT>
                        <a:lnB w="12700" cap="flat" cmpd="sng" algn="ctr">
                          <a:solidFill>
                            <a:srgbClr val="000066"/>
                          </a:solidFill>
                          <a:prstDash val="solid"/>
                          <a:round/>
                          <a:headEnd type="none" w="med" len="med"/>
                          <a:tailEnd type="none" w="med" len="med"/>
                        </a:lnB>
                        <a:solidFill>
                          <a:schemeClr val="tx1">
                            <a:lumMod val="20000"/>
                            <a:lumOff val="80000"/>
                          </a:schemeClr>
                        </a:solidFill>
                      </a:tcPr>
                    </a:tc>
                    <a:tc>
                      <a:txBody>
                        <a:bodyPr/>
                        <a:lstStyle/>
                        <a:p>
                          <a:pPr algn="ctr"/>
                          <a:r>
                            <a:rPr lang="en-US" altLang="zh-CN" b="0" dirty="0">
                              <a:ln>
                                <a:noFill/>
                              </a:ln>
                              <a:solidFill>
                                <a:srgbClr val="000066"/>
                              </a:solidFill>
                              <a:latin typeface="Times New Roman" panose="02020603050405020304" pitchFamily="18" charset="0"/>
                              <a:cs typeface="Times New Roman" panose="02020603050405020304" pitchFamily="18" charset="0"/>
                            </a:rPr>
                            <a:t>80</a:t>
                          </a:r>
                          <a:endParaRPr lang="zh-CN" altLang="en-US" b="0" dirty="0">
                            <a:ln>
                              <a:noFill/>
                            </a:ln>
                            <a:solidFill>
                              <a:srgbClr val="000066"/>
                            </a:solidFill>
                            <a:latin typeface="Times New Roman" panose="02020603050405020304" pitchFamily="18" charset="0"/>
                            <a:cs typeface="Times New Roman" panose="02020603050405020304" pitchFamily="18" charset="0"/>
                          </a:endParaRPr>
                        </a:p>
                      </a:txBody>
                      <a:tcPr anchor="ctr">
                        <a:lnL w="12700" cap="flat" cmpd="sng" algn="ctr">
                          <a:solidFill>
                            <a:srgbClr val="000066"/>
                          </a:solidFill>
                          <a:prstDash val="solid"/>
                          <a:round/>
                          <a:headEnd type="none" w="med" len="med"/>
                          <a:tailEnd type="none" w="med" len="med"/>
                        </a:lnL>
                        <a:lnR w="12700" cap="flat" cmpd="sng" algn="ctr">
                          <a:solidFill>
                            <a:srgbClr val="000066"/>
                          </a:solidFill>
                          <a:prstDash val="solid"/>
                          <a:round/>
                          <a:headEnd type="none" w="med" len="med"/>
                          <a:tailEnd type="none" w="med" len="med"/>
                        </a:lnR>
                        <a:lnT w="12700" cap="flat" cmpd="sng" algn="ctr">
                          <a:solidFill>
                            <a:srgbClr val="000066"/>
                          </a:solidFill>
                          <a:prstDash val="solid"/>
                          <a:round/>
                          <a:headEnd type="none" w="med" len="med"/>
                          <a:tailEnd type="none" w="med" len="med"/>
                        </a:lnT>
                        <a:lnB w="12700" cap="flat" cmpd="sng" algn="ctr">
                          <a:solidFill>
                            <a:srgbClr val="000066"/>
                          </a:solidFill>
                          <a:prstDash val="solid"/>
                          <a:round/>
                          <a:headEnd type="none" w="med" len="med"/>
                          <a:tailEnd type="none" w="med" len="med"/>
                        </a:lnB>
                        <a:solidFill>
                          <a:schemeClr val="tx1">
                            <a:lumMod val="20000"/>
                            <a:lumOff val="80000"/>
                          </a:schemeClr>
                        </a:solidFill>
                      </a:tcPr>
                    </a:tc>
                    <a:tc>
                      <a:txBody>
                        <a:bodyPr/>
                        <a:lstStyle/>
                        <a:p>
                          <a:pPr algn="ctr"/>
                          <a:r>
                            <a:rPr lang="en-US" altLang="zh-CN" b="0" dirty="0">
                              <a:ln>
                                <a:noFill/>
                              </a:ln>
                              <a:solidFill>
                                <a:srgbClr val="000066"/>
                              </a:solidFill>
                              <a:latin typeface="Times New Roman" panose="02020603050405020304" pitchFamily="18" charset="0"/>
                              <a:cs typeface="Times New Roman" panose="02020603050405020304" pitchFamily="18" charset="0"/>
                            </a:rPr>
                            <a:t>120</a:t>
                          </a:r>
                          <a:endParaRPr lang="zh-CN" altLang="en-US" b="0" dirty="0">
                            <a:ln>
                              <a:noFill/>
                            </a:ln>
                            <a:solidFill>
                              <a:srgbClr val="000066"/>
                            </a:solidFill>
                            <a:latin typeface="Times New Roman" panose="02020603050405020304" pitchFamily="18" charset="0"/>
                            <a:cs typeface="Times New Roman" panose="02020603050405020304" pitchFamily="18" charset="0"/>
                          </a:endParaRPr>
                        </a:p>
                      </a:txBody>
                      <a:tcPr anchor="ctr">
                        <a:lnL w="12700" cap="flat" cmpd="sng" algn="ctr">
                          <a:solidFill>
                            <a:srgbClr val="000066"/>
                          </a:solidFill>
                          <a:prstDash val="solid"/>
                          <a:round/>
                          <a:headEnd type="none" w="med" len="med"/>
                          <a:tailEnd type="none" w="med" len="med"/>
                        </a:lnL>
                        <a:lnR w="12700" cap="flat" cmpd="sng" algn="ctr">
                          <a:solidFill>
                            <a:srgbClr val="000066"/>
                          </a:solidFill>
                          <a:prstDash val="solid"/>
                          <a:round/>
                          <a:headEnd type="none" w="med" len="med"/>
                          <a:tailEnd type="none" w="med" len="med"/>
                        </a:lnR>
                        <a:lnT w="12700" cap="flat" cmpd="sng" algn="ctr">
                          <a:solidFill>
                            <a:srgbClr val="000066"/>
                          </a:solidFill>
                          <a:prstDash val="solid"/>
                          <a:round/>
                          <a:headEnd type="none" w="med" len="med"/>
                          <a:tailEnd type="none" w="med" len="med"/>
                        </a:lnT>
                        <a:lnB w="12700" cap="flat" cmpd="sng" algn="ctr">
                          <a:solidFill>
                            <a:srgbClr val="000066"/>
                          </a:solidFill>
                          <a:prstDash val="solid"/>
                          <a:round/>
                          <a:headEnd type="none" w="med" len="med"/>
                          <a:tailEnd type="none" w="med" len="med"/>
                        </a:lnB>
                        <a:solidFill>
                          <a:schemeClr val="tx1">
                            <a:lumMod val="20000"/>
                            <a:lumOff val="80000"/>
                          </a:schemeClr>
                        </a:solidFill>
                      </a:tcPr>
                    </a:tc>
                    <a:tc>
                      <a:txBody>
                        <a:bodyPr/>
                        <a:lstStyle/>
                        <a:p>
                          <a:pPr algn="ctr"/>
                          <a:r>
                            <a:rPr lang="en-US" altLang="zh-CN" b="0" dirty="0">
                              <a:ln>
                                <a:noFill/>
                              </a:ln>
                              <a:solidFill>
                                <a:srgbClr val="000066"/>
                              </a:solidFill>
                              <a:latin typeface="Times New Roman" panose="02020603050405020304" pitchFamily="18" charset="0"/>
                              <a:cs typeface="Times New Roman" panose="02020603050405020304" pitchFamily="18" charset="0"/>
                            </a:rPr>
                            <a:t>160</a:t>
                          </a:r>
                          <a:endParaRPr lang="zh-CN" altLang="en-US" b="0" dirty="0">
                            <a:ln>
                              <a:noFill/>
                            </a:ln>
                            <a:solidFill>
                              <a:srgbClr val="000066"/>
                            </a:solidFill>
                            <a:latin typeface="Times New Roman" panose="02020603050405020304" pitchFamily="18" charset="0"/>
                            <a:cs typeface="Times New Roman" panose="02020603050405020304" pitchFamily="18" charset="0"/>
                          </a:endParaRPr>
                        </a:p>
                      </a:txBody>
                      <a:tcPr anchor="ctr">
                        <a:lnL w="12700" cap="flat" cmpd="sng" algn="ctr">
                          <a:solidFill>
                            <a:srgbClr val="000066"/>
                          </a:solidFill>
                          <a:prstDash val="solid"/>
                          <a:round/>
                          <a:headEnd type="none" w="med" len="med"/>
                          <a:tailEnd type="none" w="med" len="med"/>
                        </a:lnL>
                        <a:lnR w="12700" cap="flat" cmpd="sng" algn="ctr">
                          <a:solidFill>
                            <a:srgbClr val="000066"/>
                          </a:solidFill>
                          <a:prstDash val="solid"/>
                          <a:round/>
                          <a:headEnd type="none" w="med" len="med"/>
                          <a:tailEnd type="none" w="med" len="med"/>
                        </a:lnR>
                        <a:lnT w="12700" cap="flat" cmpd="sng" algn="ctr">
                          <a:solidFill>
                            <a:srgbClr val="000066"/>
                          </a:solidFill>
                          <a:prstDash val="solid"/>
                          <a:round/>
                          <a:headEnd type="none" w="med" len="med"/>
                          <a:tailEnd type="none" w="med" len="med"/>
                        </a:lnT>
                        <a:lnB w="12700" cap="flat" cmpd="sng" algn="ctr">
                          <a:solidFill>
                            <a:srgbClr val="000066"/>
                          </a:solidFill>
                          <a:prstDash val="solid"/>
                          <a:round/>
                          <a:headEnd type="none" w="med" len="med"/>
                          <a:tailEnd type="none" w="med" len="med"/>
                        </a:lnB>
                        <a:solidFill>
                          <a:schemeClr val="tx1">
                            <a:lumMod val="20000"/>
                            <a:lumOff val="80000"/>
                          </a:schemeClr>
                        </a:solidFill>
                      </a:tcPr>
                    </a:tc>
                    <a:tc>
                      <a:txBody>
                        <a:bodyPr/>
                        <a:lstStyle/>
                        <a:p>
                          <a:pPr algn="ctr"/>
                          <a:r>
                            <a:rPr lang="en-US" altLang="zh-CN" b="0" dirty="0">
                              <a:ln>
                                <a:noFill/>
                              </a:ln>
                              <a:solidFill>
                                <a:srgbClr val="000066"/>
                              </a:solidFill>
                              <a:latin typeface="Times New Roman" panose="02020603050405020304" pitchFamily="18" charset="0"/>
                              <a:cs typeface="Times New Roman" panose="02020603050405020304" pitchFamily="18" charset="0"/>
                            </a:rPr>
                            <a:t>200</a:t>
                          </a:r>
                          <a:endParaRPr lang="zh-CN" altLang="en-US" b="0" dirty="0">
                            <a:ln>
                              <a:noFill/>
                            </a:ln>
                            <a:solidFill>
                              <a:srgbClr val="000066"/>
                            </a:solidFill>
                            <a:latin typeface="Times New Roman" panose="02020603050405020304" pitchFamily="18" charset="0"/>
                            <a:cs typeface="Times New Roman" panose="02020603050405020304" pitchFamily="18" charset="0"/>
                          </a:endParaRPr>
                        </a:p>
                      </a:txBody>
                      <a:tcPr anchor="ctr">
                        <a:lnL w="12700" cap="flat" cmpd="sng" algn="ctr">
                          <a:solidFill>
                            <a:srgbClr val="000066"/>
                          </a:solidFill>
                          <a:prstDash val="solid"/>
                          <a:round/>
                          <a:headEnd type="none" w="med" len="med"/>
                          <a:tailEnd type="none" w="med" len="med"/>
                        </a:lnL>
                        <a:lnR w="12700" cap="flat" cmpd="sng" algn="ctr">
                          <a:solidFill>
                            <a:srgbClr val="000066"/>
                          </a:solidFill>
                          <a:prstDash val="solid"/>
                          <a:round/>
                          <a:headEnd type="none" w="med" len="med"/>
                          <a:tailEnd type="none" w="med" len="med"/>
                        </a:lnR>
                        <a:lnT w="12700" cap="flat" cmpd="sng" algn="ctr">
                          <a:solidFill>
                            <a:srgbClr val="000066"/>
                          </a:solidFill>
                          <a:prstDash val="solid"/>
                          <a:round/>
                          <a:headEnd type="none" w="med" len="med"/>
                          <a:tailEnd type="none" w="med" len="med"/>
                        </a:lnT>
                        <a:lnB w="12700" cap="flat" cmpd="sng" algn="ctr">
                          <a:solidFill>
                            <a:srgbClr val="000066"/>
                          </a:solidFill>
                          <a:prstDash val="solid"/>
                          <a:round/>
                          <a:headEnd type="none" w="med" len="med"/>
                          <a:tailEnd type="none" w="med" len="med"/>
                        </a:lnB>
                        <a:solidFill>
                          <a:schemeClr val="tx1">
                            <a:lumMod val="20000"/>
                            <a:lumOff val="80000"/>
                          </a:schemeClr>
                        </a:solidFill>
                      </a:tcPr>
                    </a:tc>
                    <a:extLst>
                      <a:ext uri="{0D108BD9-81ED-4DB2-BD59-A6C34878D82A}">
                        <a16:rowId xmlns:a16="http://schemas.microsoft.com/office/drawing/2014/main" val="908710211"/>
                      </a:ext>
                    </a:extLst>
                  </a:tr>
                  <a:tr h="37084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lang="en-US" altLang="zh-CN" b="1" i="1" smtClean="0">
                                    <a:ln>
                                      <a:noFill/>
                                    </a:ln>
                                    <a:solidFill>
                                      <a:schemeClr val="tx1"/>
                                    </a:solidFill>
                                    <a:latin typeface="Cambria Math" panose="02040503050406030204" pitchFamily="18" charset="0"/>
                                  </a:rPr>
                                  <m:t>𝒎</m:t>
                                </m:r>
                                <m:r>
                                  <a:rPr lang="en-US" altLang="zh-CN" b="1" i="1" smtClean="0">
                                    <a:ln>
                                      <a:noFill/>
                                    </a:ln>
                                    <a:solidFill>
                                      <a:schemeClr val="tx1"/>
                                    </a:solidFill>
                                    <a:latin typeface="Cambria Math" panose="02040503050406030204" pitchFamily="18" charset="0"/>
                                  </a:rPr>
                                  <m:t>+</m:t>
                                </m:r>
                                <m:sSub>
                                  <m:sSubPr>
                                    <m:ctrlPr>
                                      <a:rPr lang="en-US" altLang="zh-CN" b="1" i="1" smtClean="0">
                                        <a:ln>
                                          <a:noFill/>
                                        </a:ln>
                                        <a:solidFill>
                                          <a:schemeClr val="tx1"/>
                                        </a:solidFill>
                                        <a:latin typeface="Cambria Math" panose="02040503050406030204" pitchFamily="18" charset="0"/>
                                      </a:rPr>
                                    </m:ctrlPr>
                                  </m:sSubPr>
                                  <m:e>
                                    <m:r>
                                      <a:rPr lang="en-US" altLang="zh-CN" b="1" i="1" smtClean="0">
                                        <a:ln>
                                          <a:noFill/>
                                        </a:ln>
                                        <a:solidFill>
                                          <a:schemeClr val="tx1"/>
                                        </a:solidFill>
                                        <a:latin typeface="Cambria Math" panose="02040503050406030204" pitchFamily="18" charset="0"/>
                                      </a:rPr>
                                      <m:t>𝒎</m:t>
                                    </m:r>
                                  </m:e>
                                  <m:sub>
                                    <m:r>
                                      <a:rPr lang="en-US" altLang="zh-CN" b="1" i="1" smtClean="0">
                                        <a:ln>
                                          <a:noFill/>
                                        </a:ln>
                                        <a:solidFill>
                                          <a:schemeClr val="tx1"/>
                                        </a:solidFill>
                                        <a:latin typeface="Cambria Math" panose="02040503050406030204" pitchFamily="18" charset="0"/>
                                      </a:rPr>
                                      <m:t>𝟎</m:t>
                                    </m:r>
                                  </m:sub>
                                </m:sSub>
                                <m:r>
                                  <a:rPr lang="en-US" altLang="zh-CN" b="1" i="1" smtClean="0">
                                    <a:ln>
                                      <a:noFill/>
                                    </a:ln>
                                    <a:solidFill>
                                      <a:schemeClr val="tx1"/>
                                    </a:solidFill>
                                    <a:latin typeface="Cambria Math" panose="02040503050406030204" pitchFamily="18" charset="0"/>
                                  </a:rPr>
                                  <m:t> (</m:t>
                                </m:r>
                                <m:r>
                                  <a:rPr lang="en-US" altLang="zh-CN" b="1" i="1" smtClean="0">
                                    <a:ln>
                                      <a:noFill/>
                                    </a:ln>
                                    <a:solidFill>
                                      <a:schemeClr val="tx1"/>
                                    </a:solidFill>
                                    <a:latin typeface="Cambria Math" panose="02040503050406030204" pitchFamily="18" charset="0"/>
                                  </a:rPr>
                                  <m:t>𝒈</m:t>
                                </m:r>
                                <m:r>
                                  <a:rPr lang="en-US" altLang="zh-CN" b="1" i="1" smtClean="0">
                                    <a:ln>
                                      <a:noFill/>
                                    </a:ln>
                                    <a:solidFill>
                                      <a:schemeClr val="tx1"/>
                                    </a:solidFill>
                                    <a:latin typeface="Cambria Math" panose="02040503050406030204" pitchFamily="18" charset="0"/>
                                  </a:rPr>
                                  <m:t>)</m:t>
                                </m:r>
                              </m:oMath>
                            </m:oMathPara>
                          </a14:m>
                          <a:endParaRPr lang="zh-CN" altLang="en-US" dirty="0">
                            <a:ln>
                              <a:noFill/>
                            </a:ln>
                            <a:solidFill>
                              <a:schemeClr val="tx1"/>
                            </a:solidFill>
                          </a:endParaRPr>
                        </a:p>
                      </a:txBody>
                      <a:tcPr anchor="ctr">
                        <a:lnL w="12700" cap="flat" cmpd="sng" algn="ctr">
                          <a:solidFill>
                            <a:srgbClr val="000066"/>
                          </a:solidFill>
                          <a:prstDash val="solid"/>
                          <a:round/>
                          <a:headEnd type="none" w="med" len="med"/>
                          <a:tailEnd type="none" w="med" len="med"/>
                        </a:lnL>
                        <a:lnR w="12700" cap="flat" cmpd="sng" algn="ctr">
                          <a:solidFill>
                            <a:srgbClr val="000066"/>
                          </a:solidFill>
                          <a:prstDash val="solid"/>
                          <a:round/>
                          <a:headEnd type="none" w="med" len="med"/>
                          <a:tailEnd type="none" w="med" len="med"/>
                        </a:lnR>
                        <a:lnT w="12700" cap="flat" cmpd="sng" algn="ctr">
                          <a:solidFill>
                            <a:srgbClr val="000066"/>
                          </a:solidFill>
                          <a:prstDash val="solid"/>
                          <a:round/>
                          <a:headEnd type="none" w="med" len="med"/>
                          <a:tailEnd type="none" w="med" len="med"/>
                        </a:lnT>
                        <a:lnB w="12700" cap="flat" cmpd="sng" algn="ctr">
                          <a:solidFill>
                            <a:srgbClr val="000066"/>
                          </a:solidFill>
                          <a:prstDash val="solid"/>
                          <a:round/>
                          <a:headEnd type="none" w="med" len="med"/>
                          <a:tailEnd type="none" w="med" len="med"/>
                        </a:lnB>
                        <a:solidFill>
                          <a:schemeClr val="tx1">
                            <a:lumMod val="20000"/>
                            <a:lumOff val="80000"/>
                          </a:schemeClr>
                        </a:solidFill>
                      </a:tcPr>
                    </a:tc>
                    <a:tc>
                      <a:txBody>
                        <a:bodyPr/>
                        <a:lstStyle/>
                        <a:p>
                          <a:pPr algn="ctr"/>
                          <a:r>
                            <a:rPr lang="en-US" altLang="zh-CN" b="0" dirty="0">
                              <a:ln>
                                <a:noFill/>
                              </a:ln>
                              <a:solidFill>
                                <a:srgbClr val="000066"/>
                              </a:solidFill>
                              <a:latin typeface="Times New Roman" panose="02020603050405020304" pitchFamily="18" charset="0"/>
                              <a:cs typeface="Times New Roman" panose="02020603050405020304" pitchFamily="18" charset="0"/>
                            </a:rPr>
                            <a:t>60</a:t>
                          </a:r>
                          <a:endParaRPr lang="zh-CN" altLang="en-US" b="0" dirty="0">
                            <a:ln>
                              <a:noFill/>
                            </a:ln>
                            <a:solidFill>
                              <a:srgbClr val="000066"/>
                            </a:solidFill>
                            <a:latin typeface="Times New Roman" panose="02020603050405020304" pitchFamily="18" charset="0"/>
                            <a:cs typeface="Times New Roman" panose="02020603050405020304" pitchFamily="18" charset="0"/>
                          </a:endParaRPr>
                        </a:p>
                      </a:txBody>
                      <a:tcPr anchor="ctr">
                        <a:lnL w="12700" cap="flat" cmpd="sng" algn="ctr">
                          <a:solidFill>
                            <a:srgbClr val="000066"/>
                          </a:solidFill>
                          <a:prstDash val="solid"/>
                          <a:round/>
                          <a:headEnd type="none" w="med" len="med"/>
                          <a:tailEnd type="none" w="med" len="med"/>
                        </a:lnL>
                        <a:lnR w="12700" cap="flat" cmpd="sng" algn="ctr">
                          <a:solidFill>
                            <a:srgbClr val="000066"/>
                          </a:solidFill>
                          <a:prstDash val="solid"/>
                          <a:round/>
                          <a:headEnd type="none" w="med" len="med"/>
                          <a:tailEnd type="none" w="med" len="med"/>
                        </a:lnR>
                        <a:lnT w="12700" cap="flat" cmpd="sng" algn="ctr">
                          <a:solidFill>
                            <a:srgbClr val="000066"/>
                          </a:solidFill>
                          <a:prstDash val="solid"/>
                          <a:round/>
                          <a:headEnd type="none" w="med" len="med"/>
                          <a:tailEnd type="none" w="med" len="med"/>
                        </a:lnT>
                        <a:lnB w="12700" cap="flat" cmpd="sng" algn="ctr">
                          <a:solidFill>
                            <a:srgbClr val="000066"/>
                          </a:solidFill>
                          <a:prstDash val="solid"/>
                          <a:round/>
                          <a:headEnd type="none" w="med" len="med"/>
                          <a:tailEnd type="none" w="med" len="med"/>
                        </a:lnB>
                        <a:solidFill>
                          <a:schemeClr val="tx1">
                            <a:lumMod val="20000"/>
                            <a:lumOff val="80000"/>
                          </a:schemeClr>
                        </a:solidFill>
                      </a:tcPr>
                    </a:tc>
                    <a:tc>
                      <a:txBody>
                        <a:bodyPr/>
                        <a:lstStyle/>
                        <a:p>
                          <a:pPr algn="ctr"/>
                          <a:r>
                            <a:rPr lang="en-US" altLang="zh-CN" b="0" dirty="0">
                              <a:ln>
                                <a:noFill/>
                              </a:ln>
                              <a:solidFill>
                                <a:srgbClr val="000066"/>
                              </a:solidFill>
                              <a:latin typeface="Times New Roman" panose="02020603050405020304" pitchFamily="18" charset="0"/>
                              <a:cs typeface="Times New Roman" panose="02020603050405020304" pitchFamily="18" charset="0"/>
                            </a:rPr>
                            <a:t>100</a:t>
                          </a:r>
                          <a:endParaRPr lang="zh-CN" altLang="en-US" b="0" dirty="0">
                            <a:ln>
                              <a:noFill/>
                            </a:ln>
                            <a:solidFill>
                              <a:srgbClr val="000066"/>
                            </a:solidFill>
                            <a:latin typeface="Times New Roman" panose="02020603050405020304" pitchFamily="18" charset="0"/>
                            <a:cs typeface="Times New Roman" panose="02020603050405020304" pitchFamily="18" charset="0"/>
                          </a:endParaRPr>
                        </a:p>
                      </a:txBody>
                      <a:tcPr anchor="ctr">
                        <a:lnL w="12700" cap="flat" cmpd="sng" algn="ctr">
                          <a:solidFill>
                            <a:srgbClr val="000066"/>
                          </a:solidFill>
                          <a:prstDash val="solid"/>
                          <a:round/>
                          <a:headEnd type="none" w="med" len="med"/>
                          <a:tailEnd type="none" w="med" len="med"/>
                        </a:lnL>
                        <a:lnR w="12700" cap="flat" cmpd="sng" algn="ctr">
                          <a:solidFill>
                            <a:srgbClr val="000066"/>
                          </a:solidFill>
                          <a:prstDash val="solid"/>
                          <a:round/>
                          <a:headEnd type="none" w="med" len="med"/>
                          <a:tailEnd type="none" w="med" len="med"/>
                        </a:lnR>
                        <a:lnT w="12700" cap="flat" cmpd="sng" algn="ctr">
                          <a:solidFill>
                            <a:srgbClr val="000066"/>
                          </a:solidFill>
                          <a:prstDash val="solid"/>
                          <a:round/>
                          <a:headEnd type="none" w="med" len="med"/>
                          <a:tailEnd type="none" w="med" len="med"/>
                        </a:lnT>
                        <a:lnB w="12700" cap="flat" cmpd="sng" algn="ctr">
                          <a:solidFill>
                            <a:srgbClr val="000066"/>
                          </a:solidFill>
                          <a:prstDash val="solid"/>
                          <a:round/>
                          <a:headEnd type="none" w="med" len="med"/>
                          <a:tailEnd type="none" w="med" len="med"/>
                        </a:lnB>
                        <a:solidFill>
                          <a:schemeClr val="tx1">
                            <a:lumMod val="20000"/>
                            <a:lumOff val="80000"/>
                          </a:schemeClr>
                        </a:solidFill>
                      </a:tcPr>
                    </a:tc>
                    <a:tc>
                      <a:txBody>
                        <a:bodyPr/>
                        <a:lstStyle/>
                        <a:p>
                          <a:pPr algn="ctr"/>
                          <a:r>
                            <a:rPr lang="en-US" altLang="zh-CN" b="0" dirty="0">
                              <a:ln>
                                <a:noFill/>
                              </a:ln>
                              <a:solidFill>
                                <a:srgbClr val="000066"/>
                              </a:solidFill>
                              <a:latin typeface="Times New Roman" panose="02020603050405020304" pitchFamily="18" charset="0"/>
                              <a:cs typeface="Times New Roman" panose="02020603050405020304" pitchFamily="18" charset="0"/>
                            </a:rPr>
                            <a:t>140</a:t>
                          </a:r>
                          <a:endParaRPr lang="zh-CN" altLang="en-US" b="0" dirty="0">
                            <a:ln>
                              <a:noFill/>
                            </a:ln>
                            <a:solidFill>
                              <a:srgbClr val="000066"/>
                            </a:solidFill>
                            <a:latin typeface="Times New Roman" panose="02020603050405020304" pitchFamily="18" charset="0"/>
                            <a:cs typeface="Times New Roman" panose="02020603050405020304" pitchFamily="18" charset="0"/>
                          </a:endParaRPr>
                        </a:p>
                      </a:txBody>
                      <a:tcPr anchor="ctr">
                        <a:lnL w="12700" cap="flat" cmpd="sng" algn="ctr">
                          <a:solidFill>
                            <a:srgbClr val="000066"/>
                          </a:solidFill>
                          <a:prstDash val="solid"/>
                          <a:round/>
                          <a:headEnd type="none" w="med" len="med"/>
                          <a:tailEnd type="none" w="med" len="med"/>
                        </a:lnL>
                        <a:lnR w="12700" cap="flat" cmpd="sng" algn="ctr">
                          <a:solidFill>
                            <a:srgbClr val="000066"/>
                          </a:solidFill>
                          <a:prstDash val="solid"/>
                          <a:round/>
                          <a:headEnd type="none" w="med" len="med"/>
                          <a:tailEnd type="none" w="med" len="med"/>
                        </a:lnR>
                        <a:lnT w="12700" cap="flat" cmpd="sng" algn="ctr">
                          <a:solidFill>
                            <a:srgbClr val="000066"/>
                          </a:solidFill>
                          <a:prstDash val="solid"/>
                          <a:round/>
                          <a:headEnd type="none" w="med" len="med"/>
                          <a:tailEnd type="none" w="med" len="med"/>
                        </a:lnT>
                        <a:lnB w="12700" cap="flat" cmpd="sng" algn="ctr">
                          <a:solidFill>
                            <a:srgbClr val="000066"/>
                          </a:solidFill>
                          <a:prstDash val="solid"/>
                          <a:round/>
                          <a:headEnd type="none" w="med" len="med"/>
                          <a:tailEnd type="none" w="med" len="med"/>
                        </a:lnB>
                        <a:solidFill>
                          <a:schemeClr val="tx1">
                            <a:lumMod val="20000"/>
                            <a:lumOff val="80000"/>
                          </a:schemeClr>
                        </a:solidFill>
                      </a:tcPr>
                    </a:tc>
                    <a:tc>
                      <a:txBody>
                        <a:bodyPr/>
                        <a:lstStyle/>
                        <a:p>
                          <a:pPr algn="ctr"/>
                          <a:r>
                            <a:rPr lang="en-US" altLang="zh-CN" b="0" dirty="0">
                              <a:ln>
                                <a:noFill/>
                              </a:ln>
                              <a:solidFill>
                                <a:srgbClr val="000066"/>
                              </a:solidFill>
                              <a:latin typeface="Times New Roman" panose="02020603050405020304" pitchFamily="18" charset="0"/>
                              <a:cs typeface="Times New Roman" panose="02020603050405020304" pitchFamily="18" charset="0"/>
                            </a:rPr>
                            <a:t>180</a:t>
                          </a:r>
                          <a:endParaRPr lang="zh-CN" altLang="en-US" b="0" dirty="0">
                            <a:ln>
                              <a:noFill/>
                            </a:ln>
                            <a:solidFill>
                              <a:srgbClr val="000066"/>
                            </a:solidFill>
                            <a:latin typeface="Times New Roman" panose="02020603050405020304" pitchFamily="18" charset="0"/>
                            <a:cs typeface="Times New Roman" panose="02020603050405020304" pitchFamily="18" charset="0"/>
                          </a:endParaRPr>
                        </a:p>
                      </a:txBody>
                      <a:tcPr anchor="ctr">
                        <a:lnL w="12700" cap="flat" cmpd="sng" algn="ctr">
                          <a:solidFill>
                            <a:srgbClr val="000066"/>
                          </a:solidFill>
                          <a:prstDash val="solid"/>
                          <a:round/>
                          <a:headEnd type="none" w="med" len="med"/>
                          <a:tailEnd type="none" w="med" len="med"/>
                        </a:lnL>
                        <a:lnR w="12700" cap="flat" cmpd="sng" algn="ctr">
                          <a:solidFill>
                            <a:srgbClr val="000066"/>
                          </a:solidFill>
                          <a:prstDash val="solid"/>
                          <a:round/>
                          <a:headEnd type="none" w="med" len="med"/>
                          <a:tailEnd type="none" w="med" len="med"/>
                        </a:lnR>
                        <a:lnT w="12700" cap="flat" cmpd="sng" algn="ctr">
                          <a:solidFill>
                            <a:srgbClr val="000066"/>
                          </a:solidFill>
                          <a:prstDash val="solid"/>
                          <a:round/>
                          <a:headEnd type="none" w="med" len="med"/>
                          <a:tailEnd type="none" w="med" len="med"/>
                        </a:lnT>
                        <a:lnB w="12700" cap="flat" cmpd="sng" algn="ctr">
                          <a:solidFill>
                            <a:srgbClr val="000066"/>
                          </a:solidFill>
                          <a:prstDash val="solid"/>
                          <a:round/>
                          <a:headEnd type="none" w="med" len="med"/>
                          <a:tailEnd type="none" w="med" len="med"/>
                        </a:lnB>
                        <a:solidFill>
                          <a:schemeClr val="tx1">
                            <a:lumMod val="20000"/>
                            <a:lumOff val="80000"/>
                          </a:schemeClr>
                        </a:solidFill>
                      </a:tcPr>
                    </a:tc>
                    <a:tc>
                      <a:txBody>
                        <a:bodyPr/>
                        <a:lstStyle/>
                        <a:p>
                          <a:pPr algn="ctr"/>
                          <a:r>
                            <a:rPr lang="en-US" altLang="zh-CN" b="0" dirty="0">
                              <a:ln>
                                <a:noFill/>
                              </a:ln>
                              <a:solidFill>
                                <a:srgbClr val="000066"/>
                              </a:solidFill>
                              <a:latin typeface="Times New Roman" panose="02020603050405020304" pitchFamily="18" charset="0"/>
                              <a:cs typeface="Times New Roman" panose="02020603050405020304" pitchFamily="18" charset="0"/>
                            </a:rPr>
                            <a:t>220</a:t>
                          </a:r>
                          <a:endParaRPr lang="zh-CN" altLang="en-US" b="0" dirty="0">
                            <a:ln>
                              <a:noFill/>
                            </a:ln>
                            <a:solidFill>
                              <a:srgbClr val="000066"/>
                            </a:solidFill>
                            <a:latin typeface="Times New Roman" panose="02020603050405020304" pitchFamily="18" charset="0"/>
                            <a:cs typeface="Times New Roman" panose="02020603050405020304" pitchFamily="18" charset="0"/>
                          </a:endParaRPr>
                        </a:p>
                      </a:txBody>
                      <a:tcPr anchor="ctr">
                        <a:lnL w="12700" cap="flat" cmpd="sng" algn="ctr">
                          <a:solidFill>
                            <a:srgbClr val="000066"/>
                          </a:solidFill>
                          <a:prstDash val="solid"/>
                          <a:round/>
                          <a:headEnd type="none" w="med" len="med"/>
                          <a:tailEnd type="none" w="med" len="med"/>
                        </a:lnL>
                        <a:lnR w="12700" cap="flat" cmpd="sng" algn="ctr">
                          <a:solidFill>
                            <a:srgbClr val="000066"/>
                          </a:solidFill>
                          <a:prstDash val="solid"/>
                          <a:round/>
                          <a:headEnd type="none" w="med" len="med"/>
                          <a:tailEnd type="none" w="med" len="med"/>
                        </a:lnR>
                        <a:lnT w="12700" cap="flat" cmpd="sng" algn="ctr">
                          <a:solidFill>
                            <a:srgbClr val="000066"/>
                          </a:solidFill>
                          <a:prstDash val="solid"/>
                          <a:round/>
                          <a:headEnd type="none" w="med" len="med"/>
                          <a:tailEnd type="none" w="med" len="med"/>
                        </a:lnT>
                        <a:lnB w="12700" cap="flat" cmpd="sng" algn="ctr">
                          <a:solidFill>
                            <a:srgbClr val="000066"/>
                          </a:solidFill>
                          <a:prstDash val="solid"/>
                          <a:round/>
                          <a:headEnd type="none" w="med" len="med"/>
                          <a:tailEnd type="none" w="med" len="med"/>
                        </a:lnB>
                        <a:solidFill>
                          <a:schemeClr val="tx1">
                            <a:lumMod val="20000"/>
                            <a:lumOff val="80000"/>
                          </a:schemeClr>
                        </a:solidFill>
                      </a:tcPr>
                    </a:tc>
                    <a:extLst>
                      <a:ext uri="{0D108BD9-81ED-4DB2-BD59-A6C34878D82A}">
                        <a16:rowId xmlns:a16="http://schemas.microsoft.com/office/drawing/2014/main" val="1321563958"/>
                      </a:ext>
                    </a:extLst>
                  </a:tr>
                  <a:tr h="37084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lang="en-US" altLang="zh-CN" b="1" i="1" smtClean="0">
                                    <a:ln>
                                      <a:noFill/>
                                    </a:ln>
                                    <a:solidFill>
                                      <a:schemeClr val="tx1"/>
                                    </a:solidFill>
                                    <a:latin typeface="Cambria Math" panose="02040503050406030204" pitchFamily="18" charset="0"/>
                                  </a:rPr>
                                  <m:t>𝑳</m:t>
                                </m:r>
                                <m:r>
                                  <a:rPr lang="en-US" altLang="zh-CN" b="1" i="1" smtClean="0">
                                    <a:ln>
                                      <a:noFill/>
                                    </a:ln>
                                    <a:solidFill>
                                      <a:schemeClr val="tx1"/>
                                    </a:solidFill>
                                    <a:latin typeface="Cambria Math" panose="02040503050406030204" pitchFamily="18" charset="0"/>
                                  </a:rPr>
                                  <m:t> (</m:t>
                                </m:r>
                                <m:r>
                                  <a:rPr lang="en-US" altLang="zh-CN" b="1" i="1" smtClean="0">
                                    <a:ln>
                                      <a:noFill/>
                                    </a:ln>
                                    <a:solidFill>
                                      <a:schemeClr val="tx1"/>
                                    </a:solidFill>
                                    <a:latin typeface="Cambria Math" panose="02040503050406030204" pitchFamily="18" charset="0"/>
                                  </a:rPr>
                                  <m:t>𝒄𝒎</m:t>
                                </m:r>
                                <m:r>
                                  <a:rPr lang="en-US" altLang="zh-CN" b="1" i="1" smtClean="0">
                                    <a:ln>
                                      <a:noFill/>
                                    </a:ln>
                                    <a:solidFill>
                                      <a:schemeClr val="tx1"/>
                                    </a:solidFill>
                                    <a:latin typeface="Cambria Math" panose="02040503050406030204" pitchFamily="18" charset="0"/>
                                  </a:rPr>
                                  <m:t>)</m:t>
                                </m:r>
                              </m:oMath>
                            </m:oMathPara>
                          </a14:m>
                          <a:endParaRPr lang="zh-CN" altLang="en-US" dirty="0">
                            <a:ln>
                              <a:noFill/>
                            </a:ln>
                            <a:solidFill>
                              <a:schemeClr val="tx1"/>
                            </a:solidFill>
                          </a:endParaRPr>
                        </a:p>
                      </a:txBody>
                      <a:tcPr anchor="ctr">
                        <a:lnL w="12700" cap="flat" cmpd="sng" algn="ctr">
                          <a:solidFill>
                            <a:srgbClr val="000066"/>
                          </a:solidFill>
                          <a:prstDash val="solid"/>
                          <a:round/>
                          <a:headEnd type="none" w="med" len="med"/>
                          <a:tailEnd type="none" w="med" len="med"/>
                        </a:lnL>
                        <a:lnR w="12700" cap="flat" cmpd="sng" algn="ctr">
                          <a:solidFill>
                            <a:srgbClr val="000066"/>
                          </a:solidFill>
                          <a:prstDash val="solid"/>
                          <a:round/>
                          <a:headEnd type="none" w="med" len="med"/>
                          <a:tailEnd type="none" w="med" len="med"/>
                        </a:lnR>
                        <a:lnT w="12700" cap="flat" cmpd="sng" algn="ctr">
                          <a:solidFill>
                            <a:srgbClr val="000066"/>
                          </a:solidFill>
                          <a:prstDash val="solid"/>
                          <a:round/>
                          <a:headEnd type="none" w="med" len="med"/>
                          <a:tailEnd type="none" w="med" len="med"/>
                        </a:lnT>
                        <a:lnB w="12700" cap="flat" cmpd="sng" algn="ctr">
                          <a:solidFill>
                            <a:srgbClr val="000066"/>
                          </a:solidFill>
                          <a:prstDash val="solid"/>
                          <a:round/>
                          <a:headEnd type="none" w="med" len="med"/>
                          <a:tailEnd type="none" w="med" len="med"/>
                        </a:lnB>
                        <a:solidFill>
                          <a:schemeClr val="tx1">
                            <a:lumMod val="20000"/>
                            <a:lumOff val="80000"/>
                          </a:schemeClr>
                        </a:solidFill>
                      </a:tcPr>
                    </a:tc>
                    <a:tc>
                      <a:txBody>
                        <a:bodyPr/>
                        <a:lstStyle/>
                        <a:p>
                          <a:pPr algn="ctr"/>
                          <a:r>
                            <a:rPr lang="en-US" altLang="zh-CN" b="0" dirty="0">
                              <a:ln>
                                <a:noFill/>
                              </a:ln>
                              <a:solidFill>
                                <a:srgbClr val="000066"/>
                              </a:solidFill>
                              <a:latin typeface="Times New Roman" panose="02020603050405020304" pitchFamily="18" charset="0"/>
                              <a:cs typeface="Times New Roman" panose="02020603050405020304" pitchFamily="18" charset="0"/>
                            </a:rPr>
                            <a:t>42.6</a:t>
                          </a:r>
                          <a:endParaRPr lang="zh-CN" altLang="en-US" b="0" dirty="0">
                            <a:ln>
                              <a:noFill/>
                            </a:ln>
                            <a:solidFill>
                              <a:srgbClr val="000066"/>
                            </a:solidFill>
                            <a:latin typeface="Times New Roman" panose="02020603050405020304" pitchFamily="18" charset="0"/>
                            <a:cs typeface="Times New Roman" panose="02020603050405020304" pitchFamily="18" charset="0"/>
                          </a:endParaRPr>
                        </a:p>
                      </a:txBody>
                      <a:tcPr anchor="ctr">
                        <a:lnL w="12700" cap="flat" cmpd="sng" algn="ctr">
                          <a:solidFill>
                            <a:srgbClr val="000066"/>
                          </a:solidFill>
                          <a:prstDash val="solid"/>
                          <a:round/>
                          <a:headEnd type="none" w="med" len="med"/>
                          <a:tailEnd type="none" w="med" len="med"/>
                        </a:lnL>
                        <a:lnR w="12700" cap="flat" cmpd="sng" algn="ctr">
                          <a:solidFill>
                            <a:srgbClr val="000066"/>
                          </a:solidFill>
                          <a:prstDash val="solid"/>
                          <a:round/>
                          <a:headEnd type="none" w="med" len="med"/>
                          <a:tailEnd type="none" w="med" len="med"/>
                        </a:lnR>
                        <a:lnT w="12700" cap="flat" cmpd="sng" algn="ctr">
                          <a:solidFill>
                            <a:srgbClr val="000066"/>
                          </a:solidFill>
                          <a:prstDash val="solid"/>
                          <a:round/>
                          <a:headEnd type="none" w="med" len="med"/>
                          <a:tailEnd type="none" w="med" len="med"/>
                        </a:lnT>
                        <a:lnB w="12700" cap="flat" cmpd="sng" algn="ctr">
                          <a:solidFill>
                            <a:srgbClr val="000066"/>
                          </a:solidFill>
                          <a:prstDash val="solid"/>
                          <a:round/>
                          <a:headEnd type="none" w="med" len="med"/>
                          <a:tailEnd type="none" w="med" len="med"/>
                        </a:lnB>
                        <a:solidFill>
                          <a:schemeClr val="tx1">
                            <a:lumMod val="20000"/>
                            <a:lumOff val="80000"/>
                          </a:schemeClr>
                        </a:solidFill>
                      </a:tcPr>
                    </a:tc>
                    <a:tc>
                      <a:txBody>
                        <a:bodyPr/>
                        <a:lstStyle/>
                        <a:p>
                          <a:pPr algn="ctr"/>
                          <a:r>
                            <a:rPr lang="en-US" altLang="zh-CN" b="0" dirty="0">
                              <a:ln>
                                <a:noFill/>
                              </a:ln>
                              <a:solidFill>
                                <a:srgbClr val="000066"/>
                              </a:solidFill>
                              <a:latin typeface="Times New Roman" panose="02020603050405020304" pitchFamily="18" charset="0"/>
                              <a:cs typeface="Times New Roman" panose="02020603050405020304" pitchFamily="18" charset="0"/>
                            </a:rPr>
                            <a:t>56.4</a:t>
                          </a:r>
                          <a:endParaRPr lang="zh-CN" altLang="en-US" b="0" dirty="0">
                            <a:ln>
                              <a:noFill/>
                            </a:ln>
                            <a:solidFill>
                              <a:srgbClr val="000066"/>
                            </a:solidFill>
                            <a:latin typeface="Times New Roman" panose="02020603050405020304" pitchFamily="18" charset="0"/>
                            <a:cs typeface="Times New Roman" panose="02020603050405020304" pitchFamily="18" charset="0"/>
                          </a:endParaRPr>
                        </a:p>
                      </a:txBody>
                      <a:tcPr anchor="ctr">
                        <a:lnL w="12700" cap="flat" cmpd="sng" algn="ctr">
                          <a:solidFill>
                            <a:srgbClr val="000066"/>
                          </a:solidFill>
                          <a:prstDash val="solid"/>
                          <a:round/>
                          <a:headEnd type="none" w="med" len="med"/>
                          <a:tailEnd type="none" w="med" len="med"/>
                        </a:lnL>
                        <a:lnR w="12700" cap="flat" cmpd="sng" algn="ctr">
                          <a:solidFill>
                            <a:srgbClr val="000066"/>
                          </a:solidFill>
                          <a:prstDash val="solid"/>
                          <a:round/>
                          <a:headEnd type="none" w="med" len="med"/>
                          <a:tailEnd type="none" w="med" len="med"/>
                        </a:lnR>
                        <a:lnT w="12700" cap="flat" cmpd="sng" algn="ctr">
                          <a:solidFill>
                            <a:srgbClr val="000066"/>
                          </a:solidFill>
                          <a:prstDash val="solid"/>
                          <a:round/>
                          <a:headEnd type="none" w="med" len="med"/>
                          <a:tailEnd type="none" w="med" len="med"/>
                        </a:lnT>
                        <a:lnB w="12700" cap="flat" cmpd="sng" algn="ctr">
                          <a:solidFill>
                            <a:srgbClr val="000066"/>
                          </a:solidFill>
                          <a:prstDash val="solid"/>
                          <a:round/>
                          <a:headEnd type="none" w="med" len="med"/>
                          <a:tailEnd type="none" w="med" len="med"/>
                        </a:lnB>
                        <a:solidFill>
                          <a:schemeClr val="tx1">
                            <a:lumMod val="20000"/>
                            <a:lumOff val="80000"/>
                          </a:schemeClr>
                        </a:solidFill>
                      </a:tcPr>
                    </a:tc>
                    <a:tc>
                      <a:txBody>
                        <a:bodyPr/>
                        <a:lstStyle/>
                        <a:p>
                          <a:pPr algn="ctr"/>
                          <a:r>
                            <a:rPr lang="en-US" altLang="zh-CN" b="0" dirty="0">
                              <a:ln>
                                <a:noFill/>
                              </a:ln>
                              <a:solidFill>
                                <a:srgbClr val="000066"/>
                              </a:solidFill>
                              <a:latin typeface="Times New Roman" panose="02020603050405020304" pitchFamily="18" charset="0"/>
                              <a:cs typeface="Times New Roman" panose="02020603050405020304" pitchFamily="18" charset="0"/>
                            </a:rPr>
                            <a:t>66.2</a:t>
                          </a:r>
                          <a:endParaRPr lang="zh-CN" altLang="en-US" b="0" dirty="0">
                            <a:ln>
                              <a:noFill/>
                            </a:ln>
                            <a:solidFill>
                              <a:srgbClr val="000066"/>
                            </a:solidFill>
                            <a:latin typeface="Times New Roman" panose="02020603050405020304" pitchFamily="18" charset="0"/>
                            <a:cs typeface="Times New Roman" panose="02020603050405020304" pitchFamily="18" charset="0"/>
                          </a:endParaRPr>
                        </a:p>
                      </a:txBody>
                      <a:tcPr anchor="ctr">
                        <a:lnL w="12700" cap="flat" cmpd="sng" algn="ctr">
                          <a:solidFill>
                            <a:srgbClr val="000066"/>
                          </a:solidFill>
                          <a:prstDash val="solid"/>
                          <a:round/>
                          <a:headEnd type="none" w="med" len="med"/>
                          <a:tailEnd type="none" w="med" len="med"/>
                        </a:lnL>
                        <a:lnR w="12700" cap="flat" cmpd="sng" algn="ctr">
                          <a:solidFill>
                            <a:srgbClr val="000066"/>
                          </a:solidFill>
                          <a:prstDash val="solid"/>
                          <a:round/>
                          <a:headEnd type="none" w="med" len="med"/>
                          <a:tailEnd type="none" w="med" len="med"/>
                        </a:lnR>
                        <a:lnT w="12700" cap="flat" cmpd="sng" algn="ctr">
                          <a:solidFill>
                            <a:srgbClr val="000066"/>
                          </a:solidFill>
                          <a:prstDash val="solid"/>
                          <a:round/>
                          <a:headEnd type="none" w="med" len="med"/>
                          <a:tailEnd type="none" w="med" len="med"/>
                        </a:lnT>
                        <a:lnB w="12700" cap="flat" cmpd="sng" algn="ctr">
                          <a:solidFill>
                            <a:srgbClr val="000066"/>
                          </a:solidFill>
                          <a:prstDash val="solid"/>
                          <a:round/>
                          <a:headEnd type="none" w="med" len="med"/>
                          <a:tailEnd type="none" w="med" len="med"/>
                        </a:lnB>
                        <a:solidFill>
                          <a:schemeClr val="tx1">
                            <a:lumMod val="20000"/>
                            <a:lumOff val="80000"/>
                          </a:schemeClr>
                        </a:solidFill>
                      </a:tcPr>
                    </a:tc>
                    <a:tc>
                      <a:txBody>
                        <a:bodyPr/>
                        <a:lstStyle/>
                        <a:p>
                          <a:pPr algn="ctr"/>
                          <a:r>
                            <a:rPr lang="en-US" altLang="zh-CN" b="0" dirty="0">
                              <a:ln>
                                <a:noFill/>
                              </a:ln>
                              <a:solidFill>
                                <a:srgbClr val="000066"/>
                              </a:solidFill>
                              <a:latin typeface="Times New Roman" panose="02020603050405020304" pitchFamily="18" charset="0"/>
                              <a:cs typeface="Times New Roman" panose="02020603050405020304" pitchFamily="18" charset="0"/>
                            </a:rPr>
                            <a:t>77.8</a:t>
                          </a:r>
                          <a:endParaRPr lang="zh-CN" altLang="en-US" b="0" dirty="0">
                            <a:ln>
                              <a:noFill/>
                            </a:ln>
                            <a:solidFill>
                              <a:srgbClr val="000066"/>
                            </a:solidFill>
                            <a:latin typeface="Times New Roman" panose="02020603050405020304" pitchFamily="18" charset="0"/>
                            <a:cs typeface="Times New Roman" panose="02020603050405020304" pitchFamily="18" charset="0"/>
                          </a:endParaRPr>
                        </a:p>
                      </a:txBody>
                      <a:tcPr anchor="ctr">
                        <a:lnL w="12700" cap="flat" cmpd="sng" algn="ctr">
                          <a:solidFill>
                            <a:srgbClr val="000066"/>
                          </a:solidFill>
                          <a:prstDash val="solid"/>
                          <a:round/>
                          <a:headEnd type="none" w="med" len="med"/>
                          <a:tailEnd type="none" w="med" len="med"/>
                        </a:lnL>
                        <a:lnR w="12700" cap="flat" cmpd="sng" algn="ctr">
                          <a:solidFill>
                            <a:srgbClr val="000066"/>
                          </a:solidFill>
                          <a:prstDash val="solid"/>
                          <a:round/>
                          <a:headEnd type="none" w="med" len="med"/>
                          <a:tailEnd type="none" w="med" len="med"/>
                        </a:lnR>
                        <a:lnT w="12700" cap="flat" cmpd="sng" algn="ctr">
                          <a:solidFill>
                            <a:srgbClr val="000066"/>
                          </a:solidFill>
                          <a:prstDash val="solid"/>
                          <a:round/>
                          <a:headEnd type="none" w="med" len="med"/>
                          <a:tailEnd type="none" w="med" len="med"/>
                        </a:lnT>
                        <a:lnB w="12700" cap="flat" cmpd="sng" algn="ctr">
                          <a:solidFill>
                            <a:srgbClr val="000066"/>
                          </a:solidFill>
                          <a:prstDash val="solid"/>
                          <a:round/>
                          <a:headEnd type="none" w="med" len="med"/>
                          <a:tailEnd type="none" w="med" len="med"/>
                        </a:lnB>
                        <a:solidFill>
                          <a:schemeClr val="tx1">
                            <a:lumMod val="20000"/>
                            <a:lumOff val="80000"/>
                          </a:schemeClr>
                        </a:solidFill>
                      </a:tcPr>
                    </a:tc>
                    <a:tc>
                      <a:txBody>
                        <a:bodyPr/>
                        <a:lstStyle/>
                        <a:p>
                          <a:pPr algn="ctr"/>
                          <a:r>
                            <a:rPr lang="en-US" altLang="zh-CN" b="0" dirty="0">
                              <a:ln>
                                <a:noFill/>
                              </a:ln>
                              <a:solidFill>
                                <a:srgbClr val="000066"/>
                              </a:solidFill>
                              <a:latin typeface="Times New Roman" panose="02020603050405020304" pitchFamily="18" charset="0"/>
                              <a:cs typeface="Times New Roman" panose="02020603050405020304" pitchFamily="18" charset="0"/>
                            </a:rPr>
                            <a:t>85.9</a:t>
                          </a:r>
                          <a:endParaRPr lang="zh-CN" altLang="en-US" b="0" dirty="0">
                            <a:ln>
                              <a:noFill/>
                            </a:ln>
                            <a:solidFill>
                              <a:srgbClr val="000066"/>
                            </a:solidFill>
                            <a:latin typeface="Times New Roman" panose="02020603050405020304" pitchFamily="18" charset="0"/>
                            <a:cs typeface="Times New Roman" panose="02020603050405020304" pitchFamily="18" charset="0"/>
                          </a:endParaRPr>
                        </a:p>
                      </a:txBody>
                      <a:tcPr anchor="ctr">
                        <a:lnL w="12700" cap="flat" cmpd="sng" algn="ctr">
                          <a:solidFill>
                            <a:srgbClr val="000066"/>
                          </a:solidFill>
                          <a:prstDash val="solid"/>
                          <a:round/>
                          <a:headEnd type="none" w="med" len="med"/>
                          <a:tailEnd type="none" w="med" len="med"/>
                        </a:lnL>
                        <a:lnR w="12700" cap="flat" cmpd="sng" algn="ctr">
                          <a:solidFill>
                            <a:srgbClr val="000066"/>
                          </a:solidFill>
                          <a:prstDash val="solid"/>
                          <a:round/>
                          <a:headEnd type="none" w="med" len="med"/>
                          <a:tailEnd type="none" w="med" len="med"/>
                        </a:lnR>
                        <a:lnT w="12700" cap="flat" cmpd="sng" algn="ctr">
                          <a:solidFill>
                            <a:srgbClr val="000066"/>
                          </a:solidFill>
                          <a:prstDash val="solid"/>
                          <a:round/>
                          <a:headEnd type="none" w="med" len="med"/>
                          <a:tailEnd type="none" w="med" len="med"/>
                        </a:lnT>
                        <a:lnB w="12700" cap="flat" cmpd="sng" algn="ctr">
                          <a:solidFill>
                            <a:srgbClr val="000066"/>
                          </a:solidFill>
                          <a:prstDash val="solid"/>
                          <a:round/>
                          <a:headEnd type="none" w="med" len="med"/>
                          <a:tailEnd type="none" w="med" len="med"/>
                        </a:lnB>
                        <a:solidFill>
                          <a:schemeClr val="tx1">
                            <a:lumMod val="20000"/>
                            <a:lumOff val="80000"/>
                          </a:schemeClr>
                        </a:solidFill>
                      </a:tcPr>
                    </a:tc>
                    <a:extLst>
                      <a:ext uri="{0D108BD9-81ED-4DB2-BD59-A6C34878D82A}">
                        <a16:rowId xmlns:a16="http://schemas.microsoft.com/office/drawing/2014/main" val="1774595110"/>
                      </a:ext>
                    </a:extLst>
                  </a:tr>
                  <a:tr h="37084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lang="en-US" altLang="zh-CN" b="1" i="1" smtClean="0">
                                    <a:ln>
                                      <a:noFill/>
                                    </a:ln>
                                    <a:solidFill>
                                      <a:schemeClr val="tx1"/>
                                    </a:solidFill>
                                    <a:latin typeface="Cambria Math" panose="02040503050406030204" pitchFamily="18" charset="0"/>
                                  </a:rPr>
                                  <m:t>𝒏</m:t>
                                </m:r>
                              </m:oMath>
                            </m:oMathPara>
                          </a14:m>
                          <a:endParaRPr lang="zh-CN" altLang="en-US" dirty="0">
                            <a:ln>
                              <a:noFill/>
                            </a:ln>
                            <a:solidFill>
                              <a:schemeClr val="tx1"/>
                            </a:solidFill>
                          </a:endParaRPr>
                        </a:p>
                      </a:txBody>
                      <a:tcPr anchor="ctr">
                        <a:lnL w="12700" cap="flat" cmpd="sng" algn="ctr">
                          <a:solidFill>
                            <a:srgbClr val="000066"/>
                          </a:solidFill>
                          <a:prstDash val="solid"/>
                          <a:round/>
                          <a:headEnd type="none" w="med" len="med"/>
                          <a:tailEnd type="none" w="med" len="med"/>
                        </a:lnL>
                        <a:lnR w="12700" cap="flat" cmpd="sng" algn="ctr">
                          <a:solidFill>
                            <a:srgbClr val="000066"/>
                          </a:solidFill>
                          <a:prstDash val="solid"/>
                          <a:round/>
                          <a:headEnd type="none" w="med" len="med"/>
                          <a:tailEnd type="none" w="med" len="med"/>
                        </a:lnR>
                        <a:lnT w="12700" cap="flat" cmpd="sng" algn="ctr">
                          <a:solidFill>
                            <a:srgbClr val="000066"/>
                          </a:solidFill>
                          <a:prstDash val="solid"/>
                          <a:round/>
                          <a:headEnd type="none" w="med" len="med"/>
                          <a:tailEnd type="none" w="med" len="med"/>
                        </a:lnT>
                        <a:lnB w="12700" cap="flat" cmpd="sng" algn="ctr">
                          <a:solidFill>
                            <a:srgbClr val="000066"/>
                          </a:solidFill>
                          <a:prstDash val="solid"/>
                          <a:round/>
                          <a:headEnd type="none" w="med" len="med"/>
                          <a:tailEnd type="none" w="med" len="med"/>
                        </a:lnB>
                        <a:solidFill>
                          <a:schemeClr val="tx1">
                            <a:lumMod val="20000"/>
                            <a:lumOff val="80000"/>
                          </a:schemeClr>
                        </a:solidFill>
                      </a:tcPr>
                    </a:tc>
                    <a:tc>
                      <a:txBody>
                        <a:bodyPr/>
                        <a:lstStyle/>
                        <a:p>
                          <a:pPr algn="ctr"/>
                          <a:r>
                            <a:rPr lang="en-US" altLang="zh-CN" b="0" dirty="0">
                              <a:ln>
                                <a:noFill/>
                              </a:ln>
                              <a:solidFill>
                                <a:srgbClr val="000066"/>
                              </a:solidFill>
                              <a:latin typeface="Times New Roman" panose="02020603050405020304" pitchFamily="18" charset="0"/>
                              <a:cs typeface="Times New Roman" panose="02020603050405020304" pitchFamily="18" charset="0"/>
                            </a:rPr>
                            <a:t>3</a:t>
                          </a:r>
                          <a:endParaRPr lang="zh-CN" altLang="en-US" b="0" dirty="0">
                            <a:ln>
                              <a:noFill/>
                            </a:ln>
                            <a:solidFill>
                              <a:srgbClr val="000066"/>
                            </a:solidFill>
                            <a:latin typeface="Times New Roman" panose="02020603050405020304" pitchFamily="18" charset="0"/>
                            <a:cs typeface="Times New Roman" panose="02020603050405020304" pitchFamily="18" charset="0"/>
                          </a:endParaRPr>
                        </a:p>
                      </a:txBody>
                      <a:tcPr anchor="ctr">
                        <a:lnL w="12700" cap="flat" cmpd="sng" algn="ctr">
                          <a:solidFill>
                            <a:srgbClr val="000066"/>
                          </a:solidFill>
                          <a:prstDash val="solid"/>
                          <a:round/>
                          <a:headEnd type="none" w="med" len="med"/>
                          <a:tailEnd type="none" w="med" len="med"/>
                        </a:lnL>
                        <a:lnR w="12700" cap="flat" cmpd="sng" algn="ctr">
                          <a:solidFill>
                            <a:srgbClr val="000066"/>
                          </a:solidFill>
                          <a:prstDash val="solid"/>
                          <a:round/>
                          <a:headEnd type="none" w="med" len="med"/>
                          <a:tailEnd type="none" w="med" len="med"/>
                        </a:lnR>
                        <a:lnT w="12700" cap="flat" cmpd="sng" algn="ctr">
                          <a:solidFill>
                            <a:srgbClr val="000066"/>
                          </a:solidFill>
                          <a:prstDash val="solid"/>
                          <a:round/>
                          <a:headEnd type="none" w="med" len="med"/>
                          <a:tailEnd type="none" w="med" len="med"/>
                        </a:lnT>
                        <a:lnB w="12700" cap="flat" cmpd="sng" algn="ctr">
                          <a:solidFill>
                            <a:srgbClr val="000066"/>
                          </a:solidFill>
                          <a:prstDash val="solid"/>
                          <a:round/>
                          <a:headEnd type="none" w="med" len="med"/>
                          <a:tailEnd type="none" w="med" len="med"/>
                        </a:lnB>
                        <a:solidFill>
                          <a:schemeClr val="tx1">
                            <a:lumMod val="20000"/>
                            <a:lumOff val="80000"/>
                          </a:schemeClr>
                        </a:solidFill>
                      </a:tcPr>
                    </a:tc>
                    <a:tc>
                      <a:txBody>
                        <a:bodyPr/>
                        <a:lstStyle/>
                        <a:p>
                          <a:pPr algn="ctr"/>
                          <a:r>
                            <a:rPr lang="en-US" altLang="zh-CN" b="0" dirty="0">
                              <a:ln>
                                <a:noFill/>
                              </a:ln>
                              <a:solidFill>
                                <a:srgbClr val="000066"/>
                              </a:solidFill>
                              <a:latin typeface="Times New Roman" panose="02020603050405020304" pitchFamily="18" charset="0"/>
                              <a:cs typeface="Times New Roman" panose="02020603050405020304" pitchFamily="18" charset="0"/>
                            </a:rPr>
                            <a:t>3</a:t>
                          </a:r>
                          <a:endParaRPr lang="zh-CN" altLang="en-US" b="0" dirty="0">
                            <a:ln>
                              <a:noFill/>
                            </a:ln>
                            <a:solidFill>
                              <a:srgbClr val="000066"/>
                            </a:solidFill>
                            <a:latin typeface="Times New Roman" panose="02020603050405020304" pitchFamily="18" charset="0"/>
                            <a:cs typeface="Times New Roman" panose="02020603050405020304" pitchFamily="18" charset="0"/>
                          </a:endParaRPr>
                        </a:p>
                      </a:txBody>
                      <a:tcPr anchor="ctr">
                        <a:lnL w="12700" cap="flat" cmpd="sng" algn="ctr">
                          <a:solidFill>
                            <a:srgbClr val="000066"/>
                          </a:solidFill>
                          <a:prstDash val="solid"/>
                          <a:round/>
                          <a:headEnd type="none" w="med" len="med"/>
                          <a:tailEnd type="none" w="med" len="med"/>
                        </a:lnL>
                        <a:lnR w="12700" cap="flat" cmpd="sng" algn="ctr">
                          <a:solidFill>
                            <a:srgbClr val="000066"/>
                          </a:solidFill>
                          <a:prstDash val="solid"/>
                          <a:round/>
                          <a:headEnd type="none" w="med" len="med"/>
                          <a:tailEnd type="none" w="med" len="med"/>
                        </a:lnR>
                        <a:lnT w="12700" cap="flat" cmpd="sng" algn="ctr">
                          <a:solidFill>
                            <a:srgbClr val="000066"/>
                          </a:solidFill>
                          <a:prstDash val="solid"/>
                          <a:round/>
                          <a:headEnd type="none" w="med" len="med"/>
                          <a:tailEnd type="none" w="med" len="med"/>
                        </a:lnT>
                        <a:lnB w="12700" cap="flat" cmpd="sng" algn="ctr">
                          <a:solidFill>
                            <a:srgbClr val="000066"/>
                          </a:solidFill>
                          <a:prstDash val="solid"/>
                          <a:round/>
                          <a:headEnd type="none" w="med" len="med"/>
                          <a:tailEnd type="none" w="med" len="med"/>
                        </a:lnB>
                        <a:solidFill>
                          <a:schemeClr val="tx1">
                            <a:lumMod val="20000"/>
                            <a:lumOff val="80000"/>
                          </a:schemeClr>
                        </a:solidFill>
                      </a:tcPr>
                    </a:tc>
                    <a:tc>
                      <a:txBody>
                        <a:bodyPr/>
                        <a:lstStyle/>
                        <a:p>
                          <a:pPr algn="ctr"/>
                          <a:r>
                            <a:rPr lang="en-US" altLang="zh-CN" b="0" dirty="0">
                              <a:ln>
                                <a:noFill/>
                              </a:ln>
                              <a:solidFill>
                                <a:srgbClr val="000066"/>
                              </a:solidFill>
                              <a:latin typeface="Times New Roman" panose="02020603050405020304" pitchFamily="18" charset="0"/>
                              <a:cs typeface="Times New Roman" panose="02020603050405020304" pitchFamily="18" charset="0"/>
                            </a:rPr>
                            <a:t>3</a:t>
                          </a:r>
                          <a:endParaRPr lang="zh-CN" altLang="en-US" b="0" dirty="0">
                            <a:ln>
                              <a:noFill/>
                            </a:ln>
                            <a:solidFill>
                              <a:srgbClr val="000066"/>
                            </a:solidFill>
                            <a:latin typeface="Times New Roman" panose="02020603050405020304" pitchFamily="18" charset="0"/>
                            <a:cs typeface="Times New Roman" panose="02020603050405020304" pitchFamily="18" charset="0"/>
                          </a:endParaRPr>
                        </a:p>
                      </a:txBody>
                      <a:tcPr anchor="ctr">
                        <a:lnL w="12700" cap="flat" cmpd="sng" algn="ctr">
                          <a:solidFill>
                            <a:srgbClr val="000066"/>
                          </a:solidFill>
                          <a:prstDash val="solid"/>
                          <a:round/>
                          <a:headEnd type="none" w="med" len="med"/>
                          <a:tailEnd type="none" w="med" len="med"/>
                        </a:lnL>
                        <a:lnR w="12700" cap="flat" cmpd="sng" algn="ctr">
                          <a:solidFill>
                            <a:srgbClr val="000066"/>
                          </a:solidFill>
                          <a:prstDash val="solid"/>
                          <a:round/>
                          <a:headEnd type="none" w="med" len="med"/>
                          <a:tailEnd type="none" w="med" len="med"/>
                        </a:lnR>
                        <a:lnT w="12700" cap="flat" cmpd="sng" algn="ctr">
                          <a:solidFill>
                            <a:srgbClr val="000066"/>
                          </a:solidFill>
                          <a:prstDash val="solid"/>
                          <a:round/>
                          <a:headEnd type="none" w="med" len="med"/>
                          <a:tailEnd type="none" w="med" len="med"/>
                        </a:lnT>
                        <a:lnB w="12700" cap="flat" cmpd="sng" algn="ctr">
                          <a:solidFill>
                            <a:srgbClr val="000066"/>
                          </a:solidFill>
                          <a:prstDash val="solid"/>
                          <a:round/>
                          <a:headEnd type="none" w="med" len="med"/>
                          <a:tailEnd type="none" w="med" len="med"/>
                        </a:lnB>
                        <a:solidFill>
                          <a:schemeClr val="tx1">
                            <a:lumMod val="20000"/>
                            <a:lumOff val="80000"/>
                          </a:schemeClr>
                        </a:solidFill>
                      </a:tcPr>
                    </a:tc>
                    <a:tc>
                      <a:txBody>
                        <a:bodyPr/>
                        <a:lstStyle/>
                        <a:p>
                          <a:pPr algn="ctr"/>
                          <a:r>
                            <a:rPr lang="en-US" altLang="zh-CN" b="0" dirty="0">
                              <a:ln>
                                <a:noFill/>
                              </a:ln>
                              <a:solidFill>
                                <a:srgbClr val="000066"/>
                              </a:solidFill>
                              <a:latin typeface="Times New Roman" panose="02020603050405020304" pitchFamily="18" charset="0"/>
                              <a:cs typeface="Times New Roman" panose="02020603050405020304" pitchFamily="18" charset="0"/>
                            </a:rPr>
                            <a:t>3</a:t>
                          </a:r>
                          <a:endParaRPr lang="zh-CN" altLang="en-US" b="0" dirty="0">
                            <a:ln>
                              <a:noFill/>
                            </a:ln>
                            <a:solidFill>
                              <a:srgbClr val="000066"/>
                            </a:solidFill>
                            <a:latin typeface="Times New Roman" panose="02020603050405020304" pitchFamily="18" charset="0"/>
                            <a:cs typeface="Times New Roman" panose="02020603050405020304" pitchFamily="18" charset="0"/>
                          </a:endParaRPr>
                        </a:p>
                      </a:txBody>
                      <a:tcPr anchor="ctr">
                        <a:lnL w="12700" cap="flat" cmpd="sng" algn="ctr">
                          <a:solidFill>
                            <a:srgbClr val="000066"/>
                          </a:solidFill>
                          <a:prstDash val="solid"/>
                          <a:round/>
                          <a:headEnd type="none" w="med" len="med"/>
                          <a:tailEnd type="none" w="med" len="med"/>
                        </a:lnL>
                        <a:lnR w="12700" cap="flat" cmpd="sng" algn="ctr">
                          <a:solidFill>
                            <a:srgbClr val="000066"/>
                          </a:solidFill>
                          <a:prstDash val="solid"/>
                          <a:round/>
                          <a:headEnd type="none" w="med" len="med"/>
                          <a:tailEnd type="none" w="med" len="med"/>
                        </a:lnR>
                        <a:lnT w="12700" cap="flat" cmpd="sng" algn="ctr">
                          <a:solidFill>
                            <a:srgbClr val="000066"/>
                          </a:solidFill>
                          <a:prstDash val="solid"/>
                          <a:round/>
                          <a:headEnd type="none" w="med" len="med"/>
                          <a:tailEnd type="none" w="med" len="med"/>
                        </a:lnT>
                        <a:lnB w="12700" cap="flat" cmpd="sng" algn="ctr">
                          <a:solidFill>
                            <a:srgbClr val="000066"/>
                          </a:solidFill>
                          <a:prstDash val="solid"/>
                          <a:round/>
                          <a:headEnd type="none" w="med" len="med"/>
                          <a:tailEnd type="none" w="med" len="med"/>
                        </a:lnB>
                        <a:solidFill>
                          <a:schemeClr val="tx1">
                            <a:lumMod val="20000"/>
                            <a:lumOff val="80000"/>
                          </a:schemeClr>
                        </a:solidFill>
                      </a:tcPr>
                    </a:tc>
                    <a:tc>
                      <a:txBody>
                        <a:bodyPr/>
                        <a:lstStyle/>
                        <a:p>
                          <a:pPr algn="ctr"/>
                          <a:r>
                            <a:rPr lang="en-US" altLang="zh-CN" b="0" dirty="0">
                              <a:ln>
                                <a:noFill/>
                              </a:ln>
                              <a:solidFill>
                                <a:srgbClr val="000066"/>
                              </a:solidFill>
                              <a:latin typeface="Times New Roman" panose="02020603050405020304" pitchFamily="18" charset="0"/>
                              <a:cs typeface="Times New Roman" panose="02020603050405020304" pitchFamily="18" charset="0"/>
                            </a:rPr>
                            <a:t>3</a:t>
                          </a:r>
                          <a:endParaRPr lang="zh-CN" altLang="en-US" b="0" dirty="0">
                            <a:ln>
                              <a:noFill/>
                            </a:ln>
                            <a:solidFill>
                              <a:srgbClr val="000066"/>
                            </a:solidFill>
                            <a:latin typeface="Times New Roman" panose="02020603050405020304" pitchFamily="18" charset="0"/>
                            <a:cs typeface="Times New Roman" panose="02020603050405020304" pitchFamily="18" charset="0"/>
                          </a:endParaRPr>
                        </a:p>
                      </a:txBody>
                      <a:tcPr anchor="ctr">
                        <a:lnL w="12700" cap="flat" cmpd="sng" algn="ctr">
                          <a:solidFill>
                            <a:srgbClr val="000066"/>
                          </a:solidFill>
                          <a:prstDash val="solid"/>
                          <a:round/>
                          <a:headEnd type="none" w="med" len="med"/>
                          <a:tailEnd type="none" w="med" len="med"/>
                        </a:lnL>
                        <a:lnR w="12700" cap="flat" cmpd="sng" algn="ctr">
                          <a:solidFill>
                            <a:srgbClr val="000066"/>
                          </a:solidFill>
                          <a:prstDash val="solid"/>
                          <a:round/>
                          <a:headEnd type="none" w="med" len="med"/>
                          <a:tailEnd type="none" w="med" len="med"/>
                        </a:lnR>
                        <a:lnT w="12700" cap="flat" cmpd="sng" algn="ctr">
                          <a:solidFill>
                            <a:srgbClr val="000066"/>
                          </a:solidFill>
                          <a:prstDash val="solid"/>
                          <a:round/>
                          <a:headEnd type="none" w="med" len="med"/>
                          <a:tailEnd type="none" w="med" len="med"/>
                        </a:lnT>
                        <a:lnB w="12700" cap="flat" cmpd="sng" algn="ctr">
                          <a:solidFill>
                            <a:srgbClr val="000066"/>
                          </a:solidFill>
                          <a:prstDash val="solid"/>
                          <a:round/>
                          <a:headEnd type="none" w="med" len="med"/>
                          <a:tailEnd type="none" w="med" len="med"/>
                        </a:lnB>
                        <a:solidFill>
                          <a:schemeClr val="tx1">
                            <a:lumMod val="20000"/>
                            <a:lumOff val="80000"/>
                          </a:schemeClr>
                        </a:solidFill>
                      </a:tcPr>
                    </a:tc>
                    <a:extLst>
                      <a:ext uri="{0D108BD9-81ED-4DB2-BD59-A6C34878D82A}">
                        <a16:rowId xmlns:a16="http://schemas.microsoft.com/office/drawing/2014/main" val="3859055015"/>
                      </a:ext>
                    </a:extLst>
                  </a:tr>
                  <a:tr h="37084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lang="zh-CN" altLang="en-US" b="1" i="1" smtClean="0">
                                    <a:ln>
                                      <a:noFill/>
                                    </a:ln>
                                    <a:solidFill>
                                      <a:schemeClr val="tx1"/>
                                    </a:solidFill>
                                    <a:latin typeface="Cambria Math" panose="02040503050406030204" pitchFamily="18" charset="0"/>
                                  </a:rPr>
                                  <m:t>𝝀</m:t>
                                </m:r>
                                <m:r>
                                  <a:rPr lang="en-US" altLang="zh-CN" b="1" i="1" smtClean="0">
                                    <a:ln>
                                      <a:noFill/>
                                    </a:ln>
                                    <a:solidFill>
                                      <a:schemeClr val="tx1"/>
                                    </a:solidFill>
                                    <a:latin typeface="Cambria Math" panose="02040503050406030204" pitchFamily="18" charset="0"/>
                                  </a:rPr>
                                  <m:t> (</m:t>
                                </m:r>
                                <m:r>
                                  <a:rPr lang="en-US" altLang="zh-CN" b="1" i="1" smtClean="0">
                                    <a:ln>
                                      <a:noFill/>
                                    </a:ln>
                                    <a:solidFill>
                                      <a:schemeClr val="tx1"/>
                                    </a:solidFill>
                                    <a:latin typeface="Cambria Math" panose="02040503050406030204" pitchFamily="18" charset="0"/>
                                  </a:rPr>
                                  <m:t>𝒄𝒎</m:t>
                                </m:r>
                                <m:r>
                                  <a:rPr lang="en-US" altLang="zh-CN" b="1" i="1" smtClean="0">
                                    <a:ln>
                                      <a:noFill/>
                                    </a:ln>
                                    <a:solidFill>
                                      <a:schemeClr val="tx1"/>
                                    </a:solidFill>
                                    <a:latin typeface="Cambria Math" panose="02040503050406030204" pitchFamily="18" charset="0"/>
                                  </a:rPr>
                                  <m:t>)</m:t>
                                </m:r>
                              </m:oMath>
                            </m:oMathPara>
                          </a14:m>
                          <a:endParaRPr lang="zh-CN" altLang="en-US" dirty="0">
                            <a:ln>
                              <a:noFill/>
                            </a:ln>
                            <a:solidFill>
                              <a:schemeClr val="tx1"/>
                            </a:solidFill>
                          </a:endParaRPr>
                        </a:p>
                      </a:txBody>
                      <a:tcPr anchor="ctr">
                        <a:lnL w="12700" cap="flat" cmpd="sng" algn="ctr">
                          <a:solidFill>
                            <a:srgbClr val="000066"/>
                          </a:solidFill>
                          <a:prstDash val="solid"/>
                          <a:round/>
                          <a:headEnd type="none" w="med" len="med"/>
                          <a:tailEnd type="none" w="med" len="med"/>
                        </a:lnL>
                        <a:lnR w="12700" cap="flat" cmpd="sng" algn="ctr">
                          <a:solidFill>
                            <a:srgbClr val="000066"/>
                          </a:solidFill>
                          <a:prstDash val="solid"/>
                          <a:round/>
                          <a:headEnd type="none" w="med" len="med"/>
                          <a:tailEnd type="none" w="med" len="med"/>
                        </a:lnR>
                        <a:lnT w="12700" cap="flat" cmpd="sng" algn="ctr">
                          <a:solidFill>
                            <a:srgbClr val="000066"/>
                          </a:solidFill>
                          <a:prstDash val="solid"/>
                          <a:round/>
                          <a:headEnd type="none" w="med" len="med"/>
                          <a:tailEnd type="none" w="med" len="med"/>
                        </a:lnT>
                        <a:lnB w="12700" cap="flat" cmpd="sng" algn="ctr">
                          <a:solidFill>
                            <a:srgbClr val="000066"/>
                          </a:solidFill>
                          <a:prstDash val="solid"/>
                          <a:round/>
                          <a:headEnd type="none" w="med" len="med"/>
                          <a:tailEnd type="none" w="med" len="med"/>
                        </a:lnB>
                        <a:solidFill>
                          <a:schemeClr val="tx1">
                            <a:lumMod val="20000"/>
                            <a:lumOff val="80000"/>
                          </a:schemeClr>
                        </a:solidFill>
                      </a:tcPr>
                    </a:tc>
                    <a:tc>
                      <a:txBody>
                        <a:bodyPr/>
                        <a:lstStyle/>
                        <a:p>
                          <a:pPr algn="ctr"/>
                          <a:r>
                            <a:rPr lang="en-US" altLang="zh-CN" b="0" dirty="0">
                              <a:ln>
                                <a:noFill/>
                              </a:ln>
                              <a:solidFill>
                                <a:srgbClr val="000066"/>
                              </a:solidFill>
                              <a:latin typeface="Times New Roman" panose="02020603050405020304" pitchFamily="18" charset="0"/>
                              <a:cs typeface="Times New Roman" panose="02020603050405020304" pitchFamily="18" charset="0"/>
                            </a:rPr>
                            <a:t>28.40</a:t>
                          </a:r>
                          <a:endParaRPr lang="zh-CN" altLang="en-US" b="0" dirty="0">
                            <a:ln>
                              <a:noFill/>
                            </a:ln>
                            <a:solidFill>
                              <a:srgbClr val="000066"/>
                            </a:solidFill>
                            <a:latin typeface="Times New Roman" panose="02020603050405020304" pitchFamily="18" charset="0"/>
                            <a:cs typeface="Times New Roman" panose="02020603050405020304" pitchFamily="18" charset="0"/>
                          </a:endParaRPr>
                        </a:p>
                      </a:txBody>
                      <a:tcPr anchor="ctr">
                        <a:lnL w="12700" cap="flat" cmpd="sng" algn="ctr">
                          <a:solidFill>
                            <a:srgbClr val="000066"/>
                          </a:solidFill>
                          <a:prstDash val="solid"/>
                          <a:round/>
                          <a:headEnd type="none" w="med" len="med"/>
                          <a:tailEnd type="none" w="med" len="med"/>
                        </a:lnL>
                        <a:lnR w="12700" cap="flat" cmpd="sng" algn="ctr">
                          <a:solidFill>
                            <a:srgbClr val="000066"/>
                          </a:solidFill>
                          <a:prstDash val="solid"/>
                          <a:round/>
                          <a:headEnd type="none" w="med" len="med"/>
                          <a:tailEnd type="none" w="med" len="med"/>
                        </a:lnR>
                        <a:lnT w="12700" cap="flat" cmpd="sng" algn="ctr">
                          <a:solidFill>
                            <a:srgbClr val="000066"/>
                          </a:solidFill>
                          <a:prstDash val="solid"/>
                          <a:round/>
                          <a:headEnd type="none" w="med" len="med"/>
                          <a:tailEnd type="none" w="med" len="med"/>
                        </a:lnT>
                        <a:lnB w="12700" cap="flat" cmpd="sng" algn="ctr">
                          <a:solidFill>
                            <a:srgbClr val="000066"/>
                          </a:solidFill>
                          <a:prstDash val="solid"/>
                          <a:round/>
                          <a:headEnd type="none" w="med" len="med"/>
                          <a:tailEnd type="none" w="med" len="med"/>
                        </a:lnB>
                        <a:solidFill>
                          <a:schemeClr val="tx1">
                            <a:lumMod val="20000"/>
                            <a:lumOff val="80000"/>
                          </a:schemeClr>
                        </a:solidFill>
                      </a:tcPr>
                    </a:tc>
                    <a:tc>
                      <a:txBody>
                        <a:bodyPr/>
                        <a:lstStyle/>
                        <a:p>
                          <a:pPr algn="ctr"/>
                          <a:r>
                            <a:rPr lang="en-US" altLang="zh-CN" b="0" dirty="0">
                              <a:ln>
                                <a:noFill/>
                              </a:ln>
                              <a:solidFill>
                                <a:srgbClr val="000066"/>
                              </a:solidFill>
                              <a:latin typeface="Times New Roman" panose="02020603050405020304" pitchFamily="18" charset="0"/>
                              <a:cs typeface="Times New Roman" panose="02020603050405020304" pitchFamily="18" charset="0"/>
                            </a:rPr>
                            <a:t>37.60</a:t>
                          </a:r>
                          <a:endParaRPr lang="zh-CN" altLang="en-US" b="0" dirty="0">
                            <a:ln>
                              <a:noFill/>
                            </a:ln>
                            <a:solidFill>
                              <a:srgbClr val="000066"/>
                            </a:solidFill>
                            <a:latin typeface="Times New Roman" panose="02020603050405020304" pitchFamily="18" charset="0"/>
                            <a:cs typeface="Times New Roman" panose="02020603050405020304" pitchFamily="18" charset="0"/>
                          </a:endParaRPr>
                        </a:p>
                      </a:txBody>
                      <a:tcPr anchor="ctr">
                        <a:lnL w="12700" cap="flat" cmpd="sng" algn="ctr">
                          <a:solidFill>
                            <a:srgbClr val="000066"/>
                          </a:solidFill>
                          <a:prstDash val="solid"/>
                          <a:round/>
                          <a:headEnd type="none" w="med" len="med"/>
                          <a:tailEnd type="none" w="med" len="med"/>
                        </a:lnL>
                        <a:lnR w="12700" cap="flat" cmpd="sng" algn="ctr">
                          <a:solidFill>
                            <a:srgbClr val="000066"/>
                          </a:solidFill>
                          <a:prstDash val="solid"/>
                          <a:round/>
                          <a:headEnd type="none" w="med" len="med"/>
                          <a:tailEnd type="none" w="med" len="med"/>
                        </a:lnR>
                        <a:lnT w="12700" cap="flat" cmpd="sng" algn="ctr">
                          <a:solidFill>
                            <a:srgbClr val="000066"/>
                          </a:solidFill>
                          <a:prstDash val="solid"/>
                          <a:round/>
                          <a:headEnd type="none" w="med" len="med"/>
                          <a:tailEnd type="none" w="med" len="med"/>
                        </a:lnT>
                        <a:lnB w="12700" cap="flat" cmpd="sng" algn="ctr">
                          <a:solidFill>
                            <a:srgbClr val="000066"/>
                          </a:solidFill>
                          <a:prstDash val="solid"/>
                          <a:round/>
                          <a:headEnd type="none" w="med" len="med"/>
                          <a:tailEnd type="none" w="med" len="med"/>
                        </a:lnB>
                        <a:solidFill>
                          <a:schemeClr val="tx1">
                            <a:lumMod val="20000"/>
                            <a:lumOff val="80000"/>
                          </a:schemeClr>
                        </a:solidFill>
                      </a:tcPr>
                    </a:tc>
                    <a:tc>
                      <a:txBody>
                        <a:bodyPr/>
                        <a:lstStyle/>
                        <a:p>
                          <a:pPr algn="ctr"/>
                          <a:r>
                            <a:rPr lang="en-US" altLang="zh-CN" b="0" dirty="0">
                              <a:ln>
                                <a:noFill/>
                              </a:ln>
                              <a:solidFill>
                                <a:srgbClr val="000066"/>
                              </a:solidFill>
                              <a:latin typeface="Times New Roman" panose="02020603050405020304" pitchFamily="18" charset="0"/>
                              <a:cs typeface="Times New Roman" panose="02020603050405020304" pitchFamily="18" charset="0"/>
                            </a:rPr>
                            <a:t>44.13</a:t>
                          </a:r>
                          <a:endParaRPr lang="zh-CN" altLang="en-US" b="0" dirty="0">
                            <a:ln>
                              <a:noFill/>
                            </a:ln>
                            <a:solidFill>
                              <a:srgbClr val="000066"/>
                            </a:solidFill>
                            <a:latin typeface="Times New Roman" panose="02020603050405020304" pitchFamily="18" charset="0"/>
                            <a:cs typeface="Times New Roman" panose="02020603050405020304" pitchFamily="18" charset="0"/>
                          </a:endParaRPr>
                        </a:p>
                      </a:txBody>
                      <a:tcPr anchor="ctr">
                        <a:lnL w="12700" cap="flat" cmpd="sng" algn="ctr">
                          <a:solidFill>
                            <a:srgbClr val="000066"/>
                          </a:solidFill>
                          <a:prstDash val="solid"/>
                          <a:round/>
                          <a:headEnd type="none" w="med" len="med"/>
                          <a:tailEnd type="none" w="med" len="med"/>
                        </a:lnL>
                        <a:lnR w="12700" cap="flat" cmpd="sng" algn="ctr">
                          <a:solidFill>
                            <a:srgbClr val="000066"/>
                          </a:solidFill>
                          <a:prstDash val="solid"/>
                          <a:round/>
                          <a:headEnd type="none" w="med" len="med"/>
                          <a:tailEnd type="none" w="med" len="med"/>
                        </a:lnR>
                        <a:lnT w="12700" cap="flat" cmpd="sng" algn="ctr">
                          <a:solidFill>
                            <a:srgbClr val="000066"/>
                          </a:solidFill>
                          <a:prstDash val="solid"/>
                          <a:round/>
                          <a:headEnd type="none" w="med" len="med"/>
                          <a:tailEnd type="none" w="med" len="med"/>
                        </a:lnT>
                        <a:lnB w="12700" cap="flat" cmpd="sng" algn="ctr">
                          <a:solidFill>
                            <a:srgbClr val="000066"/>
                          </a:solidFill>
                          <a:prstDash val="solid"/>
                          <a:round/>
                          <a:headEnd type="none" w="med" len="med"/>
                          <a:tailEnd type="none" w="med" len="med"/>
                        </a:lnB>
                        <a:solidFill>
                          <a:schemeClr val="tx1">
                            <a:lumMod val="20000"/>
                            <a:lumOff val="80000"/>
                          </a:schemeClr>
                        </a:solidFill>
                      </a:tcPr>
                    </a:tc>
                    <a:tc>
                      <a:txBody>
                        <a:bodyPr/>
                        <a:lstStyle/>
                        <a:p>
                          <a:pPr algn="ctr"/>
                          <a:r>
                            <a:rPr lang="en-US" altLang="zh-CN" b="0" dirty="0">
                              <a:ln>
                                <a:noFill/>
                              </a:ln>
                              <a:solidFill>
                                <a:srgbClr val="000066"/>
                              </a:solidFill>
                              <a:latin typeface="Times New Roman" panose="02020603050405020304" pitchFamily="18" charset="0"/>
                              <a:cs typeface="Times New Roman" panose="02020603050405020304" pitchFamily="18" charset="0"/>
                            </a:rPr>
                            <a:t>51.87</a:t>
                          </a:r>
                          <a:endParaRPr lang="zh-CN" altLang="en-US" b="0" dirty="0">
                            <a:ln>
                              <a:noFill/>
                            </a:ln>
                            <a:solidFill>
                              <a:srgbClr val="000066"/>
                            </a:solidFill>
                            <a:latin typeface="Times New Roman" panose="02020603050405020304" pitchFamily="18" charset="0"/>
                            <a:cs typeface="Times New Roman" panose="02020603050405020304" pitchFamily="18" charset="0"/>
                          </a:endParaRPr>
                        </a:p>
                      </a:txBody>
                      <a:tcPr anchor="ctr">
                        <a:lnL w="12700" cap="flat" cmpd="sng" algn="ctr">
                          <a:solidFill>
                            <a:srgbClr val="000066"/>
                          </a:solidFill>
                          <a:prstDash val="solid"/>
                          <a:round/>
                          <a:headEnd type="none" w="med" len="med"/>
                          <a:tailEnd type="none" w="med" len="med"/>
                        </a:lnL>
                        <a:lnR w="12700" cap="flat" cmpd="sng" algn="ctr">
                          <a:solidFill>
                            <a:srgbClr val="000066"/>
                          </a:solidFill>
                          <a:prstDash val="solid"/>
                          <a:round/>
                          <a:headEnd type="none" w="med" len="med"/>
                          <a:tailEnd type="none" w="med" len="med"/>
                        </a:lnR>
                        <a:lnT w="12700" cap="flat" cmpd="sng" algn="ctr">
                          <a:solidFill>
                            <a:srgbClr val="000066"/>
                          </a:solidFill>
                          <a:prstDash val="solid"/>
                          <a:round/>
                          <a:headEnd type="none" w="med" len="med"/>
                          <a:tailEnd type="none" w="med" len="med"/>
                        </a:lnT>
                        <a:lnB w="12700" cap="flat" cmpd="sng" algn="ctr">
                          <a:solidFill>
                            <a:srgbClr val="000066"/>
                          </a:solidFill>
                          <a:prstDash val="solid"/>
                          <a:round/>
                          <a:headEnd type="none" w="med" len="med"/>
                          <a:tailEnd type="none" w="med" len="med"/>
                        </a:lnB>
                        <a:solidFill>
                          <a:schemeClr val="tx1">
                            <a:lumMod val="20000"/>
                            <a:lumOff val="80000"/>
                          </a:schemeClr>
                        </a:solidFill>
                      </a:tcPr>
                    </a:tc>
                    <a:tc>
                      <a:txBody>
                        <a:bodyPr/>
                        <a:lstStyle/>
                        <a:p>
                          <a:pPr algn="ctr"/>
                          <a:r>
                            <a:rPr lang="en-US" altLang="zh-CN" b="0" dirty="0">
                              <a:ln>
                                <a:noFill/>
                              </a:ln>
                              <a:solidFill>
                                <a:srgbClr val="000066"/>
                              </a:solidFill>
                              <a:latin typeface="Times New Roman" panose="02020603050405020304" pitchFamily="18" charset="0"/>
                              <a:cs typeface="Times New Roman" panose="02020603050405020304" pitchFamily="18" charset="0"/>
                            </a:rPr>
                            <a:t>57.27</a:t>
                          </a:r>
                          <a:endParaRPr lang="zh-CN" altLang="en-US" b="0" dirty="0">
                            <a:ln>
                              <a:noFill/>
                            </a:ln>
                            <a:solidFill>
                              <a:srgbClr val="000066"/>
                            </a:solidFill>
                            <a:latin typeface="Times New Roman" panose="02020603050405020304" pitchFamily="18" charset="0"/>
                            <a:cs typeface="Times New Roman" panose="02020603050405020304" pitchFamily="18" charset="0"/>
                          </a:endParaRPr>
                        </a:p>
                      </a:txBody>
                      <a:tcPr anchor="ctr">
                        <a:lnL w="12700" cap="flat" cmpd="sng" algn="ctr">
                          <a:solidFill>
                            <a:srgbClr val="000066"/>
                          </a:solidFill>
                          <a:prstDash val="solid"/>
                          <a:round/>
                          <a:headEnd type="none" w="med" len="med"/>
                          <a:tailEnd type="none" w="med" len="med"/>
                        </a:lnL>
                        <a:lnR w="12700" cap="flat" cmpd="sng" algn="ctr">
                          <a:solidFill>
                            <a:srgbClr val="000066"/>
                          </a:solidFill>
                          <a:prstDash val="solid"/>
                          <a:round/>
                          <a:headEnd type="none" w="med" len="med"/>
                          <a:tailEnd type="none" w="med" len="med"/>
                        </a:lnR>
                        <a:lnT w="12700" cap="flat" cmpd="sng" algn="ctr">
                          <a:solidFill>
                            <a:srgbClr val="000066"/>
                          </a:solidFill>
                          <a:prstDash val="solid"/>
                          <a:round/>
                          <a:headEnd type="none" w="med" len="med"/>
                          <a:tailEnd type="none" w="med" len="med"/>
                        </a:lnT>
                        <a:lnB w="12700" cap="flat" cmpd="sng" algn="ctr">
                          <a:solidFill>
                            <a:srgbClr val="000066"/>
                          </a:solidFill>
                          <a:prstDash val="solid"/>
                          <a:round/>
                          <a:headEnd type="none" w="med" len="med"/>
                          <a:tailEnd type="none" w="med" len="med"/>
                        </a:lnB>
                        <a:solidFill>
                          <a:schemeClr val="tx1">
                            <a:lumMod val="20000"/>
                            <a:lumOff val="80000"/>
                          </a:schemeClr>
                        </a:solidFill>
                      </a:tcPr>
                    </a:tc>
                    <a:extLst>
                      <a:ext uri="{0D108BD9-81ED-4DB2-BD59-A6C34878D82A}">
                        <a16:rowId xmlns:a16="http://schemas.microsoft.com/office/drawing/2014/main" val="879460779"/>
                      </a:ext>
                    </a:extLst>
                  </a:tr>
                  <a:tr h="37084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lang="en-US" altLang="zh-CN" b="1" i="1" smtClean="0">
                                    <a:ln>
                                      <a:noFill/>
                                    </a:ln>
                                    <a:solidFill>
                                      <a:schemeClr val="tx1"/>
                                    </a:solidFill>
                                    <a:latin typeface="Cambria Math" panose="02040503050406030204" pitchFamily="18" charset="0"/>
                                  </a:rPr>
                                  <m:t>𝑻</m:t>
                                </m:r>
                                <m:r>
                                  <a:rPr lang="en-US" altLang="zh-CN" b="1" i="1" smtClean="0">
                                    <a:ln>
                                      <a:noFill/>
                                    </a:ln>
                                    <a:solidFill>
                                      <a:schemeClr val="tx1"/>
                                    </a:solidFill>
                                    <a:latin typeface="Cambria Math" panose="02040503050406030204" pitchFamily="18" charset="0"/>
                                  </a:rPr>
                                  <m:t> (</m:t>
                                </m:r>
                                <m:r>
                                  <a:rPr lang="en-US" altLang="zh-CN" b="1" i="1" smtClean="0">
                                    <a:ln>
                                      <a:noFill/>
                                    </a:ln>
                                    <a:solidFill>
                                      <a:schemeClr val="tx1"/>
                                    </a:solidFill>
                                    <a:latin typeface="Cambria Math" panose="02040503050406030204" pitchFamily="18" charset="0"/>
                                  </a:rPr>
                                  <m:t>𝑵</m:t>
                                </m:r>
                                <m:r>
                                  <a:rPr lang="en-US" altLang="zh-CN" b="1" i="1" smtClean="0">
                                    <a:ln>
                                      <a:noFill/>
                                    </a:ln>
                                    <a:solidFill>
                                      <a:schemeClr val="tx1"/>
                                    </a:solidFill>
                                    <a:latin typeface="Cambria Math" panose="02040503050406030204" pitchFamily="18" charset="0"/>
                                  </a:rPr>
                                  <m:t>)</m:t>
                                </m:r>
                              </m:oMath>
                            </m:oMathPara>
                          </a14:m>
                          <a:endParaRPr lang="zh-CN" altLang="en-US" dirty="0">
                            <a:ln>
                              <a:noFill/>
                            </a:ln>
                            <a:solidFill>
                              <a:schemeClr val="tx1"/>
                            </a:solidFill>
                          </a:endParaRPr>
                        </a:p>
                      </a:txBody>
                      <a:tcPr anchor="ctr">
                        <a:lnL w="12700" cap="flat" cmpd="sng" algn="ctr">
                          <a:solidFill>
                            <a:srgbClr val="000066"/>
                          </a:solidFill>
                          <a:prstDash val="solid"/>
                          <a:round/>
                          <a:headEnd type="none" w="med" len="med"/>
                          <a:tailEnd type="none" w="med" len="med"/>
                        </a:lnL>
                        <a:lnR w="12700" cap="flat" cmpd="sng" algn="ctr">
                          <a:solidFill>
                            <a:srgbClr val="000066"/>
                          </a:solidFill>
                          <a:prstDash val="solid"/>
                          <a:round/>
                          <a:headEnd type="none" w="med" len="med"/>
                          <a:tailEnd type="none" w="med" len="med"/>
                        </a:lnR>
                        <a:lnT w="12700" cap="flat" cmpd="sng" algn="ctr">
                          <a:solidFill>
                            <a:srgbClr val="000066"/>
                          </a:solidFill>
                          <a:prstDash val="solid"/>
                          <a:round/>
                          <a:headEnd type="none" w="med" len="med"/>
                          <a:tailEnd type="none" w="med" len="med"/>
                        </a:lnT>
                        <a:lnB w="12700" cap="flat" cmpd="sng" algn="ctr">
                          <a:solidFill>
                            <a:srgbClr val="000066"/>
                          </a:solidFill>
                          <a:prstDash val="solid"/>
                          <a:round/>
                          <a:headEnd type="none" w="med" len="med"/>
                          <a:tailEnd type="none" w="med" len="med"/>
                        </a:lnB>
                        <a:solidFill>
                          <a:schemeClr val="tx1">
                            <a:lumMod val="20000"/>
                            <a:lumOff val="80000"/>
                          </a:schemeClr>
                        </a:solidFill>
                      </a:tcPr>
                    </a:tc>
                    <a:tc>
                      <a:txBody>
                        <a:bodyPr/>
                        <a:lstStyle/>
                        <a:p>
                          <a:pPr algn="ctr"/>
                          <a:r>
                            <a:rPr lang="en-US" altLang="zh-CN" b="0" dirty="0">
                              <a:ln>
                                <a:noFill/>
                              </a:ln>
                              <a:solidFill>
                                <a:srgbClr val="000066"/>
                              </a:solidFill>
                              <a:latin typeface="Times New Roman" panose="02020603050405020304" pitchFamily="18" charset="0"/>
                              <a:cs typeface="Times New Roman" panose="02020603050405020304" pitchFamily="18" charset="0"/>
                            </a:rPr>
                            <a:t>0.588</a:t>
                          </a:r>
                          <a:endParaRPr lang="zh-CN" altLang="en-US" b="0" dirty="0">
                            <a:ln>
                              <a:noFill/>
                            </a:ln>
                            <a:solidFill>
                              <a:srgbClr val="000066"/>
                            </a:solidFill>
                            <a:latin typeface="Times New Roman" panose="02020603050405020304" pitchFamily="18" charset="0"/>
                            <a:cs typeface="Times New Roman" panose="02020603050405020304" pitchFamily="18" charset="0"/>
                          </a:endParaRPr>
                        </a:p>
                      </a:txBody>
                      <a:tcPr anchor="ctr">
                        <a:lnL w="12700" cap="flat" cmpd="sng" algn="ctr">
                          <a:solidFill>
                            <a:srgbClr val="000066"/>
                          </a:solidFill>
                          <a:prstDash val="solid"/>
                          <a:round/>
                          <a:headEnd type="none" w="med" len="med"/>
                          <a:tailEnd type="none" w="med" len="med"/>
                        </a:lnL>
                        <a:lnR w="12700" cap="flat" cmpd="sng" algn="ctr">
                          <a:solidFill>
                            <a:srgbClr val="000066"/>
                          </a:solidFill>
                          <a:prstDash val="solid"/>
                          <a:round/>
                          <a:headEnd type="none" w="med" len="med"/>
                          <a:tailEnd type="none" w="med" len="med"/>
                        </a:lnR>
                        <a:lnT w="12700" cap="flat" cmpd="sng" algn="ctr">
                          <a:solidFill>
                            <a:srgbClr val="000066"/>
                          </a:solidFill>
                          <a:prstDash val="solid"/>
                          <a:round/>
                          <a:headEnd type="none" w="med" len="med"/>
                          <a:tailEnd type="none" w="med" len="med"/>
                        </a:lnT>
                        <a:lnB w="12700" cap="flat" cmpd="sng" algn="ctr">
                          <a:solidFill>
                            <a:srgbClr val="000066"/>
                          </a:solidFill>
                          <a:prstDash val="solid"/>
                          <a:round/>
                          <a:headEnd type="none" w="med" len="med"/>
                          <a:tailEnd type="none" w="med" len="med"/>
                        </a:lnB>
                        <a:solidFill>
                          <a:schemeClr val="tx1">
                            <a:lumMod val="20000"/>
                            <a:lumOff val="80000"/>
                          </a:schemeClr>
                        </a:solidFill>
                      </a:tcPr>
                    </a:tc>
                    <a:tc>
                      <a:txBody>
                        <a:bodyPr/>
                        <a:lstStyle/>
                        <a:p>
                          <a:pPr algn="ctr"/>
                          <a:r>
                            <a:rPr lang="en-US" altLang="zh-CN" b="0" dirty="0">
                              <a:ln>
                                <a:noFill/>
                              </a:ln>
                              <a:solidFill>
                                <a:srgbClr val="000066"/>
                              </a:solidFill>
                              <a:latin typeface="Times New Roman" panose="02020603050405020304" pitchFamily="18" charset="0"/>
                              <a:cs typeface="Times New Roman" panose="02020603050405020304" pitchFamily="18" charset="0"/>
                            </a:rPr>
                            <a:t>0.980</a:t>
                          </a:r>
                          <a:endParaRPr lang="zh-CN" altLang="en-US" b="0" dirty="0">
                            <a:ln>
                              <a:noFill/>
                            </a:ln>
                            <a:solidFill>
                              <a:srgbClr val="000066"/>
                            </a:solidFill>
                            <a:latin typeface="Times New Roman" panose="02020603050405020304" pitchFamily="18" charset="0"/>
                            <a:cs typeface="Times New Roman" panose="02020603050405020304" pitchFamily="18" charset="0"/>
                          </a:endParaRPr>
                        </a:p>
                      </a:txBody>
                      <a:tcPr anchor="ctr">
                        <a:lnL w="12700" cap="flat" cmpd="sng" algn="ctr">
                          <a:solidFill>
                            <a:srgbClr val="000066"/>
                          </a:solidFill>
                          <a:prstDash val="solid"/>
                          <a:round/>
                          <a:headEnd type="none" w="med" len="med"/>
                          <a:tailEnd type="none" w="med" len="med"/>
                        </a:lnL>
                        <a:lnR w="12700" cap="flat" cmpd="sng" algn="ctr">
                          <a:solidFill>
                            <a:srgbClr val="000066"/>
                          </a:solidFill>
                          <a:prstDash val="solid"/>
                          <a:round/>
                          <a:headEnd type="none" w="med" len="med"/>
                          <a:tailEnd type="none" w="med" len="med"/>
                        </a:lnR>
                        <a:lnT w="12700" cap="flat" cmpd="sng" algn="ctr">
                          <a:solidFill>
                            <a:srgbClr val="000066"/>
                          </a:solidFill>
                          <a:prstDash val="solid"/>
                          <a:round/>
                          <a:headEnd type="none" w="med" len="med"/>
                          <a:tailEnd type="none" w="med" len="med"/>
                        </a:lnT>
                        <a:lnB w="12700" cap="flat" cmpd="sng" algn="ctr">
                          <a:solidFill>
                            <a:srgbClr val="000066"/>
                          </a:solidFill>
                          <a:prstDash val="solid"/>
                          <a:round/>
                          <a:headEnd type="none" w="med" len="med"/>
                          <a:tailEnd type="none" w="med" len="med"/>
                        </a:lnB>
                        <a:solidFill>
                          <a:schemeClr val="tx1">
                            <a:lumMod val="20000"/>
                            <a:lumOff val="80000"/>
                          </a:schemeClr>
                        </a:solidFill>
                      </a:tcPr>
                    </a:tc>
                    <a:tc>
                      <a:txBody>
                        <a:bodyPr/>
                        <a:lstStyle/>
                        <a:p>
                          <a:pPr algn="ctr"/>
                          <a:r>
                            <a:rPr lang="en-US" altLang="zh-CN" b="0" dirty="0">
                              <a:ln>
                                <a:noFill/>
                              </a:ln>
                              <a:solidFill>
                                <a:srgbClr val="000066"/>
                              </a:solidFill>
                              <a:latin typeface="Times New Roman" panose="02020603050405020304" pitchFamily="18" charset="0"/>
                              <a:cs typeface="Times New Roman" panose="02020603050405020304" pitchFamily="18" charset="0"/>
                            </a:rPr>
                            <a:t>1.372</a:t>
                          </a:r>
                          <a:endParaRPr lang="zh-CN" altLang="en-US" b="0" dirty="0">
                            <a:ln>
                              <a:noFill/>
                            </a:ln>
                            <a:solidFill>
                              <a:srgbClr val="000066"/>
                            </a:solidFill>
                            <a:latin typeface="Times New Roman" panose="02020603050405020304" pitchFamily="18" charset="0"/>
                            <a:cs typeface="Times New Roman" panose="02020603050405020304" pitchFamily="18" charset="0"/>
                          </a:endParaRPr>
                        </a:p>
                      </a:txBody>
                      <a:tcPr anchor="ctr">
                        <a:lnL w="12700" cap="flat" cmpd="sng" algn="ctr">
                          <a:solidFill>
                            <a:srgbClr val="000066"/>
                          </a:solidFill>
                          <a:prstDash val="solid"/>
                          <a:round/>
                          <a:headEnd type="none" w="med" len="med"/>
                          <a:tailEnd type="none" w="med" len="med"/>
                        </a:lnL>
                        <a:lnR w="12700" cap="flat" cmpd="sng" algn="ctr">
                          <a:solidFill>
                            <a:srgbClr val="000066"/>
                          </a:solidFill>
                          <a:prstDash val="solid"/>
                          <a:round/>
                          <a:headEnd type="none" w="med" len="med"/>
                          <a:tailEnd type="none" w="med" len="med"/>
                        </a:lnR>
                        <a:lnT w="12700" cap="flat" cmpd="sng" algn="ctr">
                          <a:solidFill>
                            <a:srgbClr val="000066"/>
                          </a:solidFill>
                          <a:prstDash val="solid"/>
                          <a:round/>
                          <a:headEnd type="none" w="med" len="med"/>
                          <a:tailEnd type="none" w="med" len="med"/>
                        </a:lnT>
                        <a:lnB w="12700" cap="flat" cmpd="sng" algn="ctr">
                          <a:solidFill>
                            <a:srgbClr val="000066"/>
                          </a:solidFill>
                          <a:prstDash val="solid"/>
                          <a:round/>
                          <a:headEnd type="none" w="med" len="med"/>
                          <a:tailEnd type="none" w="med" len="med"/>
                        </a:lnB>
                        <a:solidFill>
                          <a:schemeClr val="tx1">
                            <a:lumMod val="20000"/>
                            <a:lumOff val="80000"/>
                          </a:schemeClr>
                        </a:solidFill>
                      </a:tcPr>
                    </a:tc>
                    <a:tc>
                      <a:txBody>
                        <a:bodyPr/>
                        <a:lstStyle/>
                        <a:p>
                          <a:pPr algn="ctr"/>
                          <a:r>
                            <a:rPr lang="en-US" altLang="zh-CN" b="0" dirty="0">
                              <a:ln>
                                <a:noFill/>
                              </a:ln>
                              <a:solidFill>
                                <a:srgbClr val="000066"/>
                              </a:solidFill>
                              <a:latin typeface="Times New Roman" panose="02020603050405020304" pitchFamily="18" charset="0"/>
                              <a:cs typeface="Times New Roman" panose="02020603050405020304" pitchFamily="18" charset="0"/>
                            </a:rPr>
                            <a:t>1.764</a:t>
                          </a:r>
                          <a:endParaRPr lang="zh-CN" altLang="en-US" b="0" dirty="0">
                            <a:ln>
                              <a:noFill/>
                            </a:ln>
                            <a:solidFill>
                              <a:srgbClr val="000066"/>
                            </a:solidFill>
                            <a:latin typeface="Times New Roman" panose="02020603050405020304" pitchFamily="18" charset="0"/>
                            <a:cs typeface="Times New Roman" panose="02020603050405020304" pitchFamily="18" charset="0"/>
                          </a:endParaRPr>
                        </a:p>
                      </a:txBody>
                      <a:tcPr anchor="ctr">
                        <a:lnL w="12700" cap="flat" cmpd="sng" algn="ctr">
                          <a:solidFill>
                            <a:srgbClr val="000066"/>
                          </a:solidFill>
                          <a:prstDash val="solid"/>
                          <a:round/>
                          <a:headEnd type="none" w="med" len="med"/>
                          <a:tailEnd type="none" w="med" len="med"/>
                        </a:lnL>
                        <a:lnR w="12700" cap="flat" cmpd="sng" algn="ctr">
                          <a:solidFill>
                            <a:srgbClr val="000066"/>
                          </a:solidFill>
                          <a:prstDash val="solid"/>
                          <a:round/>
                          <a:headEnd type="none" w="med" len="med"/>
                          <a:tailEnd type="none" w="med" len="med"/>
                        </a:lnR>
                        <a:lnT w="12700" cap="flat" cmpd="sng" algn="ctr">
                          <a:solidFill>
                            <a:srgbClr val="000066"/>
                          </a:solidFill>
                          <a:prstDash val="solid"/>
                          <a:round/>
                          <a:headEnd type="none" w="med" len="med"/>
                          <a:tailEnd type="none" w="med" len="med"/>
                        </a:lnT>
                        <a:lnB w="12700" cap="flat" cmpd="sng" algn="ctr">
                          <a:solidFill>
                            <a:srgbClr val="000066"/>
                          </a:solidFill>
                          <a:prstDash val="solid"/>
                          <a:round/>
                          <a:headEnd type="none" w="med" len="med"/>
                          <a:tailEnd type="none" w="med" len="med"/>
                        </a:lnB>
                        <a:solidFill>
                          <a:schemeClr val="tx1">
                            <a:lumMod val="20000"/>
                            <a:lumOff val="80000"/>
                          </a:schemeClr>
                        </a:solidFill>
                      </a:tcPr>
                    </a:tc>
                    <a:tc>
                      <a:txBody>
                        <a:bodyPr/>
                        <a:lstStyle/>
                        <a:p>
                          <a:pPr algn="ctr"/>
                          <a:r>
                            <a:rPr lang="en-US" altLang="zh-CN" b="0" dirty="0">
                              <a:ln>
                                <a:noFill/>
                              </a:ln>
                              <a:solidFill>
                                <a:srgbClr val="000066"/>
                              </a:solidFill>
                              <a:latin typeface="Times New Roman" panose="02020603050405020304" pitchFamily="18" charset="0"/>
                              <a:cs typeface="Times New Roman" panose="02020603050405020304" pitchFamily="18" charset="0"/>
                            </a:rPr>
                            <a:t>2.156</a:t>
                          </a:r>
                          <a:endParaRPr lang="zh-CN" altLang="en-US" b="0" dirty="0">
                            <a:ln>
                              <a:noFill/>
                            </a:ln>
                            <a:solidFill>
                              <a:srgbClr val="000066"/>
                            </a:solidFill>
                            <a:latin typeface="Times New Roman" panose="02020603050405020304" pitchFamily="18" charset="0"/>
                            <a:cs typeface="Times New Roman" panose="02020603050405020304" pitchFamily="18" charset="0"/>
                          </a:endParaRPr>
                        </a:p>
                      </a:txBody>
                      <a:tcPr anchor="ctr">
                        <a:lnL w="12700" cap="flat" cmpd="sng" algn="ctr">
                          <a:solidFill>
                            <a:srgbClr val="000066"/>
                          </a:solidFill>
                          <a:prstDash val="solid"/>
                          <a:round/>
                          <a:headEnd type="none" w="med" len="med"/>
                          <a:tailEnd type="none" w="med" len="med"/>
                        </a:lnL>
                        <a:lnR w="12700" cap="flat" cmpd="sng" algn="ctr">
                          <a:solidFill>
                            <a:srgbClr val="000066"/>
                          </a:solidFill>
                          <a:prstDash val="solid"/>
                          <a:round/>
                          <a:headEnd type="none" w="med" len="med"/>
                          <a:tailEnd type="none" w="med" len="med"/>
                        </a:lnR>
                        <a:lnT w="12700" cap="flat" cmpd="sng" algn="ctr">
                          <a:solidFill>
                            <a:srgbClr val="000066"/>
                          </a:solidFill>
                          <a:prstDash val="solid"/>
                          <a:round/>
                          <a:headEnd type="none" w="med" len="med"/>
                          <a:tailEnd type="none" w="med" len="med"/>
                        </a:lnT>
                        <a:lnB w="12700" cap="flat" cmpd="sng" algn="ctr">
                          <a:solidFill>
                            <a:srgbClr val="000066"/>
                          </a:solidFill>
                          <a:prstDash val="solid"/>
                          <a:round/>
                          <a:headEnd type="none" w="med" len="med"/>
                          <a:tailEnd type="none" w="med" len="med"/>
                        </a:lnB>
                        <a:solidFill>
                          <a:schemeClr val="tx1">
                            <a:lumMod val="20000"/>
                            <a:lumOff val="80000"/>
                          </a:schemeClr>
                        </a:solidFill>
                      </a:tcPr>
                    </a:tc>
                    <a:extLst>
                      <a:ext uri="{0D108BD9-81ED-4DB2-BD59-A6C34878D82A}">
                        <a16:rowId xmlns:a16="http://schemas.microsoft.com/office/drawing/2014/main" val="4008362737"/>
                      </a:ext>
                    </a:extLst>
                  </a:tr>
                  <a:tr h="370840">
                    <a:tc>
                      <a:txBody>
                        <a:bodyPr/>
                        <a:lstStyle/>
                        <a:p>
                          <a:pPr algn="ctr"/>
                          <a14:m>
                            <m:oMathPara xmlns:m="http://schemas.openxmlformats.org/officeDocument/2006/math">
                              <m:oMathParaPr>
                                <m:jc m:val="centerGroup"/>
                              </m:oMathParaPr>
                              <m:oMath xmlns:m="http://schemas.openxmlformats.org/officeDocument/2006/math">
                                <m:r>
                                  <a:rPr lang="en-US" altLang="zh-CN" b="1" i="1" smtClean="0">
                                    <a:ln>
                                      <a:noFill/>
                                    </a:ln>
                                    <a:solidFill>
                                      <a:schemeClr val="tx1"/>
                                    </a:solidFill>
                                    <a:latin typeface="Cambria Math" panose="02040503050406030204" pitchFamily="18" charset="0"/>
                                  </a:rPr>
                                  <m:t>𝒍𝒐𝒈</m:t>
                                </m:r>
                                <m:r>
                                  <a:rPr lang="en-US" altLang="zh-CN" b="1" i="1" smtClean="0">
                                    <a:ln>
                                      <a:noFill/>
                                    </a:ln>
                                    <a:solidFill>
                                      <a:schemeClr val="tx1"/>
                                    </a:solidFill>
                                    <a:latin typeface="Cambria Math" panose="02040503050406030204" pitchFamily="18" charset="0"/>
                                  </a:rPr>
                                  <m:t>(</m:t>
                                </m:r>
                                <m:r>
                                  <a:rPr lang="zh-CN" altLang="en-US" b="1" i="1" smtClean="0">
                                    <a:ln>
                                      <a:noFill/>
                                    </a:ln>
                                    <a:solidFill>
                                      <a:schemeClr val="tx1"/>
                                    </a:solidFill>
                                    <a:latin typeface="Cambria Math" panose="02040503050406030204" pitchFamily="18" charset="0"/>
                                  </a:rPr>
                                  <m:t>𝝀</m:t>
                                </m:r>
                                <m:r>
                                  <a:rPr lang="en-US" altLang="zh-CN" b="1" i="1" smtClean="0">
                                    <a:ln>
                                      <a:noFill/>
                                    </a:ln>
                                    <a:solidFill>
                                      <a:schemeClr val="tx1"/>
                                    </a:solidFill>
                                    <a:latin typeface="Cambria Math" panose="02040503050406030204" pitchFamily="18" charset="0"/>
                                  </a:rPr>
                                  <m:t>)</m:t>
                                </m:r>
                              </m:oMath>
                            </m:oMathPara>
                          </a14:m>
                          <a:endParaRPr lang="zh-CN" altLang="en-US" dirty="0">
                            <a:ln>
                              <a:noFill/>
                            </a:ln>
                            <a:solidFill>
                              <a:srgbClr val="000066"/>
                            </a:solidFill>
                          </a:endParaRPr>
                        </a:p>
                      </a:txBody>
                      <a:tcPr anchor="ctr">
                        <a:lnL w="12700" cap="flat" cmpd="sng" algn="ctr">
                          <a:solidFill>
                            <a:srgbClr val="000066"/>
                          </a:solidFill>
                          <a:prstDash val="solid"/>
                          <a:round/>
                          <a:headEnd type="none" w="med" len="med"/>
                          <a:tailEnd type="none" w="med" len="med"/>
                        </a:lnL>
                        <a:lnR w="12700" cap="flat" cmpd="sng" algn="ctr">
                          <a:solidFill>
                            <a:srgbClr val="000066"/>
                          </a:solidFill>
                          <a:prstDash val="solid"/>
                          <a:round/>
                          <a:headEnd type="none" w="med" len="med"/>
                          <a:tailEnd type="none" w="med" len="med"/>
                        </a:lnR>
                        <a:lnT w="12700" cap="flat" cmpd="sng" algn="ctr">
                          <a:solidFill>
                            <a:srgbClr val="000066"/>
                          </a:solidFill>
                          <a:prstDash val="solid"/>
                          <a:round/>
                          <a:headEnd type="none" w="med" len="med"/>
                          <a:tailEnd type="none" w="med" len="med"/>
                        </a:lnT>
                        <a:lnB w="12700" cap="flat" cmpd="sng" algn="ctr">
                          <a:solidFill>
                            <a:srgbClr val="000066"/>
                          </a:solidFill>
                          <a:prstDash val="solid"/>
                          <a:round/>
                          <a:headEnd type="none" w="med" len="med"/>
                          <a:tailEnd type="none" w="med" len="med"/>
                        </a:lnB>
                        <a:solidFill>
                          <a:schemeClr val="tx1">
                            <a:lumMod val="20000"/>
                            <a:lumOff val="80000"/>
                          </a:schemeClr>
                        </a:solidFill>
                      </a:tcPr>
                    </a:tc>
                    <a:tc>
                      <a:txBody>
                        <a:bodyPr/>
                        <a:lstStyle/>
                        <a:p>
                          <a:pPr algn="ctr"/>
                          <a:r>
                            <a:rPr lang="en-US" altLang="zh-CN" b="0" dirty="0">
                              <a:ln>
                                <a:noFill/>
                              </a:ln>
                              <a:solidFill>
                                <a:srgbClr val="000066"/>
                              </a:solidFill>
                              <a:latin typeface="Times New Roman" panose="02020603050405020304" pitchFamily="18" charset="0"/>
                              <a:cs typeface="Times New Roman" panose="02020603050405020304" pitchFamily="18" charset="0"/>
                            </a:rPr>
                            <a:t>-0.5467</a:t>
                          </a:r>
                          <a:endParaRPr lang="zh-CN" altLang="en-US" b="0" dirty="0">
                            <a:ln>
                              <a:noFill/>
                            </a:ln>
                            <a:solidFill>
                              <a:srgbClr val="000066"/>
                            </a:solidFill>
                            <a:latin typeface="Times New Roman" panose="02020603050405020304" pitchFamily="18" charset="0"/>
                            <a:cs typeface="Times New Roman" panose="02020603050405020304" pitchFamily="18" charset="0"/>
                          </a:endParaRPr>
                        </a:p>
                      </a:txBody>
                      <a:tcPr anchor="ctr">
                        <a:lnL w="12700" cap="flat" cmpd="sng" algn="ctr">
                          <a:solidFill>
                            <a:srgbClr val="000066"/>
                          </a:solidFill>
                          <a:prstDash val="solid"/>
                          <a:round/>
                          <a:headEnd type="none" w="med" len="med"/>
                          <a:tailEnd type="none" w="med" len="med"/>
                        </a:lnL>
                        <a:lnR w="12700" cap="flat" cmpd="sng" algn="ctr">
                          <a:solidFill>
                            <a:srgbClr val="000066"/>
                          </a:solidFill>
                          <a:prstDash val="solid"/>
                          <a:round/>
                          <a:headEnd type="none" w="med" len="med"/>
                          <a:tailEnd type="none" w="med" len="med"/>
                        </a:lnR>
                        <a:lnT w="12700" cap="flat" cmpd="sng" algn="ctr">
                          <a:solidFill>
                            <a:srgbClr val="000066"/>
                          </a:solidFill>
                          <a:prstDash val="solid"/>
                          <a:round/>
                          <a:headEnd type="none" w="med" len="med"/>
                          <a:tailEnd type="none" w="med" len="med"/>
                        </a:lnT>
                        <a:lnB w="12700" cap="flat" cmpd="sng" algn="ctr">
                          <a:solidFill>
                            <a:srgbClr val="000066"/>
                          </a:solidFill>
                          <a:prstDash val="solid"/>
                          <a:round/>
                          <a:headEnd type="none" w="med" len="med"/>
                          <a:tailEnd type="none" w="med" len="med"/>
                        </a:lnB>
                        <a:solidFill>
                          <a:schemeClr val="tx1">
                            <a:lumMod val="20000"/>
                            <a:lumOff val="80000"/>
                          </a:schemeClr>
                        </a:solidFill>
                      </a:tcPr>
                    </a:tc>
                    <a:tc>
                      <a:txBody>
                        <a:bodyPr/>
                        <a:lstStyle/>
                        <a:p>
                          <a:pPr algn="ctr"/>
                          <a:r>
                            <a:rPr lang="en-US" altLang="zh-CN" b="0" dirty="0">
                              <a:ln>
                                <a:noFill/>
                              </a:ln>
                              <a:solidFill>
                                <a:srgbClr val="000066"/>
                              </a:solidFill>
                              <a:latin typeface="Times New Roman" panose="02020603050405020304" pitchFamily="18" charset="0"/>
                              <a:cs typeface="Times New Roman" panose="02020603050405020304" pitchFamily="18" charset="0"/>
                            </a:rPr>
                            <a:t>-0.4248</a:t>
                          </a:r>
                          <a:endParaRPr lang="zh-CN" altLang="en-US" b="0" dirty="0">
                            <a:ln>
                              <a:noFill/>
                            </a:ln>
                            <a:solidFill>
                              <a:srgbClr val="000066"/>
                            </a:solidFill>
                            <a:latin typeface="Times New Roman" panose="02020603050405020304" pitchFamily="18" charset="0"/>
                            <a:cs typeface="Times New Roman" panose="02020603050405020304" pitchFamily="18" charset="0"/>
                          </a:endParaRPr>
                        </a:p>
                      </a:txBody>
                      <a:tcPr anchor="ctr">
                        <a:lnL w="12700" cap="flat" cmpd="sng" algn="ctr">
                          <a:solidFill>
                            <a:srgbClr val="000066"/>
                          </a:solidFill>
                          <a:prstDash val="solid"/>
                          <a:round/>
                          <a:headEnd type="none" w="med" len="med"/>
                          <a:tailEnd type="none" w="med" len="med"/>
                        </a:lnL>
                        <a:lnR w="12700" cap="flat" cmpd="sng" algn="ctr">
                          <a:solidFill>
                            <a:srgbClr val="000066"/>
                          </a:solidFill>
                          <a:prstDash val="solid"/>
                          <a:round/>
                          <a:headEnd type="none" w="med" len="med"/>
                          <a:tailEnd type="none" w="med" len="med"/>
                        </a:lnR>
                        <a:lnT w="12700" cap="flat" cmpd="sng" algn="ctr">
                          <a:solidFill>
                            <a:srgbClr val="000066"/>
                          </a:solidFill>
                          <a:prstDash val="solid"/>
                          <a:round/>
                          <a:headEnd type="none" w="med" len="med"/>
                          <a:tailEnd type="none" w="med" len="med"/>
                        </a:lnT>
                        <a:lnB w="12700" cap="flat" cmpd="sng" algn="ctr">
                          <a:solidFill>
                            <a:srgbClr val="000066"/>
                          </a:solidFill>
                          <a:prstDash val="solid"/>
                          <a:round/>
                          <a:headEnd type="none" w="med" len="med"/>
                          <a:tailEnd type="none" w="med" len="med"/>
                        </a:lnB>
                        <a:solidFill>
                          <a:schemeClr val="tx1">
                            <a:lumMod val="20000"/>
                            <a:lumOff val="80000"/>
                          </a:schemeClr>
                        </a:solidFill>
                      </a:tcPr>
                    </a:tc>
                    <a:tc>
                      <a:txBody>
                        <a:bodyPr/>
                        <a:lstStyle/>
                        <a:p>
                          <a:pPr algn="ctr"/>
                          <a:r>
                            <a:rPr lang="en-US" altLang="zh-CN" b="0" dirty="0">
                              <a:ln>
                                <a:noFill/>
                              </a:ln>
                              <a:solidFill>
                                <a:srgbClr val="000066"/>
                              </a:solidFill>
                              <a:latin typeface="Times New Roman" panose="02020603050405020304" pitchFamily="18" charset="0"/>
                              <a:cs typeface="Times New Roman" panose="02020603050405020304" pitchFamily="18" charset="0"/>
                            </a:rPr>
                            <a:t>-0.3552</a:t>
                          </a:r>
                          <a:endParaRPr lang="zh-CN" altLang="en-US" b="0" dirty="0">
                            <a:ln>
                              <a:noFill/>
                            </a:ln>
                            <a:solidFill>
                              <a:srgbClr val="000066"/>
                            </a:solidFill>
                            <a:latin typeface="Times New Roman" panose="02020603050405020304" pitchFamily="18" charset="0"/>
                            <a:cs typeface="Times New Roman" panose="02020603050405020304" pitchFamily="18" charset="0"/>
                          </a:endParaRPr>
                        </a:p>
                      </a:txBody>
                      <a:tcPr anchor="ctr">
                        <a:lnL w="12700" cap="flat" cmpd="sng" algn="ctr">
                          <a:solidFill>
                            <a:srgbClr val="000066"/>
                          </a:solidFill>
                          <a:prstDash val="solid"/>
                          <a:round/>
                          <a:headEnd type="none" w="med" len="med"/>
                          <a:tailEnd type="none" w="med" len="med"/>
                        </a:lnL>
                        <a:lnR w="12700" cap="flat" cmpd="sng" algn="ctr">
                          <a:solidFill>
                            <a:srgbClr val="000066"/>
                          </a:solidFill>
                          <a:prstDash val="solid"/>
                          <a:round/>
                          <a:headEnd type="none" w="med" len="med"/>
                          <a:tailEnd type="none" w="med" len="med"/>
                        </a:lnR>
                        <a:lnT w="12700" cap="flat" cmpd="sng" algn="ctr">
                          <a:solidFill>
                            <a:srgbClr val="000066"/>
                          </a:solidFill>
                          <a:prstDash val="solid"/>
                          <a:round/>
                          <a:headEnd type="none" w="med" len="med"/>
                          <a:tailEnd type="none" w="med" len="med"/>
                        </a:lnT>
                        <a:lnB w="12700" cap="flat" cmpd="sng" algn="ctr">
                          <a:solidFill>
                            <a:srgbClr val="000066"/>
                          </a:solidFill>
                          <a:prstDash val="solid"/>
                          <a:round/>
                          <a:headEnd type="none" w="med" len="med"/>
                          <a:tailEnd type="none" w="med" len="med"/>
                        </a:lnB>
                        <a:solidFill>
                          <a:schemeClr val="tx1">
                            <a:lumMod val="20000"/>
                            <a:lumOff val="80000"/>
                          </a:schemeClr>
                        </a:solidFill>
                      </a:tcPr>
                    </a:tc>
                    <a:tc>
                      <a:txBody>
                        <a:bodyPr/>
                        <a:lstStyle/>
                        <a:p>
                          <a:pPr algn="ctr"/>
                          <a:r>
                            <a:rPr lang="en-US" altLang="zh-CN" b="0" dirty="0">
                              <a:ln>
                                <a:noFill/>
                              </a:ln>
                              <a:solidFill>
                                <a:srgbClr val="000066"/>
                              </a:solidFill>
                              <a:latin typeface="Times New Roman" panose="02020603050405020304" pitchFamily="18" charset="0"/>
                              <a:cs typeface="Times New Roman" panose="02020603050405020304" pitchFamily="18" charset="0"/>
                            </a:rPr>
                            <a:t>-0.2851</a:t>
                          </a:r>
                          <a:endParaRPr lang="zh-CN" altLang="en-US" b="0" dirty="0">
                            <a:ln>
                              <a:noFill/>
                            </a:ln>
                            <a:solidFill>
                              <a:srgbClr val="000066"/>
                            </a:solidFill>
                            <a:latin typeface="Times New Roman" panose="02020603050405020304" pitchFamily="18" charset="0"/>
                            <a:cs typeface="Times New Roman" panose="02020603050405020304" pitchFamily="18" charset="0"/>
                          </a:endParaRPr>
                        </a:p>
                      </a:txBody>
                      <a:tcPr anchor="ctr">
                        <a:lnL w="12700" cap="flat" cmpd="sng" algn="ctr">
                          <a:solidFill>
                            <a:srgbClr val="000066"/>
                          </a:solidFill>
                          <a:prstDash val="solid"/>
                          <a:round/>
                          <a:headEnd type="none" w="med" len="med"/>
                          <a:tailEnd type="none" w="med" len="med"/>
                        </a:lnL>
                        <a:lnR w="12700" cap="flat" cmpd="sng" algn="ctr">
                          <a:solidFill>
                            <a:srgbClr val="000066"/>
                          </a:solidFill>
                          <a:prstDash val="solid"/>
                          <a:round/>
                          <a:headEnd type="none" w="med" len="med"/>
                          <a:tailEnd type="none" w="med" len="med"/>
                        </a:lnR>
                        <a:lnT w="12700" cap="flat" cmpd="sng" algn="ctr">
                          <a:solidFill>
                            <a:srgbClr val="000066"/>
                          </a:solidFill>
                          <a:prstDash val="solid"/>
                          <a:round/>
                          <a:headEnd type="none" w="med" len="med"/>
                          <a:tailEnd type="none" w="med" len="med"/>
                        </a:lnT>
                        <a:lnB w="12700" cap="flat" cmpd="sng" algn="ctr">
                          <a:solidFill>
                            <a:srgbClr val="000066"/>
                          </a:solidFill>
                          <a:prstDash val="solid"/>
                          <a:round/>
                          <a:headEnd type="none" w="med" len="med"/>
                          <a:tailEnd type="none" w="med" len="med"/>
                        </a:lnB>
                        <a:solidFill>
                          <a:schemeClr val="tx1">
                            <a:lumMod val="20000"/>
                            <a:lumOff val="80000"/>
                          </a:schemeClr>
                        </a:solidFill>
                      </a:tcPr>
                    </a:tc>
                    <a:tc>
                      <a:txBody>
                        <a:bodyPr/>
                        <a:lstStyle/>
                        <a:p>
                          <a:pPr algn="ctr"/>
                          <a:r>
                            <a:rPr lang="en-US" altLang="zh-CN" b="0" dirty="0">
                              <a:ln>
                                <a:noFill/>
                              </a:ln>
                              <a:solidFill>
                                <a:srgbClr val="000066"/>
                              </a:solidFill>
                              <a:latin typeface="Times New Roman" panose="02020603050405020304" pitchFamily="18" charset="0"/>
                              <a:cs typeface="Times New Roman" panose="02020603050405020304" pitchFamily="18" charset="0"/>
                            </a:rPr>
                            <a:t>-0.2421</a:t>
                          </a:r>
                          <a:endParaRPr lang="zh-CN" altLang="en-US" b="0" dirty="0">
                            <a:ln>
                              <a:noFill/>
                            </a:ln>
                            <a:solidFill>
                              <a:srgbClr val="000066"/>
                            </a:solidFill>
                            <a:latin typeface="Times New Roman" panose="02020603050405020304" pitchFamily="18" charset="0"/>
                            <a:cs typeface="Times New Roman" panose="02020603050405020304" pitchFamily="18" charset="0"/>
                          </a:endParaRPr>
                        </a:p>
                      </a:txBody>
                      <a:tcPr anchor="ctr">
                        <a:lnL w="12700" cap="flat" cmpd="sng" algn="ctr">
                          <a:solidFill>
                            <a:srgbClr val="000066"/>
                          </a:solidFill>
                          <a:prstDash val="solid"/>
                          <a:round/>
                          <a:headEnd type="none" w="med" len="med"/>
                          <a:tailEnd type="none" w="med" len="med"/>
                        </a:lnL>
                        <a:lnR w="12700" cap="flat" cmpd="sng" algn="ctr">
                          <a:solidFill>
                            <a:srgbClr val="000066"/>
                          </a:solidFill>
                          <a:prstDash val="solid"/>
                          <a:round/>
                          <a:headEnd type="none" w="med" len="med"/>
                          <a:tailEnd type="none" w="med" len="med"/>
                        </a:lnR>
                        <a:lnT w="12700" cap="flat" cmpd="sng" algn="ctr">
                          <a:solidFill>
                            <a:srgbClr val="000066"/>
                          </a:solidFill>
                          <a:prstDash val="solid"/>
                          <a:round/>
                          <a:headEnd type="none" w="med" len="med"/>
                          <a:tailEnd type="none" w="med" len="med"/>
                        </a:lnT>
                        <a:lnB w="12700" cap="flat" cmpd="sng" algn="ctr">
                          <a:solidFill>
                            <a:srgbClr val="000066"/>
                          </a:solidFill>
                          <a:prstDash val="solid"/>
                          <a:round/>
                          <a:headEnd type="none" w="med" len="med"/>
                          <a:tailEnd type="none" w="med" len="med"/>
                        </a:lnB>
                        <a:solidFill>
                          <a:schemeClr val="tx1">
                            <a:lumMod val="20000"/>
                            <a:lumOff val="80000"/>
                          </a:schemeClr>
                        </a:solidFill>
                      </a:tcPr>
                    </a:tc>
                    <a:extLst>
                      <a:ext uri="{0D108BD9-81ED-4DB2-BD59-A6C34878D82A}">
                        <a16:rowId xmlns:a16="http://schemas.microsoft.com/office/drawing/2014/main" val="1758945092"/>
                      </a:ext>
                    </a:extLst>
                  </a:tr>
                  <a:tr h="370840">
                    <a:tc>
                      <a:txBody>
                        <a:bodyPr/>
                        <a:lstStyle/>
                        <a:p>
                          <a:pPr algn="ctr"/>
                          <a14:m>
                            <m:oMathPara xmlns:m="http://schemas.openxmlformats.org/officeDocument/2006/math">
                              <m:oMathParaPr>
                                <m:jc m:val="centerGroup"/>
                              </m:oMathParaPr>
                              <m:oMath xmlns:m="http://schemas.openxmlformats.org/officeDocument/2006/math">
                                <m:r>
                                  <a:rPr lang="en-US" altLang="zh-CN" b="1" i="1" smtClean="0">
                                    <a:ln>
                                      <a:noFill/>
                                    </a:ln>
                                    <a:solidFill>
                                      <a:schemeClr val="tx1"/>
                                    </a:solidFill>
                                    <a:latin typeface="Cambria Math" panose="02040503050406030204" pitchFamily="18" charset="0"/>
                                  </a:rPr>
                                  <m:t>𝒍𝒐𝒈</m:t>
                                </m:r>
                                <m:r>
                                  <a:rPr lang="en-US" altLang="zh-CN" b="1" i="1" smtClean="0">
                                    <a:ln>
                                      <a:noFill/>
                                    </a:ln>
                                    <a:solidFill>
                                      <a:schemeClr val="tx1"/>
                                    </a:solidFill>
                                    <a:latin typeface="Cambria Math" panose="02040503050406030204" pitchFamily="18" charset="0"/>
                                  </a:rPr>
                                  <m:t>(</m:t>
                                </m:r>
                                <m:r>
                                  <a:rPr lang="en-US" altLang="zh-CN" b="1" i="1" smtClean="0">
                                    <a:ln>
                                      <a:noFill/>
                                    </a:ln>
                                    <a:solidFill>
                                      <a:schemeClr val="tx1"/>
                                    </a:solidFill>
                                    <a:latin typeface="Cambria Math" panose="02040503050406030204" pitchFamily="18" charset="0"/>
                                  </a:rPr>
                                  <m:t>𝑻</m:t>
                                </m:r>
                                <m:r>
                                  <a:rPr lang="en-US" altLang="zh-CN" b="1" i="1" smtClean="0">
                                    <a:ln>
                                      <a:noFill/>
                                    </a:ln>
                                    <a:solidFill>
                                      <a:schemeClr val="tx1"/>
                                    </a:solidFill>
                                    <a:latin typeface="Cambria Math" panose="02040503050406030204" pitchFamily="18" charset="0"/>
                                  </a:rPr>
                                  <m:t>)</m:t>
                                </m:r>
                              </m:oMath>
                            </m:oMathPara>
                          </a14:m>
                          <a:endParaRPr lang="zh-CN" altLang="en-US" dirty="0">
                            <a:ln>
                              <a:noFill/>
                            </a:ln>
                            <a:solidFill>
                              <a:srgbClr val="000066"/>
                            </a:solidFill>
                          </a:endParaRPr>
                        </a:p>
                      </a:txBody>
                      <a:tcPr anchor="ctr">
                        <a:lnL w="12700" cap="flat" cmpd="sng" algn="ctr">
                          <a:solidFill>
                            <a:srgbClr val="000066"/>
                          </a:solidFill>
                          <a:prstDash val="solid"/>
                          <a:round/>
                          <a:headEnd type="none" w="med" len="med"/>
                          <a:tailEnd type="none" w="med" len="med"/>
                        </a:lnL>
                        <a:lnR w="12700" cap="flat" cmpd="sng" algn="ctr">
                          <a:solidFill>
                            <a:srgbClr val="000066"/>
                          </a:solidFill>
                          <a:prstDash val="solid"/>
                          <a:round/>
                          <a:headEnd type="none" w="med" len="med"/>
                          <a:tailEnd type="none" w="med" len="med"/>
                        </a:lnR>
                        <a:lnT w="12700" cap="flat" cmpd="sng" algn="ctr">
                          <a:solidFill>
                            <a:srgbClr val="000066"/>
                          </a:solidFill>
                          <a:prstDash val="solid"/>
                          <a:round/>
                          <a:headEnd type="none" w="med" len="med"/>
                          <a:tailEnd type="none" w="med" len="med"/>
                        </a:lnT>
                        <a:lnB w="12700" cap="flat" cmpd="sng" algn="ctr">
                          <a:solidFill>
                            <a:srgbClr val="000066"/>
                          </a:solidFill>
                          <a:prstDash val="solid"/>
                          <a:round/>
                          <a:headEnd type="none" w="med" len="med"/>
                          <a:tailEnd type="none" w="med" len="med"/>
                        </a:lnB>
                        <a:solidFill>
                          <a:schemeClr val="tx1">
                            <a:lumMod val="20000"/>
                            <a:lumOff val="80000"/>
                          </a:schemeClr>
                        </a:solidFill>
                      </a:tcPr>
                    </a:tc>
                    <a:tc>
                      <a:txBody>
                        <a:bodyPr/>
                        <a:lstStyle/>
                        <a:p>
                          <a:pPr algn="ctr"/>
                          <a:r>
                            <a:rPr lang="en-US" altLang="zh-CN" b="0" dirty="0">
                              <a:ln>
                                <a:noFill/>
                              </a:ln>
                              <a:solidFill>
                                <a:srgbClr val="000066"/>
                              </a:solidFill>
                              <a:latin typeface="Times New Roman" panose="02020603050405020304" pitchFamily="18" charset="0"/>
                              <a:cs typeface="Times New Roman" panose="02020603050405020304" pitchFamily="18" charset="0"/>
                            </a:rPr>
                            <a:t>-0.2306</a:t>
                          </a:r>
                          <a:endParaRPr lang="zh-CN" altLang="en-US" b="0" dirty="0">
                            <a:ln>
                              <a:noFill/>
                            </a:ln>
                            <a:solidFill>
                              <a:srgbClr val="000066"/>
                            </a:solidFill>
                            <a:latin typeface="Times New Roman" panose="02020603050405020304" pitchFamily="18" charset="0"/>
                            <a:cs typeface="Times New Roman" panose="02020603050405020304" pitchFamily="18" charset="0"/>
                          </a:endParaRPr>
                        </a:p>
                      </a:txBody>
                      <a:tcPr anchor="ctr">
                        <a:lnL w="12700" cap="flat" cmpd="sng" algn="ctr">
                          <a:solidFill>
                            <a:srgbClr val="000066"/>
                          </a:solidFill>
                          <a:prstDash val="solid"/>
                          <a:round/>
                          <a:headEnd type="none" w="med" len="med"/>
                          <a:tailEnd type="none" w="med" len="med"/>
                        </a:lnL>
                        <a:lnR w="12700" cap="flat" cmpd="sng" algn="ctr">
                          <a:solidFill>
                            <a:srgbClr val="000066"/>
                          </a:solidFill>
                          <a:prstDash val="solid"/>
                          <a:round/>
                          <a:headEnd type="none" w="med" len="med"/>
                          <a:tailEnd type="none" w="med" len="med"/>
                        </a:lnR>
                        <a:lnT w="12700" cap="flat" cmpd="sng" algn="ctr">
                          <a:solidFill>
                            <a:srgbClr val="000066"/>
                          </a:solidFill>
                          <a:prstDash val="solid"/>
                          <a:round/>
                          <a:headEnd type="none" w="med" len="med"/>
                          <a:tailEnd type="none" w="med" len="med"/>
                        </a:lnT>
                        <a:lnB w="12700" cap="flat" cmpd="sng" algn="ctr">
                          <a:solidFill>
                            <a:srgbClr val="000066"/>
                          </a:solidFill>
                          <a:prstDash val="solid"/>
                          <a:round/>
                          <a:headEnd type="none" w="med" len="med"/>
                          <a:tailEnd type="none" w="med" len="med"/>
                        </a:lnB>
                        <a:solidFill>
                          <a:schemeClr val="tx1">
                            <a:lumMod val="20000"/>
                            <a:lumOff val="80000"/>
                          </a:schemeClr>
                        </a:solidFill>
                      </a:tcPr>
                    </a:tc>
                    <a:tc>
                      <a:txBody>
                        <a:bodyPr/>
                        <a:lstStyle/>
                        <a:p>
                          <a:pPr algn="ctr"/>
                          <a:r>
                            <a:rPr lang="en-US" altLang="zh-CN" b="0" dirty="0">
                              <a:ln>
                                <a:noFill/>
                              </a:ln>
                              <a:solidFill>
                                <a:srgbClr val="000066"/>
                              </a:solidFill>
                              <a:latin typeface="Times New Roman" panose="02020603050405020304" pitchFamily="18" charset="0"/>
                              <a:cs typeface="Times New Roman" panose="02020603050405020304" pitchFamily="18" charset="0"/>
                            </a:rPr>
                            <a:t>-0.0088</a:t>
                          </a:r>
                          <a:endParaRPr lang="zh-CN" altLang="en-US" b="0" dirty="0">
                            <a:ln>
                              <a:noFill/>
                            </a:ln>
                            <a:solidFill>
                              <a:srgbClr val="000066"/>
                            </a:solidFill>
                            <a:latin typeface="Times New Roman" panose="02020603050405020304" pitchFamily="18" charset="0"/>
                            <a:cs typeface="Times New Roman" panose="02020603050405020304" pitchFamily="18" charset="0"/>
                          </a:endParaRPr>
                        </a:p>
                      </a:txBody>
                      <a:tcPr anchor="ctr">
                        <a:lnL w="12700" cap="flat" cmpd="sng" algn="ctr">
                          <a:solidFill>
                            <a:srgbClr val="000066"/>
                          </a:solidFill>
                          <a:prstDash val="solid"/>
                          <a:round/>
                          <a:headEnd type="none" w="med" len="med"/>
                          <a:tailEnd type="none" w="med" len="med"/>
                        </a:lnL>
                        <a:lnR w="12700" cap="flat" cmpd="sng" algn="ctr">
                          <a:solidFill>
                            <a:srgbClr val="000066"/>
                          </a:solidFill>
                          <a:prstDash val="solid"/>
                          <a:round/>
                          <a:headEnd type="none" w="med" len="med"/>
                          <a:tailEnd type="none" w="med" len="med"/>
                        </a:lnR>
                        <a:lnT w="12700" cap="flat" cmpd="sng" algn="ctr">
                          <a:solidFill>
                            <a:srgbClr val="000066"/>
                          </a:solidFill>
                          <a:prstDash val="solid"/>
                          <a:round/>
                          <a:headEnd type="none" w="med" len="med"/>
                          <a:tailEnd type="none" w="med" len="med"/>
                        </a:lnT>
                        <a:lnB w="12700" cap="flat" cmpd="sng" algn="ctr">
                          <a:solidFill>
                            <a:srgbClr val="000066"/>
                          </a:solidFill>
                          <a:prstDash val="solid"/>
                          <a:round/>
                          <a:headEnd type="none" w="med" len="med"/>
                          <a:tailEnd type="none" w="med" len="med"/>
                        </a:lnB>
                        <a:solidFill>
                          <a:schemeClr val="tx1">
                            <a:lumMod val="20000"/>
                            <a:lumOff val="80000"/>
                          </a:schemeClr>
                        </a:solidFill>
                      </a:tcPr>
                    </a:tc>
                    <a:tc>
                      <a:txBody>
                        <a:bodyPr/>
                        <a:lstStyle/>
                        <a:p>
                          <a:pPr algn="ctr"/>
                          <a:r>
                            <a:rPr lang="en-US" altLang="zh-CN" b="0" dirty="0">
                              <a:ln>
                                <a:noFill/>
                              </a:ln>
                              <a:solidFill>
                                <a:srgbClr val="000066"/>
                              </a:solidFill>
                              <a:latin typeface="Times New Roman" panose="02020603050405020304" pitchFamily="18" charset="0"/>
                              <a:cs typeface="Times New Roman" panose="02020603050405020304" pitchFamily="18" charset="0"/>
                            </a:rPr>
                            <a:t>-0.1374</a:t>
                          </a:r>
                          <a:endParaRPr lang="zh-CN" altLang="en-US" b="0" dirty="0">
                            <a:ln>
                              <a:noFill/>
                            </a:ln>
                            <a:solidFill>
                              <a:srgbClr val="000066"/>
                            </a:solidFill>
                            <a:latin typeface="Times New Roman" panose="02020603050405020304" pitchFamily="18" charset="0"/>
                            <a:cs typeface="Times New Roman" panose="02020603050405020304" pitchFamily="18" charset="0"/>
                          </a:endParaRPr>
                        </a:p>
                      </a:txBody>
                      <a:tcPr anchor="ctr">
                        <a:lnL w="12700" cap="flat" cmpd="sng" algn="ctr">
                          <a:solidFill>
                            <a:srgbClr val="000066"/>
                          </a:solidFill>
                          <a:prstDash val="solid"/>
                          <a:round/>
                          <a:headEnd type="none" w="med" len="med"/>
                          <a:tailEnd type="none" w="med" len="med"/>
                        </a:lnL>
                        <a:lnR w="12700" cap="flat" cmpd="sng" algn="ctr">
                          <a:solidFill>
                            <a:srgbClr val="000066"/>
                          </a:solidFill>
                          <a:prstDash val="solid"/>
                          <a:round/>
                          <a:headEnd type="none" w="med" len="med"/>
                          <a:tailEnd type="none" w="med" len="med"/>
                        </a:lnR>
                        <a:lnT w="12700" cap="flat" cmpd="sng" algn="ctr">
                          <a:solidFill>
                            <a:srgbClr val="000066"/>
                          </a:solidFill>
                          <a:prstDash val="solid"/>
                          <a:round/>
                          <a:headEnd type="none" w="med" len="med"/>
                          <a:tailEnd type="none" w="med" len="med"/>
                        </a:lnT>
                        <a:lnB w="12700" cap="flat" cmpd="sng" algn="ctr">
                          <a:solidFill>
                            <a:srgbClr val="000066"/>
                          </a:solidFill>
                          <a:prstDash val="solid"/>
                          <a:round/>
                          <a:headEnd type="none" w="med" len="med"/>
                          <a:tailEnd type="none" w="med" len="med"/>
                        </a:lnB>
                        <a:solidFill>
                          <a:schemeClr val="tx1">
                            <a:lumMod val="20000"/>
                            <a:lumOff val="80000"/>
                          </a:schemeClr>
                        </a:solidFill>
                      </a:tcPr>
                    </a:tc>
                    <a:tc>
                      <a:txBody>
                        <a:bodyPr/>
                        <a:lstStyle/>
                        <a:p>
                          <a:pPr algn="ctr"/>
                          <a:r>
                            <a:rPr lang="en-US" altLang="zh-CN" b="0" dirty="0">
                              <a:ln>
                                <a:noFill/>
                              </a:ln>
                              <a:solidFill>
                                <a:srgbClr val="000066"/>
                              </a:solidFill>
                              <a:latin typeface="Times New Roman" panose="02020603050405020304" pitchFamily="18" charset="0"/>
                              <a:cs typeface="Times New Roman" panose="02020603050405020304" pitchFamily="18" charset="0"/>
                            </a:rPr>
                            <a:t>-0.2465</a:t>
                          </a:r>
                          <a:endParaRPr lang="zh-CN" altLang="en-US" b="0" dirty="0">
                            <a:ln>
                              <a:noFill/>
                            </a:ln>
                            <a:solidFill>
                              <a:srgbClr val="000066"/>
                            </a:solidFill>
                            <a:latin typeface="Times New Roman" panose="02020603050405020304" pitchFamily="18" charset="0"/>
                            <a:cs typeface="Times New Roman" panose="02020603050405020304" pitchFamily="18" charset="0"/>
                          </a:endParaRPr>
                        </a:p>
                      </a:txBody>
                      <a:tcPr anchor="ctr">
                        <a:lnL w="12700" cap="flat" cmpd="sng" algn="ctr">
                          <a:solidFill>
                            <a:srgbClr val="000066"/>
                          </a:solidFill>
                          <a:prstDash val="solid"/>
                          <a:round/>
                          <a:headEnd type="none" w="med" len="med"/>
                          <a:tailEnd type="none" w="med" len="med"/>
                        </a:lnL>
                        <a:lnR w="12700" cap="flat" cmpd="sng" algn="ctr">
                          <a:solidFill>
                            <a:srgbClr val="000066"/>
                          </a:solidFill>
                          <a:prstDash val="solid"/>
                          <a:round/>
                          <a:headEnd type="none" w="med" len="med"/>
                          <a:tailEnd type="none" w="med" len="med"/>
                        </a:lnR>
                        <a:lnT w="12700" cap="flat" cmpd="sng" algn="ctr">
                          <a:solidFill>
                            <a:srgbClr val="000066"/>
                          </a:solidFill>
                          <a:prstDash val="solid"/>
                          <a:round/>
                          <a:headEnd type="none" w="med" len="med"/>
                          <a:tailEnd type="none" w="med" len="med"/>
                        </a:lnT>
                        <a:lnB w="12700" cap="flat" cmpd="sng" algn="ctr">
                          <a:solidFill>
                            <a:srgbClr val="000066"/>
                          </a:solidFill>
                          <a:prstDash val="solid"/>
                          <a:round/>
                          <a:headEnd type="none" w="med" len="med"/>
                          <a:tailEnd type="none" w="med" len="med"/>
                        </a:lnB>
                        <a:solidFill>
                          <a:schemeClr val="tx1">
                            <a:lumMod val="20000"/>
                            <a:lumOff val="80000"/>
                          </a:schemeClr>
                        </a:solidFill>
                      </a:tcPr>
                    </a:tc>
                    <a:tc>
                      <a:txBody>
                        <a:bodyPr/>
                        <a:lstStyle/>
                        <a:p>
                          <a:pPr algn="ctr"/>
                          <a:r>
                            <a:rPr lang="en-US" altLang="zh-CN" b="0" dirty="0">
                              <a:ln>
                                <a:noFill/>
                              </a:ln>
                              <a:solidFill>
                                <a:srgbClr val="000066"/>
                              </a:solidFill>
                              <a:latin typeface="Times New Roman" panose="02020603050405020304" pitchFamily="18" charset="0"/>
                              <a:cs typeface="Times New Roman" panose="02020603050405020304" pitchFamily="18" charset="0"/>
                            </a:rPr>
                            <a:t>-0.3336</a:t>
                          </a:r>
                          <a:endParaRPr lang="zh-CN" altLang="en-US" b="0" dirty="0">
                            <a:ln>
                              <a:noFill/>
                            </a:ln>
                            <a:solidFill>
                              <a:srgbClr val="000066"/>
                            </a:solidFill>
                            <a:latin typeface="Times New Roman" panose="02020603050405020304" pitchFamily="18" charset="0"/>
                            <a:cs typeface="Times New Roman" panose="02020603050405020304" pitchFamily="18" charset="0"/>
                          </a:endParaRPr>
                        </a:p>
                      </a:txBody>
                      <a:tcPr anchor="ctr">
                        <a:lnL w="12700" cap="flat" cmpd="sng" algn="ctr">
                          <a:solidFill>
                            <a:srgbClr val="000066"/>
                          </a:solidFill>
                          <a:prstDash val="solid"/>
                          <a:round/>
                          <a:headEnd type="none" w="med" len="med"/>
                          <a:tailEnd type="none" w="med" len="med"/>
                        </a:lnL>
                        <a:lnR w="12700" cap="flat" cmpd="sng" algn="ctr">
                          <a:solidFill>
                            <a:srgbClr val="000066"/>
                          </a:solidFill>
                          <a:prstDash val="solid"/>
                          <a:round/>
                          <a:headEnd type="none" w="med" len="med"/>
                          <a:tailEnd type="none" w="med" len="med"/>
                        </a:lnR>
                        <a:lnT w="12700" cap="flat" cmpd="sng" algn="ctr">
                          <a:solidFill>
                            <a:srgbClr val="000066"/>
                          </a:solidFill>
                          <a:prstDash val="solid"/>
                          <a:round/>
                          <a:headEnd type="none" w="med" len="med"/>
                          <a:tailEnd type="none" w="med" len="med"/>
                        </a:lnT>
                        <a:lnB w="12700" cap="flat" cmpd="sng" algn="ctr">
                          <a:solidFill>
                            <a:srgbClr val="000066"/>
                          </a:solidFill>
                          <a:prstDash val="solid"/>
                          <a:round/>
                          <a:headEnd type="none" w="med" len="med"/>
                          <a:tailEnd type="none" w="med" len="med"/>
                        </a:lnB>
                        <a:solidFill>
                          <a:schemeClr val="tx1">
                            <a:lumMod val="20000"/>
                            <a:lumOff val="80000"/>
                          </a:schemeClr>
                        </a:solidFill>
                      </a:tcPr>
                    </a:tc>
                    <a:extLst>
                      <a:ext uri="{0D108BD9-81ED-4DB2-BD59-A6C34878D82A}">
                        <a16:rowId xmlns:a16="http://schemas.microsoft.com/office/drawing/2014/main" val="2621850140"/>
                      </a:ext>
                    </a:extLst>
                  </a:tr>
                </a:tbl>
              </a:graphicData>
            </a:graphic>
          </p:graphicFrame>
        </mc:Choice>
        <mc:Fallback xmlns="">
          <p:graphicFrame>
            <p:nvGraphicFramePr>
              <p:cNvPr id="2" name="表格 2">
                <a:extLst>
                  <a:ext uri="{FF2B5EF4-FFF2-40B4-BE49-F238E27FC236}">
                    <a16:creationId xmlns:a16="http://schemas.microsoft.com/office/drawing/2014/main" id="{6918BD1B-8E48-0CB5-5E23-2E600F0AC0BD}"/>
                  </a:ext>
                </a:extLst>
              </p:cNvPr>
              <p:cNvGraphicFramePr>
                <a:graphicFrameLocks noGrp="1"/>
              </p:cNvGraphicFramePr>
              <p:nvPr>
                <p:extLst>
                  <p:ext uri="{D42A27DB-BD31-4B8C-83A1-F6EECF244321}">
                    <p14:modId xmlns:p14="http://schemas.microsoft.com/office/powerpoint/2010/main" val="2377013178"/>
                  </p:ext>
                </p:extLst>
              </p:nvPr>
            </p:nvGraphicFramePr>
            <p:xfrm>
              <a:off x="1331640" y="2204864"/>
              <a:ext cx="6096000" cy="3337560"/>
            </p:xfrm>
            <a:graphic>
              <a:graphicData uri="http://schemas.openxmlformats.org/drawingml/2006/table">
                <a:tbl>
                  <a:tblPr firstRow="1" bandRow="1">
                    <a:tableStyleId>{5C22544A-7EE6-4342-B048-85BDC9FD1C3A}</a:tableStyleId>
                  </a:tblPr>
                  <a:tblGrid>
                    <a:gridCol w="1440160">
                      <a:extLst>
                        <a:ext uri="{9D8B030D-6E8A-4147-A177-3AD203B41FA5}">
                          <a16:colId xmlns:a16="http://schemas.microsoft.com/office/drawing/2014/main" val="111886588"/>
                        </a:ext>
                      </a:extLst>
                    </a:gridCol>
                    <a:gridCol w="931168">
                      <a:extLst>
                        <a:ext uri="{9D8B030D-6E8A-4147-A177-3AD203B41FA5}">
                          <a16:colId xmlns:a16="http://schemas.microsoft.com/office/drawing/2014/main" val="312199558"/>
                        </a:ext>
                      </a:extLst>
                    </a:gridCol>
                    <a:gridCol w="931168">
                      <a:extLst>
                        <a:ext uri="{9D8B030D-6E8A-4147-A177-3AD203B41FA5}">
                          <a16:colId xmlns:a16="http://schemas.microsoft.com/office/drawing/2014/main" val="1619576354"/>
                        </a:ext>
                      </a:extLst>
                    </a:gridCol>
                    <a:gridCol w="931168">
                      <a:extLst>
                        <a:ext uri="{9D8B030D-6E8A-4147-A177-3AD203B41FA5}">
                          <a16:colId xmlns:a16="http://schemas.microsoft.com/office/drawing/2014/main" val="3229750498"/>
                        </a:ext>
                      </a:extLst>
                    </a:gridCol>
                    <a:gridCol w="931168">
                      <a:extLst>
                        <a:ext uri="{9D8B030D-6E8A-4147-A177-3AD203B41FA5}">
                          <a16:colId xmlns:a16="http://schemas.microsoft.com/office/drawing/2014/main" val="156274446"/>
                        </a:ext>
                      </a:extLst>
                    </a:gridCol>
                    <a:gridCol w="931168">
                      <a:extLst>
                        <a:ext uri="{9D8B030D-6E8A-4147-A177-3AD203B41FA5}">
                          <a16:colId xmlns:a16="http://schemas.microsoft.com/office/drawing/2014/main" val="1398488171"/>
                        </a:ext>
                      </a:extLst>
                    </a:gridCol>
                  </a:tblGrid>
                  <a:tr h="370840">
                    <a:tc>
                      <a:txBody>
                        <a:bodyPr/>
                        <a:lstStyle/>
                        <a:p>
                          <a:endParaRPr lang="zh-CN"/>
                        </a:p>
                      </a:txBody>
                      <a:tcPr anchor="ctr">
                        <a:lnL w="12700" cap="flat" cmpd="sng" algn="ctr">
                          <a:solidFill>
                            <a:srgbClr val="000066"/>
                          </a:solidFill>
                          <a:prstDash val="solid"/>
                          <a:round/>
                          <a:headEnd type="none" w="med" len="med"/>
                          <a:tailEnd type="none" w="med" len="med"/>
                        </a:lnL>
                        <a:lnR w="12700" cap="flat" cmpd="sng" algn="ctr">
                          <a:solidFill>
                            <a:srgbClr val="000066"/>
                          </a:solidFill>
                          <a:prstDash val="solid"/>
                          <a:round/>
                          <a:headEnd type="none" w="med" len="med"/>
                          <a:tailEnd type="none" w="med" len="med"/>
                        </a:lnR>
                        <a:lnT w="12700" cap="flat" cmpd="sng" algn="ctr">
                          <a:solidFill>
                            <a:srgbClr val="000066"/>
                          </a:solidFill>
                          <a:prstDash val="solid"/>
                          <a:round/>
                          <a:headEnd type="none" w="med" len="med"/>
                          <a:tailEnd type="none" w="med" len="med"/>
                        </a:lnT>
                        <a:lnB w="12700" cap="flat" cmpd="sng" algn="ctr">
                          <a:solidFill>
                            <a:srgbClr val="000066"/>
                          </a:solidFill>
                          <a:prstDash val="solid"/>
                          <a:round/>
                          <a:headEnd type="none" w="med" len="med"/>
                          <a:tailEnd type="none" w="med" len="med"/>
                        </a:lnB>
                        <a:blipFill>
                          <a:blip r:embed="rId2"/>
                          <a:stretch>
                            <a:fillRect l="-424" t="-6557" r="-325000" b="-824590"/>
                          </a:stretch>
                        </a:blipFill>
                      </a:tcPr>
                    </a:tc>
                    <a:tc>
                      <a:txBody>
                        <a:bodyPr/>
                        <a:lstStyle/>
                        <a:p>
                          <a:pPr algn="ctr"/>
                          <a:r>
                            <a:rPr lang="en-US" altLang="zh-CN" b="0" dirty="0">
                              <a:ln>
                                <a:noFill/>
                              </a:ln>
                              <a:solidFill>
                                <a:srgbClr val="000066"/>
                              </a:solidFill>
                              <a:latin typeface="Times New Roman" panose="02020603050405020304" pitchFamily="18" charset="0"/>
                              <a:cs typeface="Times New Roman" panose="02020603050405020304" pitchFamily="18" charset="0"/>
                            </a:rPr>
                            <a:t>2</a:t>
                          </a:r>
                          <a:endParaRPr lang="zh-CN" altLang="en-US" b="0" dirty="0">
                            <a:ln>
                              <a:noFill/>
                            </a:ln>
                            <a:solidFill>
                              <a:srgbClr val="000066"/>
                            </a:solidFill>
                            <a:latin typeface="Times New Roman" panose="02020603050405020304" pitchFamily="18" charset="0"/>
                            <a:cs typeface="Times New Roman" panose="02020603050405020304" pitchFamily="18" charset="0"/>
                          </a:endParaRPr>
                        </a:p>
                      </a:txBody>
                      <a:tcPr anchor="ctr">
                        <a:lnL w="12700" cap="flat" cmpd="sng" algn="ctr">
                          <a:solidFill>
                            <a:srgbClr val="000066"/>
                          </a:solidFill>
                          <a:prstDash val="solid"/>
                          <a:round/>
                          <a:headEnd type="none" w="med" len="med"/>
                          <a:tailEnd type="none" w="med" len="med"/>
                        </a:lnL>
                        <a:lnR w="12700" cap="flat" cmpd="sng" algn="ctr">
                          <a:solidFill>
                            <a:srgbClr val="000066"/>
                          </a:solidFill>
                          <a:prstDash val="solid"/>
                          <a:round/>
                          <a:headEnd type="none" w="med" len="med"/>
                          <a:tailEnd type="none" w="med" len="med"/>
                        </a:lnR>
                        <a:lnT w="12700" cap="flat" cmpd="sng" algn="ctr">
                          <a:solidFill>
                            <a:srgbClr val="000066"/>
                          </a:solidFill>
                          <a:prstDash val="solid"/>
                          <a:round/>
                          <a:headEnd type="none" w="med" len="med"/>
                          <a:tailEnd type="none" w="med" len="med"/>
                        </a:lnT>
                        <a:lnB w="12700" cap="flat" cmpd="sng" algn="ctr">
                          <a:solidFill>
                            <a:srgbClr val="000066"/>
                          </a:solidFill>
                          <a:prstDash val="solid"/>
                          <a:round/>
                          <a:headEnd type="none" w="med" len="med"/>
                          <a:tailEnd type="none" w="med" len="med"/>
                        </a:lnB>
                        <a:solidFill>
                          <a:schemeClr val="tx1">
                            <a:lumMod val="20000"/>
                            <a:lumOff val="80000"/>
                          </a:schemeClr>
                        </a:solidFill>
                      </a:tcPr>
                    </a:tc>
                    <a:tc>
                      <a:txBody>
                        <a:bodyPr/>
                        <a:lstStyle/>
                        <a:p>
                          <a:pPr algn="ctr"/>
                          <a:r>
                            <a:rPr lang="en-US" altLang="zh-CN" b="0" dirty="0">
                              <a:ln>
                                <a:noFill/>
                              </a:ln>
                              <a:solidFill>
                                <a:srgbClr val="000066"/>
                              </a:solidFill>
                              <a:latin typeface="Times New Roman" panose="02020603050405020304" pitchFamily="18" charset="0"/>
                              <a:cs typeface="Times New Roman" panose="02020603050405020304" pitchFamily="18" charset="0"/>
                            </a:rPr>
                            <a:t>4</a:t>
                          </a:r>
                          <a:endParaRPr lang="zh-CN" altLang="en-US" b="0" dirty="0">
                            <a:ln>
                              <a:noFill/>
                            </a:ln>
                            <a:solidFill>
                              <a:srgbClr val="000066"/>
                            </a:solidFill>
                            <a:latin typeface="Times New Roman" panose="02020603050405020304" pitchFamily="18" charset="0"/>
                            <a:cs typeface="Times New Roman" panose="02020603050405020304" pitchFamily="18" charset="0"/>
                          </a:endParaRPr>
                        </a:p>
                      </a:txBody>
                      <a:tcPr anchor="ctr">
                        <a:lnL w="12700" cap="flat" cmpd="sng" algn="ctr">
                          <a:solidFill>
                            <a:srgbClr val="000066"/>
                          </a:solidFill>
                          <a:prstDash val="solid"/>
                          <a:round/>
                          <a:headEnd type="none" w="med" len="med"/>
                          <a:tailEnd type="none" w="med" len="med"/>
                        </a:lnL>
                        <a:lnR w="12700" cap="flat" cmpd="sng" algn="ctr">
                          <a:solidFill>
                            <a:srgbClr val="000066"/>
                          </a:solidFill>
                          <a:prstDash val="solid"/>
                          <a:round/>
                          <a:headEnd type="none" w="med" len="med"/>
                          <a:tailEnd type="none" w="med" len="med"/>
                        </a:lnR>
                        <a:lnT w="12700" cap="flat" cmpd="sng" algn="ctr">
                          <a:solidFill>
                            <a:srgbClr val="000066"/>
                          </a:solidFill>
                          <a:prstDash val="solid"/>
                          <a:round/>
                          <a:headEnd type="none" w="med" len="med"/>
                          <a:tailEnd type="none" w="med" len="med"/>
                        </a:lnT>
                        <a:lnB w="12700" cap="flat" cmpd="sng" algn="ctr">
                          <a:solidFill>
                            <a:srgbClr val="000066"/>
                          </a:solidFill>
                          <a:prstDash val="solid"/>
                          <a:round/>
                          <a:headEnd type="none" w="med" len="med"/>
                          <a:tailEnd type="none" w="med" len="med"/>
                        </a:lnB>
                        <a:solidFill>
                          <a:schemeClr val="tx1">
                            <a:lumMod val="20000"/>
                            <a:lumOff val="80000"/>
                          </a:schemeClr>
                        </a:solidFill>
                      </a:tcPr>
                    </a:tc>
                    <a:tc>
                      <a:txBody>
                        <a:bodyPr/>
                        <a:lstStyle/>
                        <a:p>
                          <a:pPr algn="ctr"/>
                          <a:r>
                            <a:rPr lang="en-US" altLang="zh-CN" b="0" dirty="0">
                              <a:ln>
                                <a:noFill/>
                              </a:ln>
                              <a:solidFill>
                                <a:srgbClr val="000066"/>
                              </a:solidFill>
                              <a:latin typeface="Times New Roman" panose="02020603050405020304" pitchFamily="18" charset="0"/>
                              <a:cs typeface="Times New Roman" panose="02020603050405020304" pitchFamily="18" charset="0"/>
                            </a:rPr>
                            <a:t>6</a:t>
                          </a:r>
                          <a:endParaRPr lang="zh-CN" altLang="en-US" b="0" dirty="0">
                            <a:ln>
                              <a:noFill/>
                            </a:ln>
                            <a:solidFill>
                              <a:srgbClr val="000066"/>
                            </a:solidFill>
                            <a:latin typeface="Times New Roman" panose="02020603050405020304" pitchFamily="18" charset="0"/>
                            <a:cs typeface="Times New Roman" panose="02020603050405020304" pitchFamily="18" charset="0"/>
                          </a:endParaRPr>
                        </a:p>
                      </a:txBody>
                      <a:tcPr anchor="ctr">
                        <a:lnL w="12700" cap="flat" cmpd="sng" algn="ctr">
                          <a:solidFill>
                            <a:srgbClr val="000066"/>
                          </a:solidFill>
                          <a:prstDash val="solid"/>
                          <a:round/>
                          <a:headEnd type="none" w="med" len="med"/>
                          <a:tailEnd type="none" w="med" len="med"/>
                        </a:lnL>
                        <a:lnR w="12700" cap="flat" cmpd="sng" algn="ctr">
                          <a:solidFill>
                            <a:srgbClr val="000066"/>
                          </a:solidFill>
                          <a:prstDash val="solid"/>
                          <a:round/>
                          <a:headEnd type="none" w="med" len="med"/>
                          <a:tailEnd type="none" w="med" len="med"/>
                        </a:lnR>
                        <a:lnT w="12700" cap="flat" cmpd="sng" algn="ctr">
                          <a:solidFill>
                            <a:srgbClr val="000066"/>
                          </a:solidFill>
                          <a:prstDash val="solid"/>
                          <a:round/>
                          <a:headEnd type="none" w="med" len="med"/>
                          <a:tailEnd type="none" w="med" len="med"/>
                        </a:lnT>
                        <a:lnB w="12700" cap="flat" cmpd="sng" algn="ctr">
                          <a:solidFill>
                            <a:srgbClr val="000066"/>
                          </a:solidFill>
                          <a:prstDash val="solid"/>
                          <a:round/>
                          <a:headEnd type="none" w="med" len="med"/>
                          <a:tailEnd type="none" w="med" len="med"/>
                        </a:lnB>
                        <a:solidFill>
                          <a:schemeClr val="tx1">
                            <a:lumMod val="20000"/>
                            <a:lumOff val="80000"/>
                          </a:schemeClr>
                        </a:solidFill>
                      </a:tcPr>
                    </a:tc>
                    <a:tc>
                      <a:txBody>
                        <a:bodyPr/>
                        <a:lstStyle/>
                        <a:p>
                          <a:pPr algn="ctr"/>
                          <a:r>
                            <a:rPr lang="en-US" altLang="zh-CN" b="0" dirty="0">
                              <a:ln>
                                <a:noFill/>
                              </a:ln>
                              <a:solidFill>
                                <a:srgbClr val="000066"/>
                              </a:solidFill>
                              <a:latin typeface="Times New Roman" panose="02020603050405020304" pitchFamily="18" charset="0"/>
                              <a:cs typeface="Times New Roman" panose="02020603050405020304" pitchFamily="18" charset="0"/>
                            </a:rPr>
                            <a:t>8</a:t>
                          </a:r>
                          <a:endParaRPr lang="zh-CN" altLang="en-US" b="0" dirty="0">
                            <a:ln>
                              <a:noFill/>
                            </a:ln>
                            <a:solidFill>
                              <a:srgbClr val="000066"/>
                            </a:solidFill>
                            <a:latin typeface="Times New Roman" panose="02020603050405020304" pitchFamily="18" charset="0"/>
                            <a:cs typeface="Times New Roman" panose="02020603050405020304" pitchFamily="18" charset="0"/>
                          </a:endParaRPr>
                        </a:p>
                      </a:txBody>
                      <a:tcPr anchor="ctr">
                        <a:lnL w="12700" cap="flat" cmpd="sng" algn="ctr">
                          <a:solidFill>
                            <a:srgbClr val="000066"/>
                          </a:solidFill>
                          <a:prstDash val="solid"/>
                          <a:round/>
                          <a:headEnd type="none" w="med" len="med"/>
                          <a:tailEnd type="none" w="med" len="med"/>
                        </a:lnL>
                        <a:lnR w="12700" cap="flat" cmpd="sng" algn="ctr">
                          <a:solidFill>
                            <a:srgbClr val="000066"/>
                          </a:solidFill>
                          <a:prstDash val="solid"/>
                          <a:round/>
                          <a:headEnd type="none" w="med" len="med"/>
                          <a:tailEnd type="none" w="med" len="med"/>
                        </a:lnR>
                        <a:lnT w="12700" cap="flat" cmpd="sng" algn="ctr">
                          <a:solidFill>
                            <a:srgbClr val="000066"/>
                          </a:solidFill>
                          <a:prstDash val="solid"/>
                          <a:round/>
                          <a:headEnd type="none" w="med" len="med"/>
                          <a:tailEnd type="none" w="med" len="med"/>
                        </a:lnT>
                        <a:lnB w="12700" cap="flat" cmpd="sng" algn="ctr">
                          <a:solidFill>
                            <a:srgbClr val="000066"/>
                          </a:solidFill>
                          <a:prstDash val="solid"/>
                          <a:round/>
                          <a:headEnd type="none" w="med" len="med"/>
                          <a:tailEnd type="none" w="med" len="med"/>
                        </a:lnB>
                        <a:solidFill>
                          <a:schemeClr val="tx1">
                            <a:lumMod val="20000"/>
                            <a:lumOff val="80000"/>
                          </a:schemeClr>
                        </a:solidFill>
                      </a:tcPr>
                    </a:tc>
                    <a:tc>
                      <a:txBody>
                        <a:bodyPr/>
                        <a:lstStyle/>
                        <a:p>
                          <a:pPr algn="ctr"/>
                          <a:r>
                            <a:rPr lang="en-US" altLang="zh-CN" b="0" dirty="0">
                              <a:ln>
                                <a:noFill/>
                              </a:ln>
                              <a:solidFill>
                                <a:srgbClr val="000066"/>
                              </a:solidFill>
                              <a:latin typeface="Times New Roman" panose="02020603050405020304" pitchFamily="18" charset="0"/>
                              <a:cs typeface="Times New Roman" panose="02020603050405020304" pitchFamily="18" charset="0"/>
                            </a:rPr>
                            <a:t>10</a:t>
                          </a:r>
                          <a:endParaRPr lang="zh-CN" altLang="en-US" b="0" dirty="0">
                            <a:ln>
                              <a:noFill/>
                            </a:ln>
                            <a:solidFill>
                              <a:srgbClr val="000066"/>
                            </a:solidFill>
                            <a:latin typeface="Times New Roman" panose="02020603050405020304" pitchFamily="18" charset="0"/>
                            <a:cs typeface="Times New Roman" panose="02020603050405020304" pitchFamily="18" charset="0"/>
                          </a:endParaRPr>
                        </a:p>
                      </a:txBody>
                      <a:tcPr anchor="ctr">
                        <a:lnL w="12700" cap="flat" cmpd="sng" algn="ctr">
                          <a:solidFill>
                            <a:srgbClr val="000066"/>
                          </a:solidFill>
                          <a:prstDash val="solid"/>
                          <a:round/>
                          <a:headEnd type="none" w="med" len="med"/>
                          <a:tailEnd type="none" w="med" len="med"/>
                        </a:lnL>
                        <a:lnR w="12700" cap="flat" cmpd="sng" algn="ctr">
                          <a:solidFill>
                            <a:srgbClr val="000066"/>
                          </a:solidFill>
                          <a:prstDash val="solid"/>
                          <a:round/>
                          <a:headEnd type="none" w="med" len="med"/>
                          <a:tailEnd type="none" w="med" len="med"/>
                        </a:lnR>
                        <a:lnT w="12700" cap="flat" cmpd="sng" algn="ctr">
                          <a:solidFill>
                            <a:srgbClr val="000066"/>
                          </a:solidFill>
                          <a:prstDash val="solid"/>
                          <a:round/>
                          <a:headEnd type="none" w="med" len="med"/>
                          <a:tailEnd type="none" w="med" len="med"/>
                        </a:lnT>
                        <a:lnB w="12700" cap="flat" cmpd="sng" algn="ctr">
                          <a:solidFill>
                            <a:srgbClr val="000066"/>
                          </a:solidFill>
                          <a:prstDash val="solid"/>
                          <a:round/>
                          <a:headEnd type="none" w="med" len="med"/>
                          <a:tailEnd type="none" w="med" len="med"/>
                        </a:lnB>
                        <a:solidFill>
                          <a:schemeClr val="tx1">
                            <a:lumMod val="20000"/>
                            <a:lumOff val="80000"/>
                          </a:schemeClr>
                        </a:solidFill>
                      </a:tcPr>
                    </a:tc>
                    <a:extLst>
                      <a:ext uri="{0D108BD9-81ED-4DB2-BD59-A6C34878D82A}">
                        <a16:rowId xmlns:a16="http://schemas.microsoft.com/office/drawing/2014/main" val="3595806369"/>
                      </a:ext>
                    </a:extLst>
                  </a:tr>
                  <a:tr h="370840">
                    <a:tc>
                      <a:txBody>
                        <a:bodyPr/>
                        <a:lstStyle/>
                        <a:p>
                          <a:endParaRPr lang="zh-CN"/>
                        </a:p>
                      </a:txBody>
                      <a:tcPr anchor="ctr">
                        <a:lnL w="12700" cap="flat" cmpd="sng" algn="ctr">
                          <a:solidFill>
                            <a:srgbClr val="000066"/>
                          </a:solidFill>
                          <a:prstDash val="solid"/>
                          <a:round/>
                          <a:headEnd type="none" w="med" len="med"/>
                          <a:tailEnd type="none" w="med" len="med"/>
                        </a:lnL>
                        <a:lnR w="12700" cap="flat" cmpd="sng" algn="ctr">
                          <a:solidFill>
                            <a:srgbClr val="000066"/>
                          </a:solidFill>
                          <a:prstDash val="solid"/>
                          <a:round/>
                          <a:headEnd type="none" w="med" len="med"/>
                          <a:tailEnd type="none" w="med" len="med"/>
                        </a:lnR>
                        <a:lnT w="12700" cap="flat" cmpd="sng" algn="ctr">
                          <a:solidFill>
                            <a:srgbClr val="000066"/>
                          </a:solidFill>
                          <a:prstDash val="solid"/>
                          <a:round/>
                          <a:headEnd type="none" w="med" len="med"/>
                          <a:tailEnd type="none" w="med" len="med"/>
                        </a:lnT>
                        <a:lnB w="12700" cap="flat" cmpd="sng" algn="ctr">
                          <a:solidFill>
                            <a:srgbClr val="000066"/>
                          </a:solidFill>
                          <a:prstDash val="solid"/>
                          <a:round/>
                          <a:headEnd type="none" w="med" len="med"/>
                          <a:tailEnd type="none" w="med" len="med"/>
                        </a:lnB>
                        <a:blipFill>
                          <a:blip r:embed="rId2"/>
                          <a:stretch>
                            <a:fillRect l="-424" t="-106557" r="-325000" b="-724590"/>
                          </a:stretch>
                        </a:blipFill>
                      </a:tcPr>
                    </a:tc>
                    <a:tc>
                      <a:txBody>
                        <a:bodyPr/>
                        <a:lstStyle/>
                        <a:p>
                          <a:pPr algn="ctr"/>
                          <a:r>
                            <a:rPr lang="en-US" altLang="zh-CN" b="0" dirty="0">
                              <a:ln>
                                <a:noFill/>
                              </a:ln>
                              <a:solidFill>
                                <a:srgbClr val="000066"/>
                              </a:solidFill>
                              <a:latin typeface="Times New Roman" panose="02020603050405020304" pitchFamily="18" charset="0"/>
                              <a:cs typeface="Times New Roman" panose="02020603050405020304" pitchFamily="18" charset="0"/>
                            </a:rPr>
                            <a:t>40</a:t>
                          </a:r>
                          <a:endParaRPr lang="zh-CN" altLang="en-US" b="0" dirty="0">
                            <a:ln>
                              <a:noFill/>
                            </a:ln>
                            <a:solidFill>
                              <a:srgbClr val="000066"/>
                            </a:solidFill>
                            <a:latin typeface="Times New Roman" panose="02020603050405020304" pitchFamily="18" charset="0"/>
                            <a:cs typeface="Times New Roman" panose="02020603050405020304" pitchFamily="18" charset="0"/>
                          </a:endParaRPr>
                        </a:p>
                      </a:txBody>
                      <a:tcPr anchor="ctr">
                        <a:lnL w="12700" cap="flat" cmpd="sng" algn="ctr">
                          <a:solidFill>
                            <a:srgbClr val="000066"/>
                          </a:solidFill>
                          <a:prstDash val="solid"/>
                          <a:round/>
                          <a:headEnd type="none" w="med" len="med"/>
                          <a:tailEnd type="none" w="med" len="med"/>
                        </a:lnL>
                        <a:lnR w="12700" cap="flat" cmpd="sng" algn="ctr">
                          <a:solidFill>
                            <a:srgbClr val="000066"/>
                          </a:solidFill>
                          <a:prstDash val="solid"/>
                          <a:round/>
                          <a:headEnd type="none" w="med" len="med"/>
                          <a:tailEnd type="none" w="med" len="med"/>
                        </a:lnR>
                        <a:lnT w="12700" cap="flat" cmpd="sng" algn="ctr">
                          <a:solidFill>
                            <a:srgbClr val="000066"/>
                          </a:solidFill>
                          <a:prstDash val="solid"/>
                          <a:round/>
                          <a:headEnd type="none" w="med" len="med"/>
                          <a:tailEnd type="none" w="med" len="med"/>
                        </a:lnT>
                        <a:lnB w="12700" cap="flat" cmpd="sng" algn="ctr">
                          <a:solidFill>
                            <a:srgbClr val="000066"/>
                          </a:solidFill>
                          <a:prstDash val="solid"/>
                          <a:round/>
                          <a:headEnd type="none" w="med" len="med"/>
                          <a:tailEnd type="none" w="med" len="med"/>
                        </a:lnB>
                        <a:solidFill>
                          <a:schemeClr val="tx1">
                            <a:lumMod val="20000"/>
                            <a:lumOff val="80000"/>
                          </a:schemeClr>
                        </a:solidFill>
                      </a:tcPr>
                    </a:tc>
                    <a:tc>
                      <a:txBody>
                        <a:bodyPr/>
                        <a:lstStyle/>
                        <a:p>
                          <a:pPr algn="ctr"/>
                          <a:r>
                            <a:rPr lang="en-US" altLang="zh-CN" b="0" dirty="0">
                              <a:ln>
                                <a:noFill/>
                              </a:ln>
                              <a:solidFill>
                                <a:srgbClr val="000066"/>
                              </a:solidFill>
                              <a:latin typeface="Times New Roman" panose="02020603050405020304" pitchFamily="18" charset="0"/>
                              <a:cs typeface="Times New Roman" panose="02020603050405020304" pitchFamily="18" charset="0"/>
                            </a:rPr>
                            <a:t>80</a:t>
                          </a:r>
                          <a:endParaRPr lang="zh-CN" altLang="en-US" b="0" dirty="0">
                            <a:ln>
                              <a:noFill/>
                            </a:ln>
                            <a:solidFill>
                              <a:srgbClr val="000066"/>
                            </a:solidFill>
                            <a:latin typeface="Times New Roman" panose="02020603050405020304" pitchFamily="18" charset="0"/>
                            <a:cs typeface="Times New Roman" panose="02020603050405020304" pitchFamily="18" charset="0"/>
                          </a:endParaRPr>
                        </a:p>
                      </a:txBody>
                      <a:tcPr anchor="ctr">
                        <a:lnL w="12700" cap="flat" cmpd="sng" algn="ctr">
                          <a:solidFill>
                            <a:srgbClr val="000066"/>
                          </a:solidFill>
                          <a:prstDash val="solid"/>
                          <a:round/>
                          <a:headEnd type="none" w="med" len="med"/>
                          <a:tailEnd type="none" w="med" len="med"/>
                        </a:lnL>
                        <a:lnR w="12700" cap="flat" cmpd="sng" algn="ctr">
                          <a:solidFill>
                            <a:srgbClr val="000066"/>
                          </a:solidFill>
                          <a:prstDash val="solid"/>
                          <a:round/>
                          <a:headEnd type="none" w="med" len="med"/>
                          <a:tailEnd type="none" w="med" len="med"/>
                        </a:lnR>
                        <a:lnT w="12700" cap="flat" cmpd="sng" algn="ctr">
                          <a:solidFill>
                            <a:srgbClr val="000066"/>
                          </a:solidFill>
                          <a:prstDash val="solid"/>
                          <a:round/>
                          <a:headEnd type="none" w="med" len="med"/>
                          <a:tailEnd type="none" w="med" len="med"/>
                        </a:lnT>
                        <a:lnB w="12700" cap="flat" cmpd="sng" algn="ctr">
                          <a:solidFill>
                            <a:srgbClr val="000066"/>
                          </a:solidFill>
                          <a:prstDash val="solid"/>
                          <a:round/>
                          <a:headEnd type="none" w="med" len="med"/>
                          <a:tailEnd type="none" w="med" len="med"/>
                        </a:lnB>
                        <a:solidFill>
                          <a:schemeClr val="tx1">
                            <a:lumMod val="20000"/>
                            <a:lumOff val="80000"/>
                          </a:schemeClr>
                        </a:solidFill>
                      </a:tcPr>
                    </a:tc>
                    <a:tc>
                      <a:txBody>
                        <a:bodyPr/>
                        <a:lstStyle/>
                        <a:p>
                          <a:pPr algn="ctr"/>
                          <a:r>
                            <a:rPr lang="en-US" altLang="zh-CN" b="0" dirty="0">
                              <a:ln>
                                <a:noFill/>
                              </a:ln>
                              <a:solidFill>
                                <a:srgbClr val="000066"/>
                              </a:solidFill>
                              <a:latin typeface="Times New Roman" panose="02020603050405020304" pitchFamily="18" charset="0"/>
                              <a:cs typeface="Times New Roman" panose="02020603050405020304" pitchFamily="18" charset="0"/>
                            </a:rPr>
                            <a:t>120</a:t>
                          </a:r>
                          <a:endParaRPr lang="zh-CN" altLang="en-US" b="0" dirty="0">
                            <a:ln>
                              <a:noFill/>
                            </a:ln>
                            <a:solidFill>
                              <a:srgbClr val="000066"/>
                            </a:solidFill>
                            <a:latin typeface="Times New Roman" panose="02020603050405020304" pitchFamily="18" charset="0"/>
                            <a:cs typeface="Times New Roman" panose="02020603050405020304" pitchFamily="18" charset="0"/>
                          </a:endParaRPr>
                        </a:p>
                      </a:txBody>
                      <a:tcPr anchor="ctr">
                        <a:lnL w="12700" cap="flat" cmpd="sng" algn="ctr">
                          <a:solidFill>
                            <a:srgbClr val="000066"/>
                          </a:solidFill>
                          <a:prstDash val="solid"/>
                          <a:round/>
                          <a:headEnd type="none" w="med" len="med"/>
                          <a:tailEnd type="none" w="med" len="med"/>
                        </a:lnL>
                        <a:lnR w="12700" cap="flat" cmpd="sng" algn="ctr">
                          <a:solidFill>
                            <a:srgbClr val="000066"/>
                          </a:solidFill>
                          <a:prstDash val="solid"/>
                          <a:round/>
                          <a:headEnd type="none" w="med" len="med"/>
                          <a:tailEnd type="none" w="med" len="med"/>
                        </a:lnR>
                        <a:lnT w="12700" cap="flat" cmpd="sng" algn="ctr">
                          <a:solidFill>
                            <a:srgbClr val="000066"/>
                          </a:solidFill>
                          <a:prstDash val="solid"/>
                          <a:round/>
                          <a:headEnd type="none" w="med" len="med"/>
                          <a:tailEnd type="none" w="med" len="med"/>
                        </a:lnT>
                        <a:lnB w="12700" cap="flat" cmpd="sng" algn="ctr">
                          <a:solidFill>
                            <a:srgbClr val="000066"/>
                          </a:solidFill>
                          <a:prstDash val="solid"/>
                          <a:round/>
                          <a:headEnd type="none" w="med" len="med"/>
                          <a:tailEnd type="none" w="med" len="med"/>
                        </a:lnB>
                        <a:solidFill>
                          <a:schemeClr val="tx1">
                            <a:lumMod val="20000"/>
                            <a:lumOff val="80000"/>
                          </a:schemeClr>
                        </a:solidFill>
                      </a:tcPr>
                    </a:tc>
                    <a:tc>
                      <a:txBody>
                        <a:bodyPr/>
                        <a:lstStyle/>
                        <a:p>
                          <a:pPr algn="ctr"/>
                          <a:r>
                            <a:rPr lang="en-US" altLang="zh-CN" b="0" dirty="0">
                              <a:ln>
                                <a:noFill/>
                              </a:ln>
                              <a:solidFill>
                                <a:srgbClr val="000066"/>
                              </a:solidFill>
                              <a:latin typeface="Times New Roman" panose="02020603050405020304" pitchFamily="18" charset="0"/>
                              <a:cs typeface="Times New Roman" panose="02020603050405020304" pitchFamily="18" charset="0"/>
                            </a:rPr>
                            <a:t>160</a:t>
                          </a:r>
                          <a:endParaRPr lang="zh-CN" altLang="en-US" b="0" dirty="0">
                            <a:ln>
                              <a:noFill/>
                            </a:ln>
                            <a:solidFill>
                              <a:srgbClr val="000066"/>
                            </a:solidFill>
                            <a:latin typeface="Times New Roman" panose="02020603050405020304" pitchFamily="18" charset="0"/>
                            <a:cs typeface="Times New Roman" panose="02020603050405020304" pitchFamily="18" charset="0"/>
                          </a:endParaRPr>
                        </a:p>
                      </a:txBody>
                      <a:tcPr anchor="ctr">
                        <a:lnL w="12700" cap="flat" cmpd="sng" algn="ctr">
                          <a:solidFill>
                            <a:srgbClr val="000066"/>
                          </a:solidFill>
                          <a:prstDash val="solid"/>
                          <a:round/>
                          <a:headEnd type="none" w="med" len="med"/>
                          <a:tailEnd type="none" w="med" len="med"/>
                        </a:lnL>
                        <a:lnR w="12700" cap="flat" cmpd="sng" algn="ctr">
                          <a:solidFill>
                            <a:srgbClr val="000066"/>
                          </a:solidFill>
                          <a:prstDash val="solid"/>
                          <a:round/>
                          <a:headEnd type="none" w="med" len="med"/>
                          <a:tailEnd type="none" w="med" len="med"/>
                        </a:lnR>
                        <a:lnT w="12700" cap="flat" cmpd="sng" algn="ctr">
                          <a:solidFill>
                            <a:srgbClr val="000066"/>
                          </a:solidFill>
                          <a:prstDash val="solid"/>
                          <a:round/>
                          <a:headEnd type="none" w="med" len="med"/>
                          <a:tailEnd type="none" w="med" len="med"/>
                        </a:lnT>
                        <a:lnB w="12700" cap="flat" cmpd="sng" algn="ctr">
                          <a:solidFill>
                            <a:srgbClr val="000066"/>
                          </a:solidFill>
                          <a:prstDash val="solid"/>
                          <a:round/>
                          <a:headEnd type="none" w="med" len="med"/>
                          <a:tailEnd type="none" w="med" len="med"/>
                        </a:lnB>
                        <a:solidFill>
                          <a:schemeClr val="tx1">
                            <a:lumMod val="20000"/>
                            <a:lumOff val="80000"/>
                          </a:schemeClr>
                        </a:solidFill>
                      </a:tcPr>
                    </a:tc>
                    <a:tc>
                      <a:txBody>
                        <a:bodyPr/>
                        <a:lstStyle/>
                        <a:p>
                          <a:pPr algn="ctr"/>
                          <a:r>
                            <a:rPr lang="en-US" altLang="zh-CN" b="0" dirty="0">
                              <a:ln>
                                <a:noFill/>
                              </a:ln>
                              <a:solidFill>
                                <a:srgbClr val="000066"/>
                              </a:solidFill>
                              <a:latin typeface="Times New Roman" panose="02020603050405020304" pitchFamily="18" charset="0"/>
                              <a:cs typeface="Times New Roman" panose="02020603050405020304" pitchFamily="18" charset="0"/>
                            </a:rPr>
                            <a:t>200</a:t>
                          </a:r>
                          <a:endParaRPr lang="zh-CN" altLang="en-US" b="0" dirty="0">
                            <a:ln>
                              <a:noFill/>
                            </a:ln>
                            <a:solidFill>
                              <a:srgbClr val="000066"/>
                            </a:solidFill>
                            <a:latin typeface="Times New Roman" panose="02020603050405020304" pitchFamily="18" charset="0"/>
                            <a:cs typeface="Times New Roman" panose="02020603050405020304" pitchFamily="18" charset="0"/>
                          </a:endParaRPr>
                        </a:p>
                      </a:txBody>
                      <a:tcPr anchor="ctr">
                        <a:lnL w="12700" cap="flat" cmpd="sng" algn="ctr">
                          <a:solidFill>
                            <a:srgbClr val="000066"/>
                          </a:solidFill>
                          <a:prstDash val="solid"/>
                          <a:round/>
                          <a:headEnd type="none" w="med" len="med"/>
                          <a:tailEnd type="none" w="med" len="med"/>
                        </a:lnL>
                        <a:lnR w="12700" cap="flat" cmpd="sng" algn="ctr">
                          <a:solidFill>
                            <a:srgbClr val="000066"/>
                          </a:solidFill>
                          <a:prstDash val="solid"/>
                          <a:round/>
                          <a:headEnd type="none" w="med" len="med"/>
                          <a:tailEnd type="none" w="med" len="med"/>
                        </a:lnR>
                        <a:lnT w="12700" cap="flat" cmpd="sng" algn="ctr">
                          <a:solidFill>
                            <a:srgbClr val="000066"/>
                          </a:solidFill>
                          <a:prstDash val="solid"/>
                          <a:round/>
                          <a:headEnd type="none" w="med" len="med"/>
                          <a:tailEnd type="none" w="med" len="med"/>
                        </a:lnT>
                        <a:lnB w="12700" cap="flat" cmpd="sng" algn="ctr">
                          <a:solidFill>
                            <a:srgbClr val="000066"/>
                          </a:solidFill>
                          <a:prstDash val="solid"/>
                          <a:round/>
                          <a:headEnd type="none" w="med" len="med"/>
                          <a:tailEnd type="none" w="med" len="med"/>
                        </a:lnB>
                        <a:solidFill>
                          <a:schemeClr val="tx1">
                            <a:lumMod val="20000"/>
                            <a:lumOff val="80000"/>
                          </a:schemeClr>
                        </a:solidFill>
                      </a:tcPr>
                    </a:tc>
                    <a:extLst>
                      <a:ext uri="{0D108BD9-81ED-4DB2-BD59-A6C34878D82A}">
                        <a16:rowId xmlns:a16="http://schemas.microsoft.com/office/drawing/2014/main" val="908710211"/>
                      </a:ext>
                    </a:extLst>
                  </a:tr>
                  <a:tr h="370840">
                    <a:tc>
                      <a:txBody>
                        <a:bodyPr/>
                        <a:lstStyle/>
                        <a:p>
                          <a:endParaRPr lang="zh-CN"/>
                        </a:p>
                      </a:txBody>
                      <a:tcPr anchor="ctr">
                        <a:lnL w="12700" cap="flat" cmpd="sng" algn="ctr">
                          <a:solidFill>
                            <a:srgbClr val="000066"/>
                          </a:solidFill>
                          <a:prstDash val="solid"/>
                          <a:round/>
                          <a:headEnd type="none" w="med" len="med"/>
                          <a:tailEnd type="none" w="med" len="med"/>
                        </a:lnL>
                        <a:lnR w="12700" cap="flat" cmpd="sng" algn="ctr">
                          <a:solidFill>
                            <a:srgbClr val="000066"/>
                          </a:solidFill>
                          <a:prstDash val="solid"/>
                          <a:round/>
                          <a:headEnd type="none" w="med" len="med"/>
                          <a:tailEnd type="none" w="med" len="med"/>
                        </a:lnR>
                        <a:lnT w="12700" cap="flat" cmpd="sng" algn="ctr">
                          <a:solidFill>
                            <a:srgbClr val="000066"/>
                          </a:solidFill>
                          <a:prstDash val="solid"/>
                          <a:round/>
                          <a:headEnd type="none" w="med" len="med"/>
                          <a:tailEnd type="none" w="med" len="med"/>
                        </a:lnT>
                        <a:lnB w="12700" cap="flat" cmpd="sng" algn="ctr">
                          <a:solidFill>
                            <a:srgbClr val="000066"/>
                          </a:solidFill>
                          <a:prstDash val="solid"/>
                          <a:round/>
                          <a:headEnd type="none" w="med" len="med"/>
                          <a:tailEnd type="none" w="med" len="med"/>
                        </a:lnB>
                        <a:blipFill>
                          <a:blip r:embed="rId2"/>
                          <a:stretch>
                            <a:fillRect l="-424" t="-206557" r="-325000" b="-624590"/>
                          </a:stretch>
                        </a:blipFill>
                      </a:tcPr>
                    </a:tc>
                    <a:tc>
                      <a:txBody>
                        <a:bodyPr/>
                        <a:lstStyle/>
                        <a:p>
                          <a:pPr algn="ctr"/>
                          <a:r>
                            <a:rPr lang="en-US" altLang="zh-CN" b="0" dirty="0">
                              <a:ln>
                                <a:noFill/>
                              </a:ln>
                              <a:solidFill>
                                <a:srgbClr val="000066"/>
                              </a:solidFill>
                              <a:latin typeface="Times New Roman" panose="02020603050405020304" pitchFamily="18" charset="0"/>
                              <a:cs typeface="Times New Roman" panose="02020603050405020304" pitchFamily="18" charset="0"/>
                            </a:rPr>
                            <a:t>60</a:t>
                          </a:r>
                          <a:endParaRPr lang="zh-CN" altLang="en-US" b="0" dirty="0">
                            <a:ln>
                              <a:noFill/>
                            </a:ln>
                            <a:solidFill>
                              <a:srgbClr val="000066"/>
                            </a:solidFill>
                            <a:latin typeface="Times New Roman" panose="02020603050405020304" pitchFamily="18" charset="0"/>
                            <a:cs typeface="Times New Roman" panose="02020603050405020304" pitchFamily="18" charset="0"/>
                          </a:endParaRPr>
                        </a:p>
                      </a:txBody>
                      <a:tcPr anchor="ctr">
                        <a:lnL w="12700" cap="flat" cmpd="sng" algn="ctr">
                          <a:solidFill>
                            <a:srgbClr val="000066"/>
                          </a:solidFill>
                          <a:prstDash val="solid"/>
                          <a:round/>
                          <a:headEnd type="none" w="med" len="med"/>
                          <a:tailEnd type="none" w="med" len="med"/>
                        </a:lnL>
                        <a:lnR w="12700" cap="flat" cmpd="sng" algn="ctr">
                          <a:solidFill>
                            <a:srgbClr val="000066"/>
                          </a:solidFill>
                          <a:prstDash val="solid"/>
                          <a:round/>
                          <a:headEnd type="none" w="med" len="med"/>
                          <a:tailEnd type="none" w="med" len="med"/>
                        </a:lnR>
                        <a:lnT w="12700" cap="flat" cmpd="sng" algn="ctr">
                          <a:solidFill>
                            <a:srgbClr val="000066"/>
                          </a:solidFill>
                          <a:prstDash val="solid"/>
                          <a:round/>
                          <a:headEnd type="none" w="med" len="med"/>
                          <a:tailEnd type="none" w="med" len="med"/>
                        </a:lnT>
                        <a:lnB w="12700" cap="flat" cmpd="sng" algn="ctr">
                          <a:solidFill>
                            <a:srgbClr val="000066"/>
                          </a:solidFill>
                          <a:prstDash val="solid"/>
                          <a:round/>
                          <a:headEnd type="none" w="med" len="med"/>
                          <a:tailEnd type="none" w="med" len="med"/>
                        </a:lnB>
                        <a:solidFill>
                          <a:schemeClr val="tx1">
                            <a:lumMod val="20000"/>
                            <a:lumOff val="80000"/>
                          </a:schemeClr>
                        </a:solidFill>
                      </a:tcPr>
                    </a:tc>
                    <a:tc>
                      <a:txBody>
                        <a:bodyPr/>
                        <a:lstStyle/>
                        <a:p>
                          <a:pPr algn="ctr"/>
                          <a:r>
                            <a:rPr lang="en-US" altLang="zh-CN" b="0" dirty="0">
                              <a:ln>
                                <a:noFill/>
                              </a:ln>
                              <a:solidFill>
                                <a:srgbClr val="000066"/>
                              </a:solidFill>
                              <a:latin typeface="Times New Roman" panose="02020603050405020304" pitchFamily="18" charset="0"/>
                              <a:cs typeface="Times New Roman" panose="02020603050405020304" pitchFamily="18" charset="0"/>
                            </a:rPr>
                            <a:t>100</a:t>
                          </a:r>
                          <a:endParaRPr lang="zh-CN" altLang="en-US" b="0" dirty="0">
                            <a:ln>
                              <a:noFill/>
                            </a:ln>
                            <a:solidFill>
                              <a:srgbClr val="000066"/>
                            </a:solidFill>
                            <a:latin typeface="Times New Roman" panose="02020603050405020304" pitchFamily="18" charset="0"/>
                            <a:cs typeface="Times New Roman" panose="02020603050405020304" pitchFamily="18" charset="0"/>
                          </a:endParaRPr>
                        </a:p>
                      </a:txBody>
                      <a:tcPr anchor="ctr">
                        <a:lnL w="12700" cap="flat" cmpd="sng" algn="ctr">
                          <a:solidFill>
                            <a:srgbClr val="000066"/>
                          </a:solidFill>
                          <a:prstDash val="solid"/>
                          <a:round/>
                          <a:headEnd type="none" w="med" len="med"/>
                          <a:tailEnd type="none" w="med" len="med"/>
                        </a:lnL>
                        <a:lnR w="12700" cap="flat" cmpd="sng" algn="ctr">
                          <a:solidFill>
                            <a:srgbClr val="000066"/>
                          </a:solidFill>
                          <a:prstDash val="solid"/>
                          <a:round/>
                          <a:headEnd type="none" w="med" len="med"/>
                          <a:tailEnd type="none" w="med" len="med"/>
                        </a:lnR>
                        <a:lnT w="12700" cap="flat" cmpd="sng" algn="ctr">
                          <a:solidFill>
                            <a:srgbClr val="000066"/>
                          </a:solidFill>
                          <a:prstDash val="solid"/>
                          <a:round/>
                          <a:headEnd type="none" w="med" len="med"/>
                          <a:tailEnd type="none" w="med" len="med"/>
                        </a:lnT>
                        <a:lnB w="12700" cap="flat" cmpd="sng" algn="ctr">
                          <a:solidFill>
                            <a:srgbClr val="000066"/>
                          </a:solidFill>
                          <a:prstDash val="solid"/>
                          <a:round/>
                          <a:headEnd type="none" w="med" len="med"/>
                          <a:tailEnd type="none" w="med" len="med"/>
                        </a:lnB>
                        <a:solidFill>
                          <a:schemeClr val="tx1">
                            <a:lumMod val="20000"/>
                            <a:lumOff val="80000"/>
                          </a:schemeClr>
                        </a:solidFill>
                      </a:tcPr>
                    </a:tc>
                    <a:tc>
                      <a:txBody>
                        <a:bodyPr/>
                        <a:lstStyle/>
                        <a:p>
                          <a:pPr algn="ctr"/>
                          <a:r>
                            <a:rPr lang="en-US" altLang="zh-CN" b="0" dirty="0">
                              <a:ln>
                                <a:noFill/>
                              </a:ln>
                              <a:solidFill>
                                <a:srgbClr val="000066"/>
                              </a:solidFill>
                              <a:latin typeface="Times New Roman" panose="02020603050405020304" pitchFamily="18" charset="0"/>
                              <a:cs typeface="Times New Roman" panose="02020603050405020304" pitchFamily="18" charset="0"/>
                            </a:rPr>
                            <a:t>140</a:t>
                          </a:r>
                          <a:endParaRPr lang="zh-CN" altLang="en-US" b="0" dirty="0">
                            <a:ln>
                              <a:noFill/>
                            </a:ln>
                            <a:solidFill>
                              <a:srgbClr val="000066"/>
                            </a:solidFill>
                            <a:latin typeface="Times New Roman" panose="02020603050405020304" pitchFamily="18" charset="0"/>
                            <a:cs typeface="Times New Roman" panose="02020603050405020304" pitchFamily="18" charset="0"/>
                          </a:endParaRPr>
                        </a:p>
                      </a:txBody>
                      <a:tcPr anchor="ctr">
                        <a:lnL w="12700" cap="flat" cmpd="sng" algn="ctr">
                          <a:solidFill>
                            <a:srgbClr val="000066"/>
                          </a:solidFill>
                          <a:prstDash val="solid"/>
                          <a:round/>
                          <a:headEnd type="none" w="med" len="med"/>
                          <a:tailEnd type="none" w="med" len="med"/>
                        </a:lnL>
                        <a:lnR w="12700" cap="flat" cmpd="sng" algn="ctr">
                          <a:solidFill>
                            <a:srgbClr val="000066"/>
                          </a:solidFill>
                          <a:prstDash val="solid"/>
                          <a:round/>
                          <a:headEnd type="none" w="med" len="med"/>
                          <a:tailEnd type="none" w="med" len="med"/>
                        </a:lnR>
                        <a:lnT w="12700" cap="flat" cmpd="sng" algn="ctr">
                          <a:solidFill>
                            <a:srgbClr val="000066"/>
                          </a:solidFill>
                          <a:prstDash val="solid"/>
                          <a:round/>
                          <a:headEnd type="none" w="med" len="med"/>
                          <a:tailEnd type="none" w="med" len="med"/>
                        </a:lnT>
                        <a:lnB w="12700" cap="flat" cmpd="sng" algn="ctr">
                          <a:solidFill>
                            <a:srgbClr val="000066"/>
                          </a:solidFill>
                          <a:prstDash val="solid"/>
                          <a:round/>
                          <a:headEnd type="none" w="med" len="med"/>
                          <a:tailEnd type="none" w="med" len="med"/>
                        </a:lnB>
                        <a:solidFill>
                          <a:schemeClr val="tx1">
                            <a:lumMod val="20000"/>
                            <a:lumOff val="80000"/>
                          </a:schemeClr>
                        </a:solidFill>
                      </a:tcPr>
                    </a:tc>
                    <a:tc>
                      <a:txBody>
                        <a:bodyPr/>
                        <a:lstStyle/>
                        <a:p>
                          <a:pPr algn="ctr"/>
                          <a:r>
                            <a:rPr lang="en-US" altLang="zh-CN" b="0" dirty="0">
                              <a:ln>
                                <a:noFill/>
                              </a:ln>
                              <a:solidFill>
                                <a:srgbClr val="000066"/>
                              </a:solidFill>
                              <a:latin typeface="Times New Roman" panose="02020603050405020304" pitchFamily="18" charset="0"/>
                              <a:cs typeface="Times New Roman" panose="02020603050405020304" pitchFamily="18" charset="0"/>
                            </a:rPr>
                            <a:t>180</a:t>
                          </a:r>
                          <a:endParaRPr lang="zh-CN" altLang="en-US" b="0" dirty="0">
                            <a:ln>
                              <a:noFill/>
                            </a:ln>
                            <a:solidFill>
                              <a:srgbClr val="000066"/>
                            </a:solidFill>
                            <a:latin typeface="Times New Roman" panose="02020603050405020304" pitchFamily="18" charset="0"/>
                            <a:cs typeface="Times New Roman" panose="02020603050405020304" pitchFamily="18" charset="0"/>
                          </a:endParaRPr>
                        </a:p>
                      </a:txBody>
                      <a:tcPr anchor="ctr">
                        <a:lnL w="12700" cap="flat" cmpd="sng" algn="ctr">
                          <a:solidFill>
                            <a:srgbClr val="000066"/>
                          </a:solidFill>
                          <a:prstDash val="solid"/>
                          <a:round/>
                          <a:headEnd type="none" w="med" len="med"/>
                          <a:tailEnd type="none" w="med" len="med"/>
                        </a:lnL>
                        <a:lnR w="12700" cap="flat" cmpd="sng" algn="ctr">
                          <a:solidFill>
                            <a:srgbClr val="000066"/>
                          </a:solidFill>
                          <a:prstDash val="solid"/>
                          <a:round/>
                          <a:headEnd type="none" w="med" len="med"/>
                          <a:tailEnd type="none" w="med" len="med"/>
                        </a:lnR>
                        <a:lnT w="12700" cap="flat" cmpd="sng" algn="ctr">
                          <a:solidFill>
                            <a:srgbClr val="000066"/>
                          </a:solidFill>
                          <a:prstDash val="solid"/>
                          <a:round/>
                          <a:headEnd type="none" w="med" len="med"/>
                          <a:tailEnd type="none" w="med" len="med"/>
                        </a:lnT>
                        <a:lnB w="12700" cap="flat" cmpd="sng" algn="ctr">
                          <a:solidFill>
                            <a:srgbClr val="000066"/>
                          </a:solidFill>
                          <a:prstDash val="solid"/>
                          <a:round/>
                          <a:headEnd type="none" w="med" len="med"/>
                          <a:tailEnd type="none" w="med" len="med"/>
                        </a:lnB>
                        <a:solidFill>
                          <a:schemeClr val="tx1">
                            <a:lumMod val="20000"/>
                            <a:lumOff val="80000"/>
                          </a:schemeClr>
                        </a:solidFill>
                      </a:tcPr>
                    </a:tc>
                    <a:tc>
                      <a:txBody>
                        <a:bodyPr/>
                        <a:lstStyle/>
                        <a:p>
                          <a:pPr algn="ctr"/>
                          <a:r>
                            <a:rPr lang="en-US" altLang="zh-CN" b="0" dirty="0">
                              <a:ln>
                                <a:noFill/>
                              </a:ln>
                              <a:solidFill>
                                <a:srgbClr val="000066"/>
                              </a:solidFill>
                              <a:latin typeface="Times New Roman" panose="02020603050405020304" pitchFamily="18" charset="0"/>
                              <a:cs typeface="Times New Roman" panose="02020603050405020304" pitchFamily="18" charset="0"/>
                            </a:rPr>
                            <a:t>220</a:t>
                          </a:r>
                          <a:endParaRPr lang="zh-CN" altLang="en-US" b="0" dirty="0">
                            <a:ln>
                              <a:noFill/>
                            </a:ln>
                            <a:solidFill>
                              <a:srgbClr val="000066"/>
                            </a:solidFill>
                            <a:latin typeface="Times New Roman" panose="02020603050405020304" pitchFamily="18" charset="0"/>
                            <a:cs typeface="Times New Roman" panose="02020603050405020304" pitchFamily="18" charset="0"/>
                          </a:endParaRPr>
                        </a:p>
                      </a:txBody>
                      <a:tcPr anchor="ctr">
                        <a:lnL w="12700" cap="flat" cmpd="sng" algn="ctr">
                          <a:solidFill>
                            <a:srgbClr val="000066"/>
                          </a:solidFill>
                          <a:prstDash val="solid"/>
                          <a:round/>
                          <a:headEnd type="none" w="med" len="med"/>
                          <a:tailEnd type="none" w="med" len="med"/>
                        </a:lnL>
                        <a:lnR w="12700" cap="flat" cmpd="sng" algn="ctr">
                          <a:solidFill>
                            <a:srgbClr val="000066"/>
                          </a:solidFill>
                          <a:prstDash val="solid"/>
                          <a:round/>
                          <a:headEnd type="none" w="med" len="med"/>
                          <a:tailEnd type="none" w="med" len="med"/>
                        </a:lnR>
                        <a:lnT w="12700" cap="flat" cmpd="sng" algn="ctr">
                          <a:solidFill>
                            <a:srgbClr val="000066"/>
                          </a:solidFill>
                          <a:prstDash val="solid"/>
                          <a:round/>
                          <a:headEnd type="none" w="med" len="med"/>
                          <a:tailEnd type="none" w="med" len="med"/>
                        </a:lnT>
                        <a:lnB w="12700" cap="flat" cmpd="sng" algn="ctr">
                          <a:solidFill>
                            <a:srgbClr val="000066"/>
                          </a:solidFill>
                          <a:prstDash val="solid"/>
                          <a:round/>
                          <a:headEnd type="none" w="med" len="med"/>
                          <a:tailEnd type="none" w="med" len="med"/>
                        </a:lnB>
                        <a:solidFill>
                          <a:schemeClr val="tx1">
                            <a:lumMod val="20000"/>
                            <a:lumOff val="80000"/>
                          </a:schemeClr>
                        </a:solidFill>
                      </a:tcPr>
                    </a:tc>
                    <a:extLst>
                      <a:ext uri="{0D108BD9-81ED-4DB2-BD59-A6C34878D82A}">
                        <a16:rowId xmlns:a16="http://schemas.microsoft.com/office/drawing/2014/main" val="1321563958"/>
                      </a:ext>
                    </a:extLst>
                  </a:tr>
                  <a:tr h="370840">
                    <a:tc>
                      <a:txBody>
                        <a:bodyPr/>
                        <a:lstStyle/>
                        <a:p>
                          <a:endParaRPr lang="zh-CN"/>
                        </a:p>
                      </a:txBody>
                      <a:tcPr anchor="ctr">
                        <a:lnL w="12700" cap="flat" cmpd="sng" algn="ctr">
                          <a:solidFill>
                            <a:srgbClr val="000066"/>
                          </a:solidFill>
                          <a:prstDash val="solid"/>
                          <a:round/>
                          <a:headEnd type="none" w="med" len="med"/>
                          <a:tailEnd type="none" w="med" len="med"/>
                        </a:lnL>
                        <a:lnR w="12700" cap="flat" cmpd="sng" algn="ctr">
                          <a:solidFill>
                            <a:srgbClr val="000066"/>
                          </a:solidFill>
                          <a:prstDash val="solid"/>
                          <a:round/>
                          <a:headEnd type="none" w="med" len="med"/>
                          <a:tailEnd type="none" w="med" len="med"/>
                        </a:lnR>
                        <a:lnT w="12700" cap="flat" cmpd="sng" algn="ctr">
                          <a:solidFill>
                            <a:srgbClr val="000066"/>
                          </a:solidFill>
                          <a:prstDash val="solid"/>
                          <a:round/>
                          <a:headEnd type="none" w="med" len="med"/>
                          <a:tailEnd type="none" w="med" len="med"/>
                        </a:lnT>
                        <a:lnB w="12700" cap="flat" cmpd="sng" algn="ctr">
                          <a:solidFill>
                            <a:srgbClr val="000066"/>
                          </a:solidFill>
                          <a:prstDash val="solid"/>
                          <a:round/>
                          <a:headEnd type="none" w="med" len="med"/>
                          <a:tailEnd type="none" w="med" len="med"/>
                        </a:lnB>
                        <a:blipFill>
                          <a:blip r:embed="rId2"/>
                          <a:stretch>
                            <a:fillRect l="-424" t="-306557" r="-325000" b="-524590"/>
                          </a:stretch>
                        </a:blipFill>
                      </a:tcPr>
                    </a:tc>
                    <a:tc>
                      <a:txBody>
                        <a:bodyPr/>
                        <a:lstStyle/>
                        <a:p>
                          <a:pPr algn="ctr"/>
                          <a:r>
                            <a:rPr lang="en-US" altLang="zh-CN" b="0" dirty="0">
                              <a:ln>
                                <a:noFill/>
                              </a:ln>
                              <a:solidFill>
                                <a:srgbClr val="000066"/>
                              </a:solidFill>
                              <a:latin typeface="Times New Roman" panose="02020603050405020304" pitchFamily="18" charset="0"/>
                              <a:cs typeface="Times New Roman" panose="02020603050405020304" pitchFamily="18" charset="0"/>
                            </a:rPr>
                            <a:t>42.6</a:t>
                          </a:r>
                          <a:endParaRPr lang="zh-CN" altLang="en-US" b="0" dirty="0">
                            <a:ln>
                              <a:noFill/>
                            </a:ln>
                            <a:solidFill>
                              <a:srgbClr val="000066"/>
                            </a:solidFill>
                            <a:latin typeface="Times New Roman" panose="02020603050405020304" pitchFamily="18" charset="0"/>
                            <a:cs typeface="Times New Roman" panose="02020603050405020304" pitchFamily="18" charset="0"/>
                          </a:endParaRPr>
                        </a:p>
                      </a:txBody>
                      <a:tcPr anchor="ctr">
                        <a:lnL w="12700" cap="flat" cmpd="sng" algn="ctr">
                          <a:solidFill>
                            <a:srgbClr val="000066"/>
                          </a:solidFill>
                          <a:prstDash val="solid"/>
                          <a:round/>
                          <a:headEnd type="none" w="med" len="med"/>
                          <a:tailEnd type="none" w="med" len="med"/>
                        </a:lnL>
                        <a:lnR w="12700" cap="flat" cmpd="sng" algn="ctr">
                          <a:solidFill>
                            <a:srgbClr val="000066"/>
                          </a:solidFill>
                          <a:prstDash val="solid"/>
                          <a:round/>
                          <a:headEnd type="none" w="med" len="med"/>
                          <a:tailEnd type="none" w="med" len="med"/>
                        </a:lnR>
                        <a:lnT w="12700" cap="flat" cmpd="sng" algn="ctr">
                          <a:solidFill>
                            <a:srgbClr val="000066"/>
                          </a:solidFill>
                          <a:prstDash val="solid"/>
                          <a:round/>
                          <a:headEnd type="none" w="med" len="med"/>
                          <a:tailEnd type="none" w="med" len="med"/>
                        </a:lnT>
                        <a:lnB w="12700" cap="flat" cmpd="sng" algn="ctr">
                          <a:solidFill>
                            <a:srgbClr val="000066"/>
                          </a:solidFill>
                          <a:prstDash val="solid"/>
                          <a:round/>
                          <a:headEnd type="none" w="med" len="med"/>
                          <a:tailEnd type="none" w="med" len="med"/>
                        </a:lnB>
                        <a:solidFill>
                          <a:schemeClr val="tx1">
                            <a:lumMod val="20000"/>
                            <a:lumOff val="80000"/>
                          </a:schemeClr>
                        </a:solidFill>
                      </a:tcPr>
                    </a:tc>
                    <a:tc>
                      <a:txBody>
                        <a:bodyPr/>
                        <a:lstStyle/>
                        <a:p>
                          <a:pPr algn="ctr"/>
                          <a:r>
                            <a:rPr lang="en-US" altLang="zh-CN" b="0" dirty="0">
                              <a:ln>
                                <a:noFill/>
                              </a:ln>
                              <a:solidFill>
                                <a:srgbClr val="000066"/>
                              </a:solidFill>
                              <a:latin typeface="Times New Roman" panose="02020603050405020304" pitchFamily="18" charset="0"/>
                              <a:cs typeface="Times New Roman" panose="02020603050405020304" pitchFamily="18" charset="0"/>
                            </a:rPr>
                            <a:t>56.4</a:t>
                          </a:r>
                          <a:endParaRPr lang="zh-CN" altLang="en-US" b="0" dirty="0">
                            <a:ln>
                              <a:noFill/>
                            </a:ln>
                            <a:solidFill>
                              <a:srgbClr val="000066"/>
                            </a:solidFill>
                            <a:latin typeface="Times New Roman" panose="02020603050405020304" pitchFamily="18" charset="0"/>
                            <a:cs typeface="Times New Roman" panose="02020603050405020304" pitchFamily="18" charset="0"/>
                          </a:endParaRPr>
                        </a:p>
                      </a:txBody>
                      <a:tcPr anchor="ctr">
                        <a:lnL w="12700" cap="flat" cmpd="sng" algn="ctr">
                          <a:solidFill>
                            <a:srgbClr val="000066"/>
                          </a:solidFill>
                          <a:prstDash val="solid"/>
                          <a:round/>
                          <a:headEnd type="none" w="med" len="med"/>
                          <a:tailEnd type="none" w="med" len="med"/>
                        </a:lnL>
                        <a:lnR w="12700" cap="flat" cmpd="sng" algn="ctr">
                          <a:solidFill>
                            <a:srgbClr val="000066"/>
                          </a:solidFill>
                          <a:prstDash val="solid"/>
                          <a:round/>
                          <a:headEnd type="none" w="med" len="med"/>
                          <a:tailEnd type="none" w="med" len="med"/>
                        </a:lnR>
                        <a:lnT w="12700" cap="flat" cmpd="sng" algn="ctr">
                          <a:solidFill>
                            <a:srgbClr val="000066"/>
                          </a:solidFill>
                          <a:prstDash val="solid"/>
                          <a:round/>
                          <a:headEnd type="none" w="med" len="med"/>
                          <a:tailEnd type="none" w="med" len="med"/>
                        </a:lnT>
                        <a:lnB w="12700" cap="flat" cmpd="sng" algn="ctr">
                          <a:solidFill>
                            <a:srgbClr val="000066"/>
                          </a:solidFill>
                          <a:prstDash val="solid"/>
                          <a:round/>
                          <a:headEnd type="none" w="med" len="med"/>
                          <a:tailEnd type="none" w="med" len="med"/>
                        </a:lnB>
                        <a:solidFill>
                          <a:schemeClr val="tx1">
                            <a:lumMod val="20000"/>
                            <a:lumOff val="80000"/>
                          </a:schemeClr>
                        </a:solidFill>
                      </a:tcPr>
                    </a:tc>
                    <a:tc>
                      <a:txBody>
                        <a:bodyPr/>
                        <a:lstStyle/>
                        <a:p>
                          <a:pPr algn="ctr"/>
                          <a:r>
                            <a:rPr lang="en-US" altLang="zh-CN" b="0" dirty="0">
                              <a:ln>
                                <a:noFill/>
                              </a:ln>
                              <a:solidFill>
                                <a:srgbClr val="000066"/>
                              </a:solidFill>
                              <a:latin typeface="Times New Roman" panose="02020603050405020304" pitchFamily="18" charset="0"/>
                              <a:cs typeface="Times New Roman" panose="02020603050405020304" pitchFamily="18" charset="0"/>
                            </a:rPr>
                            <a:t>66.2</a:t>
                          </a:r>
                          <a:endParaRPr lang="zh-CN" altLang="en-US" b="0" dirty="0">
                            <a:ln>
                              <a:noFill/>
                            </a:ln>
                            <a:solidFill>
                              <a:srgbClr val="000066"/>
                            </a:solidFill>
                            <a:latin typeface="Times New Roman" panose="02020603050405020304" pitchFamily="18" charset="0"/>
                            <a:cs typeface="Times New Roman" panose="02020603050405020304" pitchFamily="18" charset="0"/>
                          </a:endParaRPr>
                        </a:p>
                      </a:txBody>
                      <a:tcPr anchor="ctr">
                        <a:lnL w="12700" cap="flat" cmpd="sng" algn="ctr">
                          <a:solidFill>
                            <a:srgbClr val="000066"/>
                          </a:solidFill>
                          <a:prstDash val="solid"/>
                          <a:round/>
                          <a:headEnd type="none" w="med" len="med"/>
                          <a:tailEnd type="none" w="med" len="med"/>
                        </a:lnL>
                        <a:lnR w="12700" cap="flat" cmpd="sng" algn="ctr">
                          <a:solidFill>
                            <a:srgbClr val="000066"/>
                          </a:solidFill>
                          <a:prstDash val="solid"/>
                          <a:round/>
                          <a:headEnd type="none" w="med" len="med"/>
                          <a:tailEnd type="none" w="med" len="med"/>
                        </a:lnR>
                        <a:lnT w="12700" cap="flat" cmpd="sng" algn="ctr">
                          <a:solidFill>
                            <a:srgbClr val="000066"/>
                          </a:solidFill>
                          <a:prstDash val="solid"/>
                          <a:round/>
                          <a:headEnd type="none" w="med" len="med"/>
                          <a:tailEnd type="none" w="med" len="med"/>
                        </a:lnT>
                        <a:lnB w="12700" cap="flat" cmpd="sng" algn="ctr">
                          <a:solidFill>
                            <a:srgbClr val="000066"/>
                          </a:solidFill>
                          <a:prstDash val="solid"/>
                          <a:round/>
                          <a:headEnd type="none" w="med" len="med"/>
                          <a:tailEnd type="none" w="med" len="med"/>
                        </a:lnB>
                        <a:solidFill>
                          <a:schemeClr val="tx1">
                            <a:lumMod val="20000"/>
                            <a:lumOff val="80000"/>
                          </a:schemeClr>
                        </a:solidFill>
                      </a:tcPr>
                    </a:tc>
                    <a:tc>
                      <a:txBody>
                        <a:bodyPr/>
                        <a:lstStyle/>
                        <a:p>
                          <a:pPr algn="ctr"/>
                          <a:r>
                            <a:rPr lang="en-US" altLang="zh-CN" b="0" dirty="0">
                              <a:ln>
                                <a:noFill/>
                              </a:ln>
                              <a:solidFill>
                                <a:srgbClr val="000066"/>
                              </a:solidFill>
                              <a:latin typeface="Times New Roman" panose="02020603050405020304" pitchFamily="18" charset="0"/>
                              <a:cs typeface="Times New Roman" panose="02020603050405020304" pitchFamily="18" charset="0"/>
                            </a:rPr>
                            <a:t>77.8</a:t>
                          </a:r>
                          <a:endParaRPr lang="zh-CN" altLang="en-US" b="0" dirty="0">
                            <a:ln>
                              <a:noFill/>
                            </a:ln>
                            <a:solidFill>
                              <a:srgbClr val="000066"/>
                            </a:solidFill>
                            <a:latin typeface="Times New Roman" panose="02020603050405020304" pitchFamily="18" charset="0"/>
                            <a:cs typeface="Times New Roman" panose="02020603050405020304" pitchFamily="18" charset="0"/>
                          </a:endParaRPr>
                        </a:p>
                      </a:txBody>
                      <a:tcPr anchor="ctr">
                        <a:lnL w="12700" cap="flat" cmpd="sng" algn="ctr">
                          <a:solidFill>
                            <a:srgbClr val="000066"/>
                          </a:solidFill>
                          <a:prstDash val="solid"/>
                          <a:round/>
                          <a:headEnd type="none" w="med" len="med"/>
                          <a:tailEnd type="none" w="med" len="med"/>
                        </a:lnL>
                        <a:lnR w="12700" cap="flat" cmpd="sng" algn="ctr">
                          <a:solidFill>
                            <a:srgbClr val="000066"/>
                          </a:solidFill>
                          <a:prstDash val="solid"/>
                          <a:round/>
                          <a:headEnd type="none" w="med" len="med"/>
                          <a:tailEnd type="none" w="med" len="med"/>
                        </a:lnR>
                        <a:lnT w="12700" cap="flat" cmpd="sng" algn="ctr">
                          <a:solidFill>
                            <a:srgbClr val="000066"/>
                          </a:solidFill>
                          <a:prstDash val="solid"/>
                          <a:round/>
                          <a:headEnd type="none" w="med" len="med"/>
                          <a:tailEnd type="none" w="med" len="med"/>
                        </a:lnT>
                        <a:lnB w="12700" cap="flat" cmpd="sng" algn="ctr">
                          <a:solidFill>
                            <a:srgbClr val="000066"/>
                          </a:solidFill>
                          <a:prstDash val="solid"/>
                          <a:round/>
                          <a:headEnd type="none" w="med" len="med"/>
                          <a:tailEnd type="none" w="med" len="med"/>
                        </a:lnB>
                        <a:solidFill>
                          <a:schemeClr val="tx1">
                            <a:lumMod val="20000"/>
                            <a:lumOff val="80000"/>
                          </a:schemeClr>
                        </a:solidFill>
                      </a:tcPr>
                    </a:tc>
                    <a:tc>
                      <a:txBody>
                        <a:bodyPr/>
                        <a:lstStyle/>
                        <a:p>
                          <a:pPr algn="ctr"/>
                          <a:r>
                            <a:rPr lang="en-US" altLang="zh-CN" b="0" dirty="0">
                              <a:ln>
                                <a:noFill/>
                              </a:ln>
                              <a:solidFill>
                                <a:srgbClr val="000066"/>
                              </a:solidFill>
                              <a:latin typeface="Times New Roman" panose="02020603050405020304" pitchFamily="18" charset="0"/>
                              <a:cs typeface="Times New Roman" panose="02020603050405020304" pitchFamily="18" charset="0"/>
                            </a:rPr>
                            <a:t>85.9</a:t>
                          </a:r>
                          <a:endParaRPr lang="zh-CN" altLang="en-US" b="0" dirty="0">
                            <a:ln>
                              <a:noFill/>
                            </a:ln>
                            <a:solidFill>
                              <a:srgbClr val="000066"/>
                            </a:solidFill>
                            <a:latin typeface="Times New Roman" panose="02020603050405020304" pitchFamily="18" charset="0"/>
                            <a:cs typeface="Times New Roman" panose="02020603050405020304" pitchFamily="18" charset="0"/>
                          </a:endParaRPr>
                        </a:p>
                      </a:txBody>
                      <a:tcPr anchor="ctr">
                        <a:lnL w="12700" cap="flat" cmpd="sng" algn="ctr">
                          <a:solidFill>
                            <a:srgbClr val="000066"/>
                          </a:solidFill>
                          <a:prstDash val="solid"/>
                          <a:round/>
                          <a:headEnd type="none" w="med" len="med"/>
                          <a:tailEnd type="none" w="med" len="med"/>
                        </a:lnL>
                        <a:lnR w="12700" cap="flat" cmpd="sng" algn="ctr">
                          <a:solidFill>
                            <a:srgbClr val="000066"/>
                          </a:solidFill>
                          <a:prstDash val="solid"/>
                          <a:round/>
                          <a:headEnd type="none" w="med" len="med"/>
                          <a:tailEnd type="none" w="med" len="med"/>
                        </a:lnR>
                        <a:lnT w="12700" cap="flat" cmpd="sng" algn="ctr">
                          <a:solidFill>
                            <a:srgbClr val="000066"/>
                          </a:solidFill>
                          <a:prstDash val="solid"/>
                          <a:round/>
                          <a:headEnd type="none" w="med" len="med"/>
                          <a:tailEnd type="none" w="med" len="med"/>
                        </a:lnT>
                        <a:lnB w="12700" cap="flat" cmpd="sng" algn="ctr">
                          <a:solidFill>
                            <a:srgbClr val="000066"/>
                          </a:solidFill>
                          <a:prstDash val="solid"/>
                          <a:round/>
                          <a:headEnd type="none" w="med" len="med"/>
                          <a:tailEnd type="none" w="med" len="med"/>
                        </a:lnB>
                        <a:solidFill>
                          <a:schemeClr val="tx1">
                            <a:lumMod val="20000"/>
                            <a:lumOff val="80000"/>
                          </a:schemeClr>
                        </a:solidFill>
                      </a:tcPr>
                    </a:tc>
                    <a:extLst>
                      <a:ext uri="{0D108BD9-81ED-4DB2-BD59-A6C34878D82A}">
                        <a16:rowId xmlns:a16="http://schemas.microsoft.com/office/drawing/2014/main" val="1774595110"/>
                      </a:ext>
                    </a:extLst>
                  </a:tr>
                  <a:tr h="370840">
                    <a:tc>
                      <a:txBody>
                        <a:bodyPr/>
                        <a:lstStyle/>
                        <a:p>
                          <a:endParaRPr lang="zh-CN"/>
                        </a:p>
                      </a:txBody>
                      <a:tcPr anchor="ctr">
                        <a:lnL w="12700" cap="flat" cmpd="sng" algn="ctr">
                          <a:solidFill>
                            <a:srgbClr val="000066"/>
                          </a:solidFill>
                          <a:prstDash val="solid"/>
                          <a:round/>
                          <a:headEnd type="none" w="med" len="med"/>
                          <a:tailEnd type="none" w="med" len="med"/>
                        </a:lnL>
                        <a:lnR w="12700" cap="flat" cmpd="sng" algn="ctr">
                          <a:solidFill>
                            <a:srgbClr val="000066"/>
                          </a:solidFill>
                          <a:prstDash val="solid"/>
                          <a:round/>
                          <a:headEnd type="none" w="med" len="med"/>
                          <a:tailEnd type="none" w="med" len="med"/>
                        </a:lnR>
                        <a:lnT w="12700" cap="flat" cmpd="sng" algn="ctr">
                          <a:solidFill>
                            <a:srgbClr val="000066"/>
                          </a:solidFill>
                          <a:prstDash val="solid"/>
                          <a:round/>
                          <a:headEnd type="none" w="med" len="med"/>
                          <a:tailEnd type="none" w="med" len="med"/>
                        </a:lnT>
                        <a:lnB w="12700" cap="flat" cmpd="sng" algn="ctr">
                          <a:solidFill>
                            <a:srgbClr val="000066"/>
                          </a:solidFill>
                          <a:prstDash val="solid"/>
                          <a:round/>
                          <a:headEnd type="none" w="med" len="med"/>
                          <a:tailEnd type="none" w="med" len="med"/>
                        </a:lnB>
                        <a:blipFill>
                          <a:blip r:embed="rId2"/>
                          <a:stretch>
                            <a:fillRect l="-424" t="-406557" r="-325000" b="-424590"/>
                          </a:stretch>
                        </a:blipFill>
                      </a:tcPr>
                    </a:tc>
                    <a:tc>
                      <a:txBody>
                        <a:bodyPr/>
                        <a:lstStyle/>
                        <a:p>
                          <a:pPr algn="ctr"/>
                          <a:r>
                            <a:rPr lang="en-US" altLang="zh-CN" b="0" dirty="0">
                              <a:ln>
                                <a:noFill/>
                              </a:ln>
                              <a:solidFill>
                                <a:srgbClr val="000066"/>
                              </a:solidFill>
                              <a:latin typeface="Times New Roman" panose="02020603050405020304" pitchFamily="18" charset="0"/>
                              <a:cs typeface="Times New Roman" panose="02020603050405020304" pitchFamily="18" charset="0"/>
                            </a:rPr>
                            <a:t>3</a:t>
                          </a:r>
                          <a:endParaRPr lang="zh-CN" altLang="en-US" b="0" dirty="0">
                            <a:ln>
                              <a:noFill/>
                            </a:ln>
                            <a:solidFill>
                              <a:srgbClr val="000066"/>
                            </a:solidFill>
                            <a:latin typeface="Times New Roman" panose="02020603050405020304" pitchFamily="18" charset="0"/>
                            <a:cs typeface="Times New Roman" panose="02020603050405020304" pitchFamily="18" charset="0"/>
                          </a:endParaRPr>
                        </a:p>
                      </a:txBody>
                      <a:tcPr anchor="ctr">
                        <a:lnL w="12700" cap="flat" cmpd="sng" algn="ctr">
                          <a:solidFill>
                            <a:srgbClr val="000066"/>
                          </a:solidFill>
                          <a:prstDash val="solid"/>
                          <a:round/>
                          <a:headEnd type="none" w="med" len="med"/>
                          <a:tailEnd type="none" w="med" len="med"/>
                        </a:lnL>
                        <a:lnR w="12700" cap="flat" cmpd="sng" algn="ctr">
                          <a:solidFill>
                            <a:srgbClr val="000066"/>
                          </a:solidFill>
                          <a:prstDash val="solid"/>
                          <a:round/>
                          <a:headEnd type="none" w="med" len="med"/>
                          <a:tailEnd type="none" w="med" len="med"/>
                        </a:lnR>
                        <a:lnT w="12700" cap="flat" cmpd="sng" algn="ctr">
                          <a:solidFill>
                            <a:srgbClr val="000066"/>
                          </a:solidFill>
                          <a:prstDash val="solid"/>
                          <a:round/>
                          <a:headEnd type="none" w="med" len="med"/>
                          <a:tailEnd type="none" w="med" len="med"/>
                        </a:lnT>
                        <a:lnB w="12700" cap="flat" cmpd="sng" algn="ctr">
                          <a:solidFill>
                            <a:srgbClr val="000066"/>
                          </a:solidFill>
                          <a:prstDash val="solid"/>
                          <a:round/>
                          <a:headEnd type="none" w="med" len="med"/>
                          <a:tailEnd type="none" w="med" len="med"/>
                        </a:lnB>
                        <a:solidFill>
                          <a:schemeClr val="tx1">
                            <a:lumMod val="20000"/>
                            <a:lumOff val="80000"/>
                          </a:schemeClr>
                        </a:solidFill>
                      </a:tcPr>
                    </a:tc>
                    <a:tc>
                      <a:txBody>
                        <a:bodyPr/>
                        <a:lstStyle/>
                        <a:p>
                          <a:pPr algn="ctr"/>
                          <a:r>
                            <a:rPr lang="en-US" altLang="zh-CN" b="0" dirty="0">
                              <a:ln>
                                <a:noFill/>
                              </a:ln>
                              <a:solidFill>
                                <a:srgbClr val="000066"/>
                              </a:solidFill>
                              <a:latin typeface="Times New Roman" panose="02020603050405020304" pitchFamily="18" charset="0"/>
                              <a:cs typeface="Times New Roman" panose="02020603050405020304" pitchFamily="18" charset="0"/>
                            </a:rPr>
                            <a:t>3</a:t>
                          </a:r>
                          <a:endParaRPr lang="zh-CN" altLang="en-US" b="0" dirty="0">
                            <a:ln>
                              <a:noFill/>
                            </a:ln>
                            <a:solidFill>
                              <a:srgbClr val="000066"/>
                            </a:solidFill>
                            <a:latin typeface="Times New Roman" panose="02020603050405020304" pitchFamily="18" charset="0"/>
                            <a:cs typeface="Times New Roman" panose="02020603050405020304" pitchFamily="18" charset="0"/>
                          </a:endParaRPr>
                        </a:p>
                      </a:txBody>
                      <a:tcPr anchor="ctr">
                        <a:lnL w="12700" cap="flat" cmpd="sng" algn="ctr">
                          <a:solidFill>
                            <a:srgbClr val="000066"/>
                          </a:solidFill>
                          <a:prstDash val="solid"/>
                          <a:round/>
                          <a:headEnd type="none" w="med" len="med"/>
                          <a:tailEnd type="none" w="med" len="med"/>
                        </a:lnL>
                        <a:lnR w="12700" cap="flat" cmpd="sng" algn="ctr">
                          <a:solidFill>
                            <a:srgbClr val="000066"/>
                          </a:solidFill>
                          <a:prstDash val="solid"/>
                          <a:round/>
                          <a:headEnd type="none" w="med" len="med"/>
                          <a:tailEnd type="none" w="med" len="med"/>
                        </a:lnR>
                        <a:lnT w="12700" cap="flat" cmpd="sng" algn="ctr">
                          <a:solidFill>
                            <a:srgbClr val="000066"/>
                          </a:solidFill>
                          <a:prstDash val="solid"/>
                          <a:round/>
                          <a:headEnd type="none" w="med" len="med"/>
                          <a:tailEnd type="none" w="med" len="med"/>
                        </a:lnT>
                        <a:lnB w="12700" cap="flat" cmpd="sng" algn="ctr">
                          <a:solidFill>
                            <a:srgbClr val="000066"/>
                          </a:solidFill>
                          <a:prstDash val="solid"/>
                          <a:round/>
                          <a:headEnd type="none" w="med" len="med"/>
                          <a:tailEnd type="none" w="med" len="med"/>
                        </a:lnB>
                        <a:solidFill>
                          <a:schemeClr val="tx1">
                            <a:lumMod val="20000"/>
                            <a:lumOff val="80000"/>
                          </a:schemeClr>
                        </a:solidFill>
                      </a:tcPr>
                    </a:tc>
                    <a:tc>
                      <a:txBody>
                        <a:bodyPr/>
                        <a:lstStyle/>
                        <a:p>
                          <a:pPr algn="ctr"/>
                          <a:r>
                            <a:rPr lang="en-US" altLang="zh-CN" b="0" dirty="0">
                              <a:ln>
                                <a:noFill/>
                              </a:ln>
                              <a:solidFill>
                                <a:srgbClr val="000066"/>
                              </a:solidFill>
                              <a:latin typeface="Times New Roman" panose="02020603050405020304" pitchFamily="18" charset="0"/>
                              <a:cs typeface="Times New Roman" panose="02020603050405020304" pitchFamily="18" charset="0"/>
                            </a:rPr>
                            <a:t>3</a:t>
                          </a:r>
                          <a:endParaRPr lang="zh-CN" altLang="en-US" b="0" dirty="0">
                            <a:ln>
                              <a:noFill/>
                            </a:ln>
                            <a:solidFill>
                              <a:srgbClr val="000066"/>
                            </a:solidFill>
                            <a:latin typeface="Times New Roman" panose="02020603050405020304" pitchFamily="18" charset="0"/>
                            <a:cs typeface="Times New Roman" panose="02020603050405020304" pitchFamily="18" charset="0"/>
                          </a:endParaRPr>
                        </a:p>
                      </a:txBody>
                      <a:tcPr anchor="ctr">
                        <a:lnL w="12700" cap="flat" cmpd="sng" algn="ctr">
                          <a:solidFill>
                            <a:srgbClr val="000066"/>
                          </a:solidFill>
                          <a:prstDash val="solid"/>
                          <a:round/>
                          <a:headEnd type="none" w="med" len="med"/>
                          <a:tailEnd type="none" w="med" len="med"/>
                        </a:lnL>
                        <a:lnR w="12700" cap="flat" cmpd="sng" algn="ctr">
                          <a:solidFill>
                            <a:srgbClr val="000066"/>
                          </a:solidFill>
                          <a:prstDash val="solid"/>
                          <a:round/>
                          <a:headEnd type="none" w="med" len="med"/>
                          <a:tailEnd type="none" w="med" len="med"/>
                        </a:lnR>
                        <a:lnT w="12700" cap="flat" cmpd="sng" algn="ctr">
                          <a:solidFill>
                            <a:srgbClr val="000066"/>
                          </a:solidFill>
                          <a:prstDash val="solid"/>
                          <a:round/>
                          <a:headEnd type="none" w="med" len="med"/>
                          <a:tailEnd type="none" w="med" len="med"/>
                        </a:lnT>
                        <a:lnB w="12700" cap="flat" cmpd="sng" algn="ctr">
                          <a:solidFill>
                            <a:srgbClr val="000066"/>
                          </a:solidFill>
                          <a:prstDash val="solid"/>
                          <a:round/>
                          <a:headEnd type="none" w="med" len="med"/>
                          <a:tailEnd type="none" w="med" len="med"/>
                        </a:lnB>
                        <a:solidFill>
                          <a:schemeClr val="tx1">
                            <a:lumMod val="20000"/>
                            <a:lumOff val="80000"/>
                          </a:schemeClr>
                        </a:solidFill>
                      </a:tcPr>
                    </a:tc>
                    <a:tc>
                      <a:txBody>
                        <a:bodyPr/>
                        <a:lstStyle/>
                        <a:p>
                          <a:pPr algn="ctr"/>
                          <a:r>
                            <a:rPr lang="en-US" altLang="zh-CN" b="0" dirty="0">
                              <a:ln>
                                <a:noFill/>
                              </a:ln>
                              <a:solidFill>
                                <a:srgbClr val="000066"/>
                              </a:solidFill>
                              <a:latin typeface="Times New Roman" panose="02020603050405020304" pitchFamily="18" charset="0"/>
                              <a:cs typeface="Times New Roman" panose="02020603050405020304" pitchFamily="18" charset="0"/>
                            </a:rPr>
                            <a:t>3</a:t>
                          </a:r>
                          <a:endParaRPr lang="zh-CN" altLang="en-US" b="0" dirty="0">
                            <a:ln>
                              <a:noFill/>
                            </a:ln>
                            <a:solidFill>
                              <a:srgbClr val="000066"/>
                            </a:solidFill>
                            <a:latin typeface="Times New Roman" panose="02020603050405020304" pitchFamily="18" charset="0"/>
                            <a:cs typeface="Times New Roman" panose="02020603050405020304" pitchFamily="18" charset="0"/>
                          </a:endParaRPr>
                        </a:p>
                      </a:txBody>
                      <a:tcPr anchor="ctr">
                        <a:lnL w="12700" cap="flat" cmpd="sng" algn="ctr">
                          <a:solidFill>
                            <a:srgbClr val="000066"/>
                          </a:solidFill>
                          <a:prstDash val="solid"/>
                          <a:round/>
                          <a:headEnd type="none" w="med" len="med"/>
                          <a:tailEnd type="none" w="med" len="med"/>
                        </a:lnL>
                        <a:lnR w="12700" cap="flat" cmpd="sng" algn="ctr">
                          <a:solidFill>
                            <a:srgbClr val="000066"/>
                          </a:solidFill>
                          <a:prstDash val="solid"/>
                          <a:round/>
                          <a:headEnd type="none" w="med" len="med"/>
                          <a:tailEnd type="none" w="med" len="med"/>
                        </a:lnR>
                        <a:lnT w="12700" cap="flat" cmpd="sng" algn="ctr">
                          <a:solidFill>
                            <a:srgbClr val="000066"/>
                          </a:solidFill>
                          <a:prstDash val="solid"/>
                          <a:round/>
                          <a:headEnd type="none" w="med" len="med"/>
                          <a:tailEnd type="none" w="med" len="med"/>
                        </a:lnT>
                        <a:lnB w="12700" cap="flat" cmpd="sng" algn="ctr">
                          <a:solidFill>
                            <a:srgbClr val="000066"/>
                          </a:solidFill>
                          <a:prstDash val="solid"/>
                          <a:round/>
                          <a:headEnd type="none" w="med" len="med"/>
                          <a:tailEnd type="none" w="med" len="med"/>
                        </a:lnB>
                        <a:solidFill>
                          <a:schemeClr val="tx1">
                            <a:lumMod val="20000"/>
                            <a:lumOff val="80000"/>
                          </a:schemeClr>
                        </a:solidFill>
                      </a:tcPr>
                    </a:tc>
                    <a:tc>
                      <a:txBody>
                        <a:bodyPr/>
                        <a:lstStyle/>
                        <a:p>
                          <a:pPr algn="ctr"/>
                          <a:r>
                            <a:rPr lang="en-US" altLang="zh-CN" b="0" dirty="0">
                              <a:ln>
                                <a:noFill/>
                              </a:ln>
                              <a:solidFill>
                                <a:srgbClr val="000066"/>
                              </a:solidFill>
                              <a:latin typeface="Times New Roman" panose="02020603050405020304" pitchFamily="18" charset="0"/>
                              <a:cs typeface="Times New Roman" panose="02020603050405020304" pitchFamily="18" charset="0"/>
                            </a:rPr>
                            <a:t>3</a:t>
                          </a:r>
                          <a:endParaRPr lang="zh-CN" altLang="en-US" b="0" dirty="0">
                            <a:ln>
                              <a:noFill/>
                            </a:ln>
                            <a:solidFill>
                              <a:srgbClr val="000066"/>
                            </a:solidFill>
                            <a:latin typeface="Times New Roman" panose="02020603050405020304" pitchFamily="18" charset="0"/>
                            <a:cs typeface="Times New Roman" panose="02020603050405020304" pitchFamily="18" charset="0"/>
                          </a:endParaRPr>
                        </a:p>
                      </a:txBody>
                      <a:tcPr anchor="ctr">
                        <a:lnL w="12700" cap="flat" cmpd="sng" algn="ctr">
                          <a:solidFill>
                            <a:srgbClr val="000066"/>
                          </a:solidFill>
                          <a:prstDash val="solid"/>
                          <a:round/>
                          <a:headEnd type="none" w="med" len="med"/>
                          <a:tailEnd type="none" w="med" len="med"/>
                        </a:lnL>
                        <a:lnR w="12700" cap="flat" cmpd="sng" algn="ctr">
                          <a:solidFill>
                            <a:srgbClr val="000066"/>
                          </a:solidFill>
                          <a:prstDash val="solid"/>
                          <a:round/>
                          <a:headEnd type="none" w="med" len="med"/>
                          <a:tailEnd type="none" w="med" len="med"/>
                        </a:lnR>
                        <a:lnT w="12700" cap="flat" cmpd="sng" algn="ctr">
                          <a:solidFill>
                            <a:srgbClr val="000066"/>
                          </a:solidFill>
                          <a:prstDash val="solid"/>
                          <a:round/>
                          <a:headEnd type="none" w="med" len="med"/>
                          <a:tailEnd type="none" w="med" len="med"/>
                        </a:lnT>
                        <a:lnB w="12700" cap="flat" cmpd="sng" algn="ctr">
                          <a:solidFill>
                            <a:srgbClr val="000066"/>
                          </a:solidFill>
                          <a:prstDash val="solid"/>
                          <a:round/>
                          <a:headEnd type="none" w="med" len="med"/>
                          <a:tailEnd type="none" w="med" len="med"/>
                        </a:lnB>
                        <a:solidFill>
                          <a:schemeClr val="tx1">
                            <a:lumMod val="20000"/>
                            <a:lumOff val="80000"/>
                          </a:schemeClr>
                        </a:solidFill>
                      </a:tcPr>
                    </a:tc>
                    <a:extLst>
                      <a:ext uri="{0D108BD9-81ED-4DB2-BD59-A6C34878D82A}">
                        <a16:rowId xmlns:a16="http://schemas.microsoft.com/office/drawing/2014/main" val="3859055015"/>
                      </a:ext>
                    </a:extLst>
                  </a:tr>
                  <a:tr h="370840">
                    <a:tc>
                      <a:txBody>
                        <a:bodyPr/>
                        <a:lstStyle/>
                        <a:p>
                          <a:endParaRPr lang="zh-CN"/>
                        </a:p>
                      </a:txBody>
                      <a:tcPr anchor="ctr">
                        <a:lnL w="12700" cap="flat" cmpd="sng" algn="ctr">
                          <a:solidFill>
                            <a:srgbClr val="000066"/>
                          </a:solidFill>
                          <a:prstDash val="solid"/>
                          <a:round/>
                          <a:headEnd type="none" w="med" len="med"/>
                          <a:tailEnd type="none" w="med" len="med"/>
                        </a:lnL>
                        <a:lnR w="12700" cap="flat" cmpd="sng" algn="ctr">
                          <a:solidFill>
                            <a:srgbClr val="000066"/>
                          </a:solidFill>
                          <a:prstDash val="solid"/>
                          <a:round/>
                          <a:headEnd type="none" w="med" len="med"/>
                          <a:tailEnd type="none" w="med" len="med"/>
                        </a:lnR>
                        <a:lnT w="12700" cap="flat" cmpd="sng" algn="ctr">
                          <a:solidFill>
                            <a:srgbClr val="000066"/>
                          </a:solidFill>
                          <a:prstDash val="solid"/>
                          <a:round/>
                          <a:headEnd type="none" w="med" len="med"/>
                          <a:tailEnd type="none" w="med" len="med"/>
                        </a:lnT>
                        <a:lnB w="12700" cap="flat" cmpd="sng" algn="ctr">
                          <a:solidFill>
                            <a:srgbClr val="000066"/>
                          </a:solidFill>
                          <a:prstDash val="solid"/>
                          <a:round/>
                          <a:headEnd type="none" w="med" len="med"/>
                          <a:tailEnd type="none" w="med" len="med"/>
                        </a:lnB>
                        <a:blipFill>
                          <a:blip r:embed="rId2"/>
                          <a:stretch>
                            <a:fillRect l="-424" t="-506557" r="-325000" b="-324590"/>
                          </a:stretch>
                        </a:blipFill>
                      </a:tcPr>
                    </a:tc>
                    <a:tc>
                      <a:txBody>
                        <a:bodyPr/>
                        <a:lstStyle/>
                        <a:p>
                          <a:pPr algn="ctr"/>
                          <a:r>
                            <a:rPr lang="en-US" altLang="zh-CN" b="0" dirty="0">
                              <a:ln>
                                <a:noFill/>
                              </a:ln>
                              <a:solidFill>
                                <a:srgbClr val="000066"/>
                              </a:solidFill>
                              <a:latin typeface="Times New Roman" panose="02020603050405020304" pitchFamily="18" charset="0"/>
                              <a:cs typeface="Times New Roman" panose="02020603050405020304" pitchFamily="18" charset="0"/>
                            </a:rPr>
                            <a:t>28.40</a:t>
                          </a:r>
                          <a:endParaRPr lang="zh-CN" altLang="en-US" b="0" dirty="0">
                            <a:ln>
                              <a:noFill/>
                            </a:ln>
                            <a:solidFill>
                              <a:srgbClr val="000066"/>
                            </a:solidFill>
                            <a:latin typeface="Times New Roman" panose="02020603050405020304" pitchFamily="18" charset="0"/>
                            <a:cs typeface="Times New Roman" panose="02020603050405020304" pitchFamily="18" charset="0"/>
                          </a:endParaRPr>
                        </a:p>
                      </a:txBody>
                      <a:tcPr anchor="ctr">
                        <a:lnL w="12700" cap="flat" cmpd="sng" algn="ctr">
                          <a:solidFill>
                            <a:srgbClr val="000066"/>
                          </a:solidFill>
                          <a:prstDash val="solid"/>
                          <a:round/>
                          <a:headEnd type="none" w="med" len="med"/>
                          <a:tailEnd type="none" w="med" len="med"/>
                        </a:lnL>
                        <a:lnR w="12700" cap="flat" cmpd="sng" algn="ctr">
                          <a:solidFill>
                            <a:srgbClr val="000066"/>
                          </a:solidFill>
                          <a:prstDash val="solid"/>
                          <a:round/>
                          <a:headEnd type="none" w="med" len="med"/>
                          <a:tailEnd type="none" w="med" len="med"/>
                        </a:lnR>
                        <a:lnT w="12700" cap="flat" cmpd="sng" algn="ctr">
                          <a:solidFill>
                            <a:srgbClr val="000066"/>
                          </a:solidFill>
                          <a:prstDash val="solid"/>
                          <a:round/>
                          <a:headEnd type="none" w="med" len="med"/>
                          <a:tailEnd type="none" w="med" len="med"/>
                        </a:lnT>
                        <a:lnB w="12700" cap="flat" cmpd="sng" algn="ctr">
                          <a:solidFill>
                            <a:srgbClr val="000066"/>
                          </a:solidFill>
                          <a:prstDash val="solid"/>
                          <a:round/>
                          <a:headEnd type="none" w="med" len="med"/>
                          <a:tailEnd type="none" w="med" len="med"/>
                        </a:lnB>
                        <a:solidFill>
                          <a:schemeClr val="tx1">
                            <a:lumMod val="20000"/>
                            <a:lumOff val="80000"/>
                          </a:schemeClr>
                        </a:solidFill>
                      </a:tcPr>
                    </a:tc>
                    <a:tc>
                      <a:txBody>
                        <a:bodyPr/>
                        <a:lstStyle/>
                        <a:p>
                          <a:pPr algn="ctr"/>
                          <a:r>
                            <a:rPr lang="en-US" altLang="zh-CN" b="0" dirty="0">
                              <a:ln>
                                <a:noFill/>
                              </a:ln>
                              <a:solidFill>
                                <a:srgbClr val="000066"/>
                              </a:solidFill>
                              <a:latin typeface="Times New Roman" panose="02020603050405020304" pitchFamily="18" charset="0"/>
                              <a:cs typeface="Times New Roman" panose="02020603050405020304" pitchFamily="18" charset="0"/>
                            </a:rPr>
                            <a:t>37.60</a:t>
                          </a:r>
                          <a:endParaRPr lang="zh-CN" altLang="en-US" b="0" dirty="0">
                            <a:ln>
                              <a:noFill/>
                            </a:ln>
                            <a:solidFill>
                              <a:srgbClr val="000066"/>
                            </a:solidFill>
                            <a:latin typeface="Times New Roman" panose="02020603050405020304" pitchFamily="18" charset="0"/>
                            <a:cs typeface="Times New Roman" panose="02020603050405020304" pitchFamily="18" charset="0"/>
                          </a:endParaRPr>
                        </a:p>
                      </a:txBody>
                      <a:tcPr anchor="ctr">
                        <a:lnL w="12700" cap="flat" cmpd="sng" algn="ctr">
                          <a:solidFill>
                            <a:srgbClr val="000066"/>
                          </a:solidFill>
                          <a:prstDash val="solid"/>
                          <a:round/>
                          <a:headEnd type="none" w="med" len="med"/>
                          <a:tailEnd type="none" w="med" len="med"/>
                        </a:lnL>
                        <a:lnR w="12700" cap="flat" cmpd="sng" algn="ctr">
                          <a:solidFill>
                            <a:srgbClr val="000066"/>
                          </a:solidFill>
                          <a:prstDash val="solid"/>
                          <a:round/>
                          <a:headEnd type="none" w="med" len="med"/>
                          <a:tailEnd type="none" w="med" len="med"/>
                        </a:lnR>
                        <a:lnT w="12700" cap="flat" cmpd="sng" algn="ctr">
                          <a:solidFill>
                            <a:srgbClr val="000066"/>
                          </a:solidFill>
                          <a:prstDash val="solid"/>
                          <a:round/>
                          <a:headEnd type="none" w="med" len="med"/>
                          <a:tailEnd type="none" w="med" len="med"/>
                        </a:lnT>
                        <a:lnB w="12700" cap="flat" cmpd="sng" algn="ctr">
                          <a:solidFill>
                            <a:srgbClr val="000066"/>
                          </a:solidFill>
                          <a:prstDash val="solid"/>
                          <a:round/>
                          <a:headEnd type="none" w="med" len="med"/>
                          <a:tailEnd type="none" w="med" len="med"/>
                        </a:lnB>
                        <a:solidFill>
                          <a:schemeClr val="tx1">
                            <a:lumMod val="20000"/>
                            <a:lumOff val="80000"/>
                          </a:schemeClr>
                        </a:solidFill>
                      </a:tcPr>
                    </a:tc>
                    <a:tc>
                      <a:txBody>
                        <a:bodyPr/>
                        <a:lstStyle/>
                        <a:p>
                          <a:pPr algn="ctr"/>
                          <a:r>
                            <a:rPr lang="en-US" altLang="zh-CN" b="0" dirty="0">
                              <a:ln>
                                <a:noFill/>
                              </a:ln>
                              <a:solidFill>
                                <a:srgbClr val="000066"/>
                              </a:solidFill>
                              <a:latin typeface="Times New Roman" panose="02020603050405020304" pitchFamily="18" charset="0"/>
                              <a:cs typeface="Times New Roman" panose="02020603050405020304" pitchFamily="18" charset="0"/>
                            </a:rPr>
                            <a:t>44.13</a:t>
                          </a:r>
                          <a:endParaRPr lang="zh-CN" altLang="en-US" b="0" dirty="0">
                            <a:ln>
                              <a:noFill/>
                            </a:ln>
                            <a:solidFill>
                              <a:srgbClr val="000066"/>
                            </a:solidFill>
                            <a:latin typeface="Times New Roman" panose="02020603050405020304" pitchFamily="18" charset="0"/>
                            <a:cs typeface="Times New Roman" panose="02020603050405020304" pitchFamily="18" charset="0"/>
                          </a:endParaRPr>
                        </a:p>
                      </a:txBody>
                      <a:tcPr anchor="ctr">
                        <a:lnL w="12700" cap="flat" cmpd="sng" algn="ctr">
                          <a:solidFill>
                            <a:srgbClr val="000066"/>
                          </a:solidFill>
                          <a:prstDash val="solid"/>
                          <a:round/>
                          <a:headEnd type="none" w="med" len="med"/>
                          <a:tailEnd type="none" w="med" len="med"/>
                        </a:lnL>
                        <a:lnR w="12700" cap="flat" cmpd="sng" algn="ctr">
                          <a:solidFill>
                            <a:srgbClr val="000066"/>
                          </a:solidFill>
                          <a:prstDash val="solid"/>
                          <a:round/>
                          <a:headEnd type="none" w="med" len="med"/>
                          <a:tailEnd type="none" w="med" len="med"/>
                        </a:lnR>
                        <a:lnT w="12700" cap="flat" cmpd="sng" algn="ctr">
                          <a:solidFill>
                            <a:srgbClr val="000066"/>
                          </a:solidFill>
                          <a:prstDash val="solid"/>
                          <a:round/>
                          <a:headEnd type="none" w="med" len="med"/>
                          <a:tailEnd type="none" w="med" len="med"/>
                        </a:lnT>
                        <a:lnB w="12700" cap="flat" cmpd="sng" algn="ctr">
                          <a:solidFill>
                            <a:srgbClr val="000066"/>
                          </a:solidFill>
                          <a:prstDash val="solid"/>
                          <a:round/>
                          <a:headEnd type="none" w="med" len="med"/>
                          <a:tailEnd type="none" w="med" len="med"/>
                        </a:lnB>
                        <a:solidFill>
                          <a:schemeClr val="tx1">
                            <a:lumMod val="20000"/>
                            <a:lumOff val="80000"/>
                          </a:schemeClr>
                        </a:solidFill>
                      </a:tcPr>
                    </a:tc>
                    <a:tc>
                      <a:txBody>
                        <a:bodyPr/>
                        <a:lstStyle/>
                        <a:p>
                          <a:pPr algn="ctr"/>
                          <a:r>
                            <a:rPr lang="en-US" altLang="zh-CN" b="0" dirty="0">
                              <a:ln>
                                <a:noFill/>
                              </a:ln>
                              <a:solidFill>
                                <a:srgbClr val="000066"/>
                              </a:solidFill>
                              <a:latin typeface="Times New Roman" panose="02020603050405020304" pitchFamily="18" charset="0"/>
                              <a:cs typeface="Times New Roman" panose="02020603050405020304" pitchFamily="18" charset="0"/>
                            </a:rPr>
                            <a:t>51.87</a:t>
                          </a:r>
                          <a:endParaRPr lang="zh-CN" altLang="en-US" b="0" dirty="0">
                            <a:ln>
                              <a:noFill/>
                            </a:ln>
                            <a:solidFill>
                              <a:srgbClr val="000066"/>
                            </a:solidFill>
                            <a:latin typeface="Times New Roman" panose="02020603050405020304" pitchFamily="18" charset="0"/>
                            <a:cs typeface="Times New Roman" panose="02020603050405020304" pitchFamily="18" charset="0"/>
                          </a:endParaRPr>
                        </a:p>
                      </a:txBody>
                      <a:tcPr anchor="ctr">
                        <a:lnL w="12700" cap="flat" cmpd="sng" algn="ctr">
                          <a:solidFill>
                            <a:srgbClr val="000066"/>
                          </a:solidFill>
                          <a:prstDash val="solid"/>
                          <a:round/>
                          <a:headEnd type="none" w="med" len="med"/>
                          <a:tailEnd type="none" w="med" len="med"/>
                        </a:lnL>
                        <a:lnR w="12700" cap="flat" cmpd="sng" algn="ctr">
                          <a:solidFill>
                            <a:srgbClr val="000066"/>
                          </a:solidFill>
                          <a:prstDash val="solid"/>
                          <a:round/>
                          <a:headEnd type="none" w="med" len="med"/>
                          <a:tailEnd type="none" w="med" len="med"/>
                        </a:lnR>
                        <a:lnT w="12700" cap="flat" cmpd="sng" algn="ctr">
                          <a:solidFill>
                            <a:srgbClr val="000066"/>
                          </a:solidFill>
                          <a:prstDash val="solid"/>
                          <a:round/>
                          <a:headEnd type="none" w="med" len="med"/>
                          <a:tailEnd type="none" w="med" len="med"/>
                        </a:lnT>
                        <a:lnB w="12700" cap="flat" cmpd="sng" algn="ctr">
                          <a:solidFill>
                            <a:srgbClr val="000066"/>
                          </a:solidFill>
                          <a:prstDash val="solid"/>
                          <a:round/>
                          <a:headEnd type="none" w="med" len="med"/>
                          <a:tailEnd type="none" w="med" len="med"/>
                        </a:lnB>
                        <a:solidFill>
                          <a:schemeClr val="tx1">
                            <a:lumMod val="20000"/>
                            <a:lumOff val="80000"/>
                          </a:schemeClr>
                        </a:solidFill>
                      </a:tcPr>
                    </a:tc>
                    <a:tc>
                      <a:txBody>
                        <a:bodyPr/>
                        <a:lstStyle/>
                        <a:p>
                          <a:pPr algn="ctr"/>
                          <a:r>
                            <a:rPr lang="en-US" altLang="zh-CN" b="0" dirty="0">
                              <a:ln>
                                <a:noFill/>
                              </a:ln>
                              <a:solidFill>
                                <a:srgbClr val="000066"/>
                              </a:solidFill>
                              <a:latin typeface="Times New Roman" panose="02020603050405020304" pitchFamily="18" charset="0"/>
                              <a:cs typeface="Times New Roman" panose="02020603050405020304" pitchFamily="18" charset="0"/>
                            </a:rPr>
                            <a:t>57.27</a:t>
                          </a:r>
                          <a:endParaRPr lang="zh-CN" altLang="en-US" b="0" dirty="0">
                            <a:ln>
                              <a:noFill/>
                            </a:ln>
                            <a:solidFill>
                              <a:srgbClr val="000066"/>
                            </a:solidFill>
                            <a:latin typeface="Times New Roman" panose="02020603050405020304" pitchFamily="18" charset="0"/>
                            <a:cs typeface="Times New Roman" panose="02020603050405020304" pitchFamily="18" charset="0"/>
                          </a:endParaRPr>
                        </a:p>
                      </a:txBody>
                      <a:tcPr anchor="ctr">
                        <a:lnL w="12700" cap="flat" cmpd="sng" algn="ctr">
                          <a:solidFill>
                            <a:srgbClr val="000066"/>
                          </a:solidFill>
                          <a:prstDash val="solid"/>
                          <a:round/>
                          <a:headEnd type="none" w="med" len="med"/>
                          <a:tailEnd type="none" w="med" len="med"/>
                        </a:lnL>
                        <a:lnR w="12700" cap="flat" cmpd="sng" algn="ctr">
                          <a:solidFill>
                            <a:srgbClr val="000066"/>
                          </a:solidFill>
                          <a:prstDash val="solid"/>
                          <a:round/>
                          <a:headEnd type="none" w="med" len="med"/>
                          <a:tailEnd type="none" w="med" len="med"/>
                        </a:lnR>
                        <a:lnT w="12700" cap="flat" cmpd="sng" algn="ctr">
                          <a:solidFill>
                            <a:srgbClr val="000066"/>
                          </a:solidFill>
                          <a:prstDash val="solid"/>
                          <a:round/>
                          <a:headEnd type="none" w="med" len="med"/>
                          <a:tailEnd type="none" w="med" len="med"/>
                        </a:lnT>
                        <a:lnB w="12700" cap="flat" cmpd="sng" algn="ctr">
                          <a:solidFill>
                            <a:srgbClr val="000066"/>
                          </a:solidFill>
                          <a:prstDash val="solid"/>
                          <a:round/>
                          <a:headEnd type="none" w="med" len="med"/>
                          <a:tailEnd type="none" w="med" len="med"/>
                        </a:lnB>
                        <a:solidFill>
                          <a:schemeClr val="tx1">
                            <a:lumMod val="20000"/>
                            <a:lumOff val="80000"/>
                          </a:schemeClr>
                        </a:solidFill>
                      </a:tcPr>
                    </a:tc>
                    <a:extLst>
                      <a:ext uri="{0D108BD9-81ED-4DB2-BD59-A6C34878D82A}">
                        <a16:rowId xmlns:a16="http://schemas.microsoft.com/office/drawing/2014/main" val="879460779"/>
                      </a:ext>
                    </a:extLst>
                  </a:tr>
                  <a:tr h="370840">
                    <a:tc>
                      <a:txBody>
                        <a:bodyPr/>
                        <a:lstStyle/>
                        <a:p>
                          <a:endParaRPr lang="zh-CN"/>
                        </a:p>
                      </a:txBody>
                      <a:tcPr anchor="ctr">
                        <a:lnL w="12700" cap="flat" cmpd="sng" algn="ctr">
                          <a:solidFill>
                            <a:srgbClr val="000066"/>
                          </a:solidFill>
                          <a:prstDash val="solid"/>
                          <a:round/>
                          <a:headEnd type="none" w="med" len="med"/>
                          <a:tailEnd type="none" w="med" len="med"/>
                        </a:lnL>
                        <a:lnR w="12700" cap="flat" cmpd="sng" algn="ctr">
                          <a:solidFill>
                            <a:srgbClr val="000066"/>
                          </a:solidFill>
                          <a:prstDash val="solid"/>
                          <a:round/>
                          <a:headEnd type="none" w="med" len="med"/>
                          <a:tailEnd type="none" w="med" len="med"/>
                        </a:lnR>
                        <a:lnT w="12700" cap="flat" cmpd="sng" algn="ctr">
                          <a:solidFill>
                            <a:srgbClr val="000066"/>
                          </a:solidFill>
                          <a:prstDash val="solid"/>
                          <a:round/>
                          <a:headEnd type="none" w="med" len="med"/>
                          <a:tailEnd type="none" w="med" len="med"/>
                        </a:lnT>
                        <a:lnB w="12700" cap="flat" cmpd="sng" algn="ctr">
                          <a:solidFill>
                            <a:srgbClr val="000066"/>
                          </a:solidFill>
                          <a:prstDash val="solid"/>
                          <a:round/>
                          <a:headEnd type="none" w="med" len="med"/>
                          <a:tailEnd type="none" w="med" len="med"/>
                        </a:lnB>
                        <a:blipFill>
                          <a:blip r:embed="rId2"/>
                          <a:stretch>
                            <a:fillRect l="-424" t="-606557" r="-325000" b="-224590"/>
                          </a:stretch>
                        </a:blipFill>
                      </a:tcPr>
                    </a:tc>
                    <a:tc>
                      <a:txBody>
                        <a:bodyPr/>
                        <a:lstStyle/>
                        <a:p>
                          <a:pPr algn="ctr"/>
                          <a:r>
                            <a:rPr lang="en-US" altLang="zh-CN" b="0" dirty="0">
                              <a:ln>
                                <a:noFill/>
                              </a:ln>
                              <a:solidFill>
                                <a:srgbClr val="000066"/>
                              </a:solidFill>
                              <a:latin typeface="Times New Roman" panose="02020603050405020304" pitchFamily="18" charset="0"/>
                              <a:cs typeface="Times New Roman" panose="02020603050405020304" pitchFamily="18" charset="0"/>
                            </a:rPr>
                            <a:t>0.588</a:t>
                          </a:r>
                          <a:endParaRPr lang="zh-CN" altLang="en-US" b="0" dirty="0">
                            <a:ln>
                              <a:noFill/>
                            </a:ln>
                            <a:solidFill>
                              <a:srgbClr val="000066"/>
                            </a:solidFill>
                            <a:latin typeface="Times New Roman" panose="02020603050405020304" pitchFamily="18" charset="0"/>
                            <a:cs typeface="Times New Roman" panose="02020603050405020304" pitchFamily="18" charset="0"/>
                          </a:endParaRPr>
                        </a:p>
                      </a:txBody>
                      <a:tcPr anchor="ctr">
                        <a:lnL w="12700" cap="flat" cmpd="sng" algn="ctr">
                          <a:solidFill>
                            <a:srgbClr val="000066"/>
                          </a:solidFill>
                          <a:prstDash val="solid"/>
                          <a:round/>
                          <a:headEnd type="none" w="med" len="med"/>
                          <a:tailEnd type="none" w="med" len="med"/>
                        </a:lnL>
                        <a:lnR w="12700" cap="flat" cmpd="sng" algn="ctr">
                          <a:solidFill>
                            <a:srgbClr val="000066"/>
                          </a:solidFill>
                          <a:prstDash val="solid"/>
                          <a:round/>
                          <a:headEnd type="none" w="med" len="med"/>
                          <a:tailEnd type="none" w="med" len="med"/>
                        </a:lnR>
                        <a:lnT w="12700" cap="flat" cmpd="sng" algn="ctr">
                          <a:solidFill>
                            <a:srgbClr val="000066"/>
                          </a:solidFill>
                          <a:prstDash val="solid"/>
                          <a:round/>
                          <a:headEnd type="none" w="med" len="med"/>
                          <a:tailEnd type="none" w="med" len="med"/>
                        </a:lnT>
                        <a:lnB w="12700" cap="flat" cmpd="sng" algn="ctr">
                          <a:solidFill>
                            <a:srgbClr val="000066"/>
                          </a:solidFill>
                          <a:prstDash val="solid"/>
                          <a:round/>
                          <a:headEnd type="none" w="med" len="med"/>
                          <a:tailEnd type="none" w="med" len="med"/>
                        </a:lnB>
                        <a:solidFill>
                          <a:schemeClr val="tx1">
                            <a:lumMod val="20000"/>
                            <a:lumOff val="80000"/>
                          </a:schemeClr>
                        </a:solidFill>
                      </a:tcPr>
                    </a:tc>
                    <a:tc>
                      <a:txBody>
                        <a:bodyPr/>
                        <a:lstStyle/>
                        <a:p>
                          <a:pPr algn="ctr"/>
                          <a:r>
                            <a:rPr lang="en-US" altLang="zh-CN" b="0" dirty="0">
                              <a:ln>
                                <a:noFill/>
                              </a:ln>
                              <a:solidFill>
                                <a:srgbClr val="000066"/>
                              </a:solidFill>
                              <a:latin typeface="Times New Roman" panose="02020603050405020304" pitchFamily="18" charset="0"/>
                              <a:cs typeface="Times New Roman" panose="02020603050405020304" pitchFamily="18" charset="0"/>
                            </a:rPr>
                            <a:t>0.980</a:t>
                          </a:r>
                          <a:endParaRPr lang="zh-CN" altLang="en-US" b="0" dirty="0">
                            <a:ln>
                              <a:noFill/>
                            </a:ln>
                            <a:solidFill>
                              <a:srgbClr val="000066"/>
                            </a:solidFill>
                            <a:latin typeface="Times New Roman" panose="02020603050405020304" pitchFamily="18" charset="0"/>
                            <a:cs typeface="Times New Roman" panose="02020603050405020304" pitchFamily="18" charset="0"/>
                          </a:endParaRPr>
                        </a:p>
                      </a:txBody>
                      <a:tcPr anchor="ctr">
                        <a:lnL w="12700" cap="flat" cmpd="sng" algn="ctr">
                          <a:solidFill>
                            <a:srgbClr val="000066"/>
                          </a:solidFill>
                          <a:prstDash val="solid"/>
                          <a:round/>
                          <a:headEnd type="none" w="med" len="med"/>
                          <a:tailEnd type="none" w="med" len="med"/>
                        </a:lnL>
                        <a:lnR w="12700" cap="flat" cmpd="sng" algn="ctr">
                          <a:solidFill>
                            <a:srgbClr val="000066"/>
                          </a:solidFill>
                          <a:prstDash val="solid"/>
                          <a:round/>
                          <a:headEnd type="none" w="med" len="med"/>
                          <a:tailEnd type="none" w="med" len="med"/>
                        </a:lnR>
                        <a:lnT w="12700" cap="flat" cmpd="sng" algn="ctr">
                          <a:solidFill>
                            <a:srgbClr val="000066"/>
                          </a:solidFill>
                          <a:prstDash val="solid"/>
                          <a:round/>
                          <a:headEnd type="none" w="med" len="med"/>
                          <a:tailEnd type="none" w="med" len="med"/>
                        </a:lnT>
                        <a:lnB w="12700" cap="flat" cmpd="sng" algn="ctr">
                          <a:solidFill>
                            <a:srgbClr val="000066"/>
                          </a:solidFill>
                          <a:prstDash val="solid"/>
                          <a:round/>
                          <a:headEnd type="none" w="med" len="med"/>
                          <a:tailEnd type="none" w="med" len="med"/>
                        </a:lnB>
                        <a:solidFill>
                          <a:schemeClr val="tx1">
                            <a:lumMod val="20000"/>
                            <a:lumOff val="80000"/>
                          </a:schemeClr>
                        </a:solidFill>
                      </a:tcPr>
                    </a:tc>
                    <a:tc>
                      <a:txBody>
                        <a:bodyPr/>
                        <a:lstStyle/>
                        <a:p>
                          <a:pPr algn="ctr"/>
                          <a:r>
                            <a:rPr lang="en-US" altLang="zh-CN" b="0" dirty="0">
                              <a:ln>
                                <a:noFill/>
                              </a:ln>
                              <a:solidFill>
                                <a:srgbClr val="000066"/>
                              </a:solidFill>
                              <a:latin typeface="Times New Roman" panose="02020603050405020304" pitchFamily="18" charset="0"/>
                              <a:cs typeface="Times New Roman" panose="02020603050405020304" pitchFamily="18" charset="0"/>
                            </a:rPr>
                            <a:t>1.372</a:t>
                          </a:r>
                          <a:endParaRPr lang="zh-CN" altLang="en-US" b="0" dirty="0">
                            <a:ln>
                              <a:noFill/>
                            </a:ln>
                            <a:solidFill>
                              <a:srgbClr val="000066"/>
                            </a:solidFill>
                            <a:latin typeface="Times New Roman" panose="02020603050405020304" pitchFamily="18" charset="0"/>
                            <a:cs typeface="Times New Roman" panose="02020603050405020304" pitchFamily="18" charset="0"/>
                          </a:endParaRPr>
                        </a:p>
                      </a:txBody>
                      <a:tcPr anchor="ctr">
                        <a:lnL w="12700" cap="flat" cmpd="sng" algn="ctr">
                          <a:solidFill>
                            <a:srgbClr val="000066"/>
                          </a:solidFill>
                          <a:prstDash val="solid"/>
                          <a:round/>
                          <a:headEnd type="none" w="med" len="med"/>
                          <a:tailEnd type="none" w="med" len="med"/>
                        </a:lnL>
                        <a:lnR w="12700" cap="flat" cmpd="sng" algn="ctr">
                          <a:solidFill>
                            <a:srgbClr val="000066"/>
                          </a:solidFill>
                          <a:prstDash val="solid"/>
                          <a:round/>
                          <a:headEnd type="none" w="med" len="med"/>
                          <a:tailEnd type="none" w="med" len="med"/>
                        </a:lnR>
                        <a:lnT w="12700" cap="flat" cmpd="sng" algn="ctr">
                          <a:solidFill>
                            <a:srgbClr val="000066"/>
                          </a:solidFill>
                          <a:prstDash val="solid"/>
                          <a:round/>
                          <a:headEnd type="none" w="med" len="med"/>
                          <a:tailEnd type="none" w="med" len="med"/>
                        </a:lnT>
                        <a:lnB w="12700" cap="flat" cmpd="sng" algn="ctr">
                          <a:solidFill>
                            <a:srgbClr val="000066"/>
                          </a:solidFill>
                          <a:prstDash val="solid"/>
                          <a:round/>
                          <a:headEnd type="none" w="med" len="med"/>
                          <a:tailEnd type="none" w="med" len="med"/>
                        </a:lnB>
                        <a:solidFill>
                          <a:schemeClr val="tx1">
                            <a:lumMod val="20000"/>
                            <a:lumOff val="80000"/>
                          </a:schemeClr>
                        </a:solidFill>
                      </a:tcPr>
                    </a:tc>
                    <a:tc>
                      <a:txBody>
                        <a:bodyPr/>
                        <a:lstStyle/>
                        <a:p>
                          <a:pPr algn="ctr"/>
                          <a:r>
                            <a:rPr lang="en-US" altLang="zh-CN" b="0" dirty="0">
                              <a:ln>
                                <a:noFill/>
                              </a:ln>
                              <a:solidFill>
                                <a:srgbClr val="000066"/>
                              </a:solidFill>
                              <a:latin typeface="Times New Roman" panose="02020603050405020304" pitchFamily="18" charset="0"/>
                              <a:cs typeface="Times New Roman" panose="02020603050405020304" pitchFamily="18" charset="0"/>
                            </a:rPr>
                            <a:t>1.764</a:t>
                          </a:r>
                          <a:endParaRPr lang="zh-CN" altLang="en-US" b="0" dirty="0">
                            <a:ln>
                              <a:noFill/>
                            </a:ln>
                            <a:solidFill>
                              <a:srgbClr val="000066"/>
                            </a:solidFill>
                            <a:latin typeface="Times New Roman" panose="02020603050405020304" pitchFamily="18" charset="0"/>
                            <a:cs typeface="Times New Roman" panose="02020603050405020304" pitchFamily="18" charset="0"/>
                          </a:endParaRPr>
                        </a:p>
                      </a:txBody>
                      <a:tcPr anchor="ctr">
                        <a:lnL w="12700" cap="flat" cmpd="sng" algn="ctr">
                          <a:solidFill>
                            <a:srgbClr val="000066"/>
                          </a:solidFill>
                          <a:prstDash val="solid"/>
                          <a:round/>
                          <a:headEnd type="none" w="med" len="med"/>
                          <a:tailEnd type="none" w="med" len="med"/>
                        </a:lnL>
                        <a:lnR w="12700" cap="flat" cmpd="sng" algn="ctr">
                          <a:solidFill>
                            <a:srgbClr val="000066"/>
                          </a:solidFill>
                          <a:prstDash val="solid"/>
                          <a:round/>
                          <a:headEnd type="none" w="med" len="med"/>
                          <a:tailEnd type="none" w="med" len="med"/>
                        </a:lnR>
                        <a:lnT w="12700" cap="flat" cmpd="sng" algn="ctr">
                          <a:solidFill>
                            <a:srgbClr val="000066"/>
                          </a:solidFill>
                          <a:prstDash val="solid"/>
                          <a:round/>
                          <a:headEnd type="none" w="med" len="med"/>
                          <a:tailEnd type="none" w="med" len="med"/>
                        </a:lnT>
                        <a:lnB w="12700" cap="flat" cmpd="sng" algn="ctr">
                          <a:solidFill>
                            <a:srgbClr val="000066"/>
                          </a:solidFill>
                          <a:prstDash val="solid"/>
                          <a:round/>
                          <a:headEnd type="none" w="med" len="med"/>
                          <a:tailEnd type="none" w="med" len="med"/>
                        </a:lnB>
                        <a:solidFill>
                          <a:schemeClr val="tx1">
                            <a:lumMod val="20000"/>
                            <a:lumOff val="80000"/>
                          </a:schemeClr>
                        </a:solidFill>
                      </a:tcPr>
                    </a:tc>
                    <a:tc>
                      <a:txBody>
                        <a:bodyPr/>
                        <a:lstStyle/>
                        <a:p>
                          <a:pPr algn="ctr"/>
                          <a:r>
                            <a:rPr lang="en-US" altLang="zh-CN" b="0" dirty="0">
                              <a:ln>
                                <a:noFill/>
                              </a:ln>
                              <a:solidFill>
                                <a:srgbClr val="000066"/>
                              </a:solidFill>
                              <a:latin typeface="Times New Roman" panose="02020603050405020304" pitchFamily="18" charset="0"/>
                              <a:cs typeface="Times New Roman" panose="02020603050405020304" pitchFamily="18" charset="0"/>
                            </a:rPr>
                            <a:t>2.156</a:t>
                          </a:r>
                          <a:endParaRPr lang="zh-CN" altLang="en-US" b="0" dirty="0">
                            <a:ln>
                              <a:noFill/>
                            </a:ln>
                            <a:solidFill>
                              <a:srgbClr val="000066"/>
                            </a:solidFill>
                            <a:latin typeface="Times New Roman" panose="02020603050405020304" pitchFamily="18" charset="0"/>
                            <a:cs typeface="Times New Roman" panose="02020603050405020304" pitchFamily="18" charset="0"/>
                          </a:endParaRPr>
                        </a:p>
                      </a:txBody>
                      <a:tcPr anchor="ctr">
                        <a:lnL w="12700" cap="flat" cmpd="sng" algn="ctr">
                          <a:solidFill>
                            <a:srgbClr val="000066"/>
                          </a:solidFill>
                          <a:prstDash val="solid"/>
                          <a:round/>
                          <a:headEnd type="none" w="med" len="med"/>
                          <a:tailEnd type="none" w="med" len="med"/>
                        </a:lnL>
                        <a:lnR w="12700" cap="flat" cmpd="sng" algn="ctr">
                          <a:solidFill>
                            <a:srgbClr val="000066"/>
                          </a:solidFill>
                          <a:prstDash val="solid"/>
                          <a:round/>
                          <a:headEnd type="none" w="med" len="med"/>
                          <a:tailEnd type="none" w="med" len="med"/>
                        </a:lnR>
                        <a:lnT w="12700" cap="flat" cmpd="sng" algn="ctr">
                          <a:solidFill>
                            <a:srgbClr val="000066"/>
                          </a:solidFill>
                          <a:prstDash val="solid"/>
                          <a:round/>
                          <a:headEnd type="none" w="med" len="med"/>
                          <a:tailEnd type="none" w="med" len="med"/>
                        </a:lnT>
                        <a:lnB w="12700" cap="flat" cmpd="sng" algn="ctr">
                          <a:solidFill>
                            <a:srgbClr val="000066"/>
                          </a:solidFill>
                          <a:prstDash val="solid"/>
                          <a:round/>
                          <a:headEnd type="none" w="med" len="med"/>
                          <a:tailEnd type="none" w="med" len="med"/>
                        </a:lnB>
                        <a:solidFill>
                          <a:schemeClr val="tx1">
                            <a:lumMod val="20000"/>
                            <a:lumOff val="80000"/>
                          </a:schemeClr>
                        </a:solidFill>
                      </a:tcPr>
                    </a:tc>
                    <a:extLst>
                      <a:ext uri="{0D108BD9-81ED-4DB2-BD59-A6C34878D82A}">
                        <a16:rowId xmlns:a16="http://schemas.microsoft.com/office/drawing/2014/main" val="4008362737"/>
                      </a:ext>
                    </a:extLst>
                  </a:tr>
                  <a:tr h="370840">
                    <a:tc>
                      <a:txBody>
                        <a:bodyPr/>
                        <a:lstStyle/>
                        <a:p>
                          <a:endParaRPr lang="zh-CN"/>
                        </a:p>
                      </a:txBody>
                      <a:tcPr anchor="ctr">
                        <a:lnL w="12700" cap="flat" cmpd="sng" algn="ctr">
                          <a:solidFill>
                            <a:srgbClr val="000066"/>
                          </a:solidFill>
                          <a:prstDash val="solid"/>
                          <a:round/>
                          <a:headEnd type="none" w="med" len="med"/>
                          <a:tailEnd type="none" w="med" len="med"/>
                        </a:lnL>
                        <a:lnR w="12700" cap="flat" cmpd="sng" algn="ctr">
                          <a:solidFill>
                            <a:srgbClr val="000066"/>
                          </a:solidFill>
                          <a:prstDash val="solid"/>
                          <a:round/>
                          <a:headEnd type="none" w="med" len="med"/>
                          <a:tailEnd type="none" w="med" len="med"/>
                        </a:lnR>
                        <a:lnT w="12700" cap="flat" cmpd="sng" algn="ctr">
                          <a:solidFill>
                            <a:srgbClr val="000066"/>
                          </a:solidFill>
                          <a:prstDash val="solid"/>
                          <a:round/>
                          <a:headEnd type="none" w="med" len="med"/>
                          <a:tailEnd type="none" w="med" len="med"/>
                        </a:lnT>
                        <a:lnB w="12700" cap="flat" cmpd="sng" algn="ctr">
                          <a:solidFill>
                            <a:srgbClr val="000066"/>
                          </a:solidFill>
                          <a:prstDash val="solid"/>
                          <a:round/>
                          <a:headEnd type="none" w="med" len="med"/>
                          <a:tailEnd type="none" w="med" len="med"/>
                        </a:lnB>
                        <a:blipFill>
                          <a:blip r:embed="rId2"/>
                          <a:stretch>
                            <a:fillRect l="-424" t="-706557" r="-325000" b="-124590"/>
                          </a:stretch>
                        </a:blipFill>
                      </a:tcPr>
                    </a:tc>
                    <a:tc>
                      <a:txBody>
                        <a:bodyPr/>
                        <a:lstStyle/>
                        <a:p>
                          <a:pPr algn="ctr"/>
                          <a:r>
                            <a:rPr lang="en-US" altLang="zh-CN" b="0" dirty="0">
                              <a:ln>
                                <a:noFill/>
                              </a:ln>
                              <a:solidFill>
                                <a:srgbClr val="000066"/>
                              </a:solidFill>
                              <a:latin typeface="Times New Roman" panose="02020603050405020304" pitchFamily="18" charset="0"/>
                              <a:cs typeface="Times New Roman" panose="02020603050405020304" pitchFamily="18" charset="0"/>
                            </a:rPr>
                            <a:t>-0.5467</a:t>
                          </a:r>
                          <a:endParaRPr lang="zh-CN" altLang="en-US" b="0" dirty="0">
                            <a:ln>
                              <a:noFill/>
                            </a:ln>
                            <a:solidFill>
                              <a:srgbClr val="000066"/>
                            </a:solidFill>
                            <a:latin typeface="Times New Roman" panose="02020603050405020304" pitchFamily="18" charset="0"/>
                            <a:cs typeface="Times New Roman" panose="02020603050405020304" pitchFamily="18" charset="0"/>
                          </a:endParaRPr>
                        </a:p>
                      </a:txBody>
                      <a:tcPr anchor="ctr">
                        <a:lnL w="12700" cap="flat" cmpd="sng" algn="ctr">
                          <a:solidFill>
                            <a:srgbClr val="000066"/>
                          </a:solidFill>
                          <a:prstDash val="solid"/>
                          <a:round/>
                          <a:headEnd type="none" w="med" len="med"/>
                          <a:tailEnd type="none" w="med" len="med"/>
                        </a:lnL>
                        <a:lnR w="12700" cap="flat" cmpd="sng" algn="ctr">
                          <a:solidFill>
                            <a:srgbClr val="000066"/>
                          </a:solidFill>
                          <a:prstDash val="solid"/>
                          <a:round/>
                          <a:headEnd type="none" w="med" len="med"/>
                          <a:tailEnd type="none" w="med" len="med"/>
                        </a:lnR>
                        <a:lnT w="12700" cap="flat" cmpd="sng" algn="ctr">
                          <a:solidFill>
                            <a:srgbClr val="000066"/>
                          </a:solidFill>
                          <a:prstDash val="solid"/>
                          <a:round/>
                          <a:headEnd type="none" w="med" len="med"/>
                          <a:tailEnd type="none" w="med" len="med"/>
                        </a:lnT>
                        <a:lnB w="12700" cap="flat" cmpd="sng" algn="ctr">
                          <a:solidFill>
                            <a:srgbClr val="000066"/>
                          </a:solidFill>
                          <a:prstDash val="solid"/>
                          <a:round/>
                          <a:headEnd type="none" w="med" len="med"/>
                          <a:tailEnd type="none" w="med" len="med"/>
                        </a:lnB>
                        <a:solidFill>
                          <a:schemeClr val="tx1">
                            <a:lumMod val="20000"/>
                            <a:lumOff val="80000"/>
                          </a:schemeClr>
                        </a:solidFill>
                      </a:tcPr>
                    </a:tc>
                    <a:tc>
                      <a:txBody>
                        <a:bodyPr/>
                        <a:lstStyle/>
                        <a:p>
                          <a:pPr algn="ctr"/>
                          <a:r>
                            <a:rPr lang="en-US" altLang="zh-CN" b="0" dirty="0">
                              <a:ln>
                                <a:noFill/>
                              </a:ln>
                              <a:solidFill>
                                <a:srgbClr val="000066"/>
                              </a:solidFill>
                              <a:latin typeface="Times New Roman" panose="02020603050405020304" pitchFamily="18" charset="0"/>
                              <a:cs typeface="Times New Roman" panose="02020603050405020304" pitchFamily="18" charset="0"/>
                            </a:rPr>
                            <a:t>-0.4248</a:t>
                          </a:r>
                          <a:endParaRPr lang="zh-CN" altLang="en-US" b="0" dirty="0">
                            <a:ln>
                              <a:noFill/>
                            </a:ln>
                            <a:solidFill>
                              <a:srgbClr val="000066"/>
                            </a:solidFill>
                            <a:latin typeface="Times New Roman" panose="02020603050405020304" pitchFamily="18" charset="0"/>
                            <a:cs typeface="Times New Roman" panose="02020603050405020304" pitchFamily="18" charset="0"/>
                          </a:endParaRPr>
                        </a:p>
                      </a:txBody>
                      <a:tcPr anchor="ctr">
                        <a:lnL w="12700" cap="flat" cmpd="sng" algn="ctr">
                          <a:solidFill>
                            <a:srgbClr val="000066"/>
                          </a:solidFill>
                          <a:prstDash val="solid"/>
                          <a:round/>
                          <a:headEnd type="none" w="med" len="med"/>
                          <a:tailEnd type="none" w="med" len="med"/>
                        </a:lnL>
                        <a:lnR w="12700" cap="flat" cmpd="sng" algn="ctr">
                          <a:solidFill>
                            <a:srgbClr val="000066"/>
                          </a:solidFill>
                          <a:prstDash val="solid"/>
                          <a:round/>
                          <a:headEnd type="none" w="med" len="med"/>
                          <a:tailEnd type="none" w="med" len="med"/>
                        </a:lnR>
                        <a:lnT w="12700" cap="flat" cmpd="sng" algn="ctr">
                          <a:solidFill>
                            <a:srgbClr val="000066"/>
                          </a:solidFill>
                          <a:prstDash val="solid"/>
                          <a:round/>
                          <a:headEnd type="none" w="med" len="med"/>
                          <a:tailEnd type="none" w="med" len="med"/>
                        </a:lnT>
                        <a:lnB w="12700" cap="flat" cmpd="sng" algn="ctr">
                          <a:solidFill>
                            <a:srgbClr val="000066"/>
                          </a:solidFill>
                          <a:prstDash val="solid"/>
                          <a:round/>
                          <a:headEnd type="none" w="med" len="med"/>
                          <a:tailEnd type="none" w="med" len="med"/>
                        </a:lnB>
                        <a:solidFill>
                          <a:schemeClr val="tx1">
                            <a:lumMod val="20000"/>
                            <a:lumOff val="80000"/>
                          </a:schemeClr>
                        </a:solidFill>
                      </a:tcPr>
                    </a:tc>
                    <a:tc>
                      <a:txBody>
                        <a:bodyPr/>
                        <a:lstStyle/>
                        <a:p>
                          <a:pPr algn="ctr"/>
                          <a:r>
                            <a:rPr lang="en-US" altLang="zh-CN" b="0" dirty="0">
                              <a:ln>
                                <a:noFill/>
                              </a:ln>
                              <a:solidFill>
                                <a:srgbClr val="000066"/>
                              </a:solidFill>
                              <a:latin typeface="Times New Roman" panose="02020603050405020304" pitchFamily="18" charset="0"/>
                              <a:cs typeface="Times New Roman" panose="02020603050405020304" pitchFamily="18" charset="0"/>
                            </a:rPr>
                            <a:t>-0.3552</a:t>
                          </a:r>
                          <a:endParaRPr lang="zh-CN" altLang="en-US" b="0" dirty="0">
                            <a:ln>
                              <a:noFill/>
                            </a:ln>
                            <a:solidFill>
                              <a:srgbClr val="000066"/>
                            </a:solidFill>
                            <a:latin typeface="Times New Roman" panose="02020603050405020304" pitchFamily="18" charset="0"/>
                            <a:cs typeface="Times New Roman" panose="02020603050405020304" pitchFamily="18" charset="0"/>
                          </a:endParaRPr>
                        </a:p>
                      </a:txBody>
                      <a:tcPr anchor="ctr">
                        <a:lnL w="12700" cap="flat" cmpd="sng" algn="ctr">
                          <a:solidFill>
                            <a:srgbClr val="000066"/>
                          </a:solidFill>
                          <a:prstDash val="solid"/>
                          <a:round/>
                          <a:headEnd type="none" w="med" len="med"/>
                          <a:tailEnd type="none" w="med" len="med"/>
                        </a:lnL>
                        <a:lnR w="12700" cap="flat" cmpd="sng" algn="ctr">
                          <a:solidFill>
                            <a:srgbClr val="000066"/>
                          </a:solidFill>
                          <a:prstDash val="solid"/>
                          <a:round/>
                          <a:headEnd type="none" w="med" len="med"/>
                          <a:tailEnd type="none" w="med" len="med"/>
                        </a:lnR>
                        <a:lnT w="12700" cap="flat" cmpd="sng" algn="ctr">
                          <a:solidFill>
                            <a:srgbClr val="000066"/>
                          </a:solidFill>
                          <a:prstDash val="solid"/>
                          <a:round/>
                          <a:headEnd type="none" w="med" len="med"/>
                          <a:tailEnd type="none" w="med" len="med"/>
                        </a:lnT>
                        <a:lnB w="12700" cap="flat" cmpd="sng" algn="ctr">
                          <a:solidFill>
                            <a:srgbClr val="000066"/>
                          </a:solidFill>
                          <a:prstDash val="solid"/>
                          <a:round/>
                          <a:headEnd type="none" w="med" len="med"/>
                          <a:tailEnd type="none" w="med" len="med"/>
                        </a:lnB>
                        <a:solidFill>
                          <a:schemeClr val="tx1">
                            <a:lumMod val="20000"/>
                            <a:lumOff val="80000"/>
                          </a:schemeClr>
                        </a:solidFill>
                      </a:tcPr>
                    </a:tc>
                    <a:tc>
                      <a:txBody>
                        <a:bodyPr/>
                        <a:lstStyle/>
                        <a:p>
                          <a:pPr algn="ctr"/>
                          <a:r>
                            <a:rPr lang="en-US" altLang="zh-CN" b="0" dirty="0">
                              <a:ln>
                                <a:noFill/>
                              </a:ln>
                              <a:solidFill>
                                <a:srgbClr val="000066"/>
                              </a:solidFill>
                              <a:latin typeface="Times New Roman" panose="02020603050405020304" pitchFamily="18" charset="0"/>
                              <a:cs typeface="Times New Roman" panose="02020603050405020304" pitchFamily="18" charset="0"/>
                            </a:rPr>
                            <a:t>-0.2851</a:t>
                          </a:r>
                          <a:endParaRPr lang="zh-CN" altLang="en-US" b="0" dirty="0">
                            <a:ln>
                              <a:noFill/>
                            </a:ln>
                            <a:solidFill>
                              <a:srgbClr val="000066"/>
                            </a:solidFill>
                            <a:latin typeface="Times New Roman" panose="02020603050405020304" pitchFamily="18" charset="0"/>
                            <a:cs typeface="Times New Roman" panose="02020603050405020304" pitchFamily="18" charset="0"/>
                          </a:endParaRPr>
                        </a:p>
                      </a:txBody>
                      <a:tcPr anchor="ctr">
                        <a:lnL w="12700" cap="flat" cmpd="sng" algn="ctr">
                          <a:solidFill>
                            <a:srgbClr val="000066"/>
                          </a:solidFill>
                          <a:prstDash val="solid"/>
                          <a:round/>
                          <a:headEnd type="none" w="med" len="med"/>
                          <a:tailEnd type="none" w="med" len="med"/>
                        </a:lnL>
                        <a:lnR w="12700" cap="flat" cmpd="sng" algn="ctr">
                          <a:solidFill>
                            <a:srgbClr val="000066"/>
                          </a:solidFill>
                          <a:prstDash val="solid"/>
                          <a:round/>
                          <a:headEnd type="none" w="med" len="med"/>
                          <a:tailEnd type="none" w="med" len="med"/>
                        </a:lnR>
                        <a:lnT w="12700" cap="flat" cmpd="sng" algn="ctr">
                          <a:solidFill>
                            <a:srgbClr val="000066"/>
                          </a:solidFill>
                          <a:prstDash val="solid"/>
                          <a:round/>
                          <a:headEnd type="none" w="med" len="med"/>
                          <a:tailEnd type="none" w="med" len="med"/>
                        </a:lnT>
                        <a:lnB w="12700" cap="flat" cmpd="sng" algn="ctr">
                          <a:solidFill>
                            <a:srgbClr val="000066"/>
                          </a:solidFill>
                          <a:prstDash val="solid"/>
                          <a:round/>
                          <a:headEnd type="none" w="med" len="med"/>
                          <a:tailEnd type="none" w="med" len="med"/>
                        </a:lnB>
                        <a:solidFill>
                          <a:schemeClr val="tx1">
                            <a:lumMod val="20000"/>
                            <a:lumOff val="80000"/>
                          </a:schemeClr>
                        </a:solidFill>
                      </a:tcPr>
                    </a:tc>
                    <a:tc>
                      <a:txBody>
                        <a:bodyPr/>
                        <a:lstStyle/>
                        <a:p>
                          <a:pPr algn="ctr"/>
                          <a:r>
                            <a:rPr lang="en-US" altLang="zh-CN" b="0" dirty="0">
                              <a:ln>
                                <a:noFill/>
                              </a:ln>
                              <a:solidFill>
                                <a:srgbClr val="000066"/>
                              </a:solidFill>
                              <a:latin typeface="Times New Roman" panose="02020603050405020304" pitchFamily="18" charset="0"/>
                              <a:cs typeface="Times New Roman" panose="02020603050405020304" pitchFamily="18" charset="0"/>
                            </a:rPr>
                            <a:t>-0.2421</a:t>
                          </a:r>
                          <a:endParaRPr lang="zh-CN" altLang="en-US" b="0" dirty="0">
                            <a:ln>
                              <a:noFill/>
                            </a:ln>
                            <a:solidFill>
                              <a:srgbClr val="000066"/>
                            </a:solidFill>
                            <a:latin typeface="Times New Roman" panose="02020603050405020304" pitchFamily="18" charset="0"/>
                            <a:cs typeface="Times New Roman" panose="02020603050405020304" pitchFamily="18" charset="0"/>
                          </a:endParaRPr>
                        </a:p>
                      </a:txBody>
                      <a:tcPr anchor="ctr">
                        <a:lnL w="12700" cap="flat" cmpd="sng" algn="ctr">
                          <a:solidFill>
                            <a:srgbClr val="000066"/>
                          </a:solidFill>
                          <a:prstDash val="solid"/>
                          <a:round/>
                          <a:headEnd type="none" w="med" len="med"/>
                          <a:tailEnd type="none" w="med" len="med"/>
                        </a:lnL>
                        <a:lnR w="12700" cap="flat" cmpd="sng" algn="ctr">
                          <a:solidFill>
                            <a:srgbClr val="000066"/>
                          </a:solidFill>
                          <a:prstDash val="solid"/>
                          <a:round/>
                          <a:headEnd type="none" w="med" len="med"/>
                          <a:tailEnd type="none" w="med" len="med"/>
                        </a:lnR>
                        <a:lnT w="12700" cap="flat" cmpd="sng" algn="ctr">
                          <a:solidFill>
                            <a:srgbClr val="000066"/>
                          </a:solidFill>
                          <a:prstDash val="solid"/>
                          <a:round/>
                          <a:headEnd type="none" w="med" len="med"/>
                          <a:tailEnd type="none" w="med" len="med"/>
                        </a:lnT>
                        <a:lnB w="12700" cap="flat" cmpd="sng" algn="ctr">
                          <a:solidFill>
                            <a:srgbClr val="000066"/>
                          </a:solidFill>
                          <a:prstDash val="solid"/>
                          <a:round/>
                          <a:headEnd type="none" w="med" len="med"/>
                          <a:tailEnd type="none" w="med" len="med"/>
                        </a:lnB>
                        <a:solidFill>
                          <a:schemeClr val="tx1">
                            <a:lumMod val="20000"/>
                            <a:lumOff val="80000"/>
                          </a:schemeClr>
                        </a:solidFill>
                      </a:tcPr>
                    </a:tc>
                    <a:extLst>
                      <a:ext uri="{0D108BD9-81ED-4DB2-BD59-A6C34878D82A}">
                        <a16:rowId xmlns:a16="http://schemas.microsoft.com/office/drawing/2014/main" val="1758945092"/>
                      </a:ext>
                    </a:extLst>
                  </a:tr>
                  <a:tr h="370840">
                    <a:tc>
                      <a:txBody>
                        <a:bodyPr/>
                        <a:lstStyle/>
                        <a:p>
                          <a:endParaRPr lang="zh-CN"/>
                        </a:p>
                      </a:txBody>
                      <a:tcPr anchor="ctr">
                        <a:lnL w="12700" cap="flat" cmpd="sng" algn="ctr">
                          <a:solidFill>
                            <a:srgbClr val="000066"/>
                          </a:solidFill>
                          <a:prstDash val="solid"/>
                          <a:round/>
                          <a:headEnd type="none" w="med" len="med"/>
                          <a:tailEnd type="none" w="med" len="med"/>
                        </a:lnL>
                        <a:lnR w="12700" cap="flat" cmpd="sng" algn="ctr">
                          <a:solidFill>
                            <a:srgbClr val="000066"/>
                          </a:solidFill>
                          <a:prstDash val="solid"/>
                          <a:round/>
                          <a:headEnd type="none" w="med" len="med"/>
                          <a:tailEnd type="none" w="med" len="med"/>
                        </a:lnR>
                        <a:lnT w="12700" cap="flat" cmpd="sng" algn="ctr">
                          <a:solidFill>
                            <a:srgbClr val="000066"/>
                          </a:solidFill>
                          <a:prstDash val="solid"/>
                          <a:round/>
                          <a:headEnd type="none" w="med" len="med"/>
                          <a:tailEnd type="none" w="med" len="med"/>
                        </a:lnT>
                        <a:lnB w="12700" cap="flat" cmpd="sng" algn="ctr">
                          <a:solidFill>
                            <a:srgbClr val="000066"/>
                          </a:solidFill>
                          <a:prstDash val="solid"/>
                          <a:round/>
                          <a:headEnd type="none" w="med" len="med"/>
                          <a:tailEnd type="none" w="med" len="med"/>
                        </a:lnB>
                        <a:blipFill>
                          <a:blip r:embed="rId2"/>
                          <a:stretch>
                            <a:fillRect l="-424" t="-806557" r="-325000" b="-24590"/>
                          </a:stretch>
                        </a:blipFill>
                      </a:tcPr>
                    </a:tc>
                    <a:tc>
                      <a:txBody>
                        <a:bodyPr/>
                        <a:lstStyle/>
                        <a:p>
                          <a:pPr algn="ctr"/>
                          <a:r>
                            <a:rPr lang="en-US" altLang="zh-CN" b="0" dirty="0">
                              <a:ln>
                                <a:noFill/>
                              </a:ln>
                              <a:solidFill>
                                <a:srgbClr val="000066"/>
                              </a:solidFill>
                              <a:latin typeface="Times New Roman" panose="02020603050405020304" pitchFamily="18" charset="0"/>
                              <a:cs typeface="Times New Roman" panose="02020603050405020304" pitchFamily="18" charset="0"/>
                            </a:rPr>
                            <a:t>-0.2306</a:t>
                          </a:r>
                          <a:endParaRPr lang="zh-CN" altLang="en-US" b="0" dirty="0">
                            <a:ln>
                              <a:noFill/>
                            </a:ln>
                            <a:solidFill>
                              <a:srgbClr val="000066"/>
                            </a:solidFill>
                            <a:latin typeface="Times New Roman" panose="02020603050405020304" pitchFamily="18" charset="0"/>
                            <a:cs typeface="Times New Roman" panose="02020603050405020304" pitchFamily="18" charset="0"/>
                          </a:endParaRPr>
                        </a:p>
                      </a:txBody>
                      <a:tcPr anchor="ctr">
                        <a:lnL w="12700" cap="flat" cmpd="sng" algn="ctr">
                          <a:solidFill>
                            <a:srgbClr val="000066"/>
                          </a:solidFill>
                          <a:prstDash val="solid"/>
                          <a:round/>
                          <a:headEnd type="none" w="med" len="med"/>
                          <a:tailEnd type="none" w="med" len="med"/>
                        </a:lnL>
                        <a:lnR w="12700" cap="flat" cmpd="sng" algn="ctr">
                          <a:solidFill>
                            <a:srgbClr val="000066"/>
                          </a:solidFill>
                          <a:prstDash val="solid"/>
                          <a:round/>
                          <a:headEnd type="none" w="med" len="med"/>
                          <a:tailEnd type="none" w="med" len="med"/>
                        </a:lnR>
                        <a:lnT w="12700" cap="flat" cmpd="sng" algn="ctr">
                          <a:solidFill>
                            <a:srgbClr val="000066"/>
                          </a:solidFill>
                          <a:prstDash val="solid"/>
                          <a:round/>
                          <a:headEnd type="none" w="med" len="med"/>
                          <a:tailEnd type="none" w="med" len="med"/>
                        </a:lnT>
                        <a:lnB w="12700" cap="flat" cmpd="sng" algn="ctr">
                          <a:solidFill>
                            <a:srgbClr val="000066"/>
                          </a:solidFill>
                          <a:prstDash val="solid"/>
                          <a:round/>
                          <a:headEnd type="none" w="med" len="med"/>
                          <a:tailEnd type="none" w="med" len="med"/>
                        </a:lnB>
                        <a:solidFill>
                          <a:schemeClr val="tx1">
                            <a:lumMod val="20000"/>
                            <a:lumOff val="80000"/>
                          </a:schemeClr>
                        </a:solidFill>
                      </a:tcPr>
                    </a:tc>
                    <a:tc>
                      <a:txBody>
                        <a:bodyPr/>
                        <a:lstStyle/>
                        <a:p>
                          <a:pPr algn="ctr"/>
                          <a:r>
                            <a:rPr lang="en-US" altLang="zh-CN" b="0" dirty="0">
                              <a:ln>
                                <a:noFill/>
                              </a:ln>
                              <a:solidFill>
                                <a:srgbClr val="000066"/>
                              </a:solidFill>
                              <a:latin typeface="Times New Roman" panose="02020603050405020304" pitchFamily="18" charset="0"/>
                              <a:cs typeface="Times New Roman" panose="02020603050405020304" pitchFamily="18" charset="0"/>
                            </a:rPr>
                            <a:t>-0.0088</a:t>
                          </a:r>
                          <a:endParaRPr lang="zh-CN" altLang="en-US" b="0" dirty="0">
                            <a:ln>
                              <a:noFill/>
                            </a:ln>
                            <a:solidFill>
                              <a:srgbClr val="000066"/>
                            </a:solidFill>
                            <a:latin typeface="Times New Roman" panose="02020603050405020304" pitchFamily="18" charset="0"/>
                            <a:cs typeface="Times New Roman" panose="02020603050405020304" pitchFamily="18" charset="0"/>
                          </a:endParaRPr>
                        </a:p>
                      </a:txBody>
                      <a:tcPr anchor="ctr">
                        <a:lnL w="12700" cap="flat" cmpd="sng" algn="ctr">
                          <a:solidFill>
                            <a:srgbClr val="000066"/>
                          </a:solidFill>
                          <a:prstDash val="solid"/>
                          <a:round/>
                          <a:headEnd type="none" w="med" len="med"/>
                          <a:tailEnd type="none" w="med" len="med"/>
                        </a:lnL>
                        <a:lnR w="12700" cap="flat" cmpd="sng" algn="ctr">
                          <a:solidFill>
                            <a:srgbClr val="000066"/>
                          </a:solidFill>
                          <a:prstDash val="solid"/>
                          <a:round/>
                          <a:headEnd type="none" w="med" len="med"/>
                          <a:tailEnd type="none" w="med" len="med"/>
                        </a:lnR>
                        <a:lnT w="12700" cap="flat" cmpd="sng" algn="ctr">
                          <a:solidFill>
                            <a:srgbClr val="000066"/>
                          </a:solidFill>
                          <a:prstDash val="solid"/>
                          <a:round/>
                          <a:headEnd type="none" w="med" len="med"/>
                          <a:tailEnd type="none" w="med" len="med"/>
                        </a:lnT>
                        <a:lnB w="12700" cap="flat" cmpd="sng" algn="ctr">
                          <a:solidFill>
                            <a:srgbClr val="000066"/>
                          </a:solidFill>
                          <a:prstDash val="solid"/>
                          <a:round/>
                          <a:headEnd type="none" w="med" len="med"/>
                          <a:tailEnd type="none" w="med" len="med"/>
                        </a:lnB>
                        <a:solidFill>
                          <a:schemeClr val="tx1">
                            <a:lumMod val="20000"/>
                            <a:lumOff val="80000"/>
                          </a:schemeClr>
                        </a:solidFill>
                      </a:tcPr>
                    </a:tc>
                    <a:tc>
                      <a:txBody>
                        <a:bodyPr/>
                        <a:lstStyle/>
                        <a:p>
                          <a:pPr algn="ctr"/>
                          <a:r>
                            <a:rPr lang="en-US" altLang="zh-CN" b="0" dirty="0">
                              <a:ln>
                                <a:noFill/>
                              </a:ln>
                              <a:solidFill>
                                <a:srgbClr val="000066"/>
                              </a:solidFill>
                              <a:latin typeface="Times New Roman" panose="02020603050405020304" pitchFamily="18" charset="0"/>
                              <a:cs typeface="Times New Roman" panose="02020603050405020304" pitchFamily="18" charset="0"/>
                            </a:rPr>
                            <a:t>-0.1374</a:t>
                          </a:r>
                          <a:endParaRPr lang="zh-CN" altLang="en-US" b="0" dirty="0">
                            <a:ln>
                              <a:noFill/>
                            </a:ln>
                            <a:solidFill>
                              <a:srgbClr val="000066"/>
                            </a:solidFill>
                            <a:latin typeface="Times New Roman" panose="02020603050405020304" pitchFamily="18" charset="0"/>
                            <a:cs typeface="Times New Roman" panose="02020603050405020304" pitchFamily="18" charset="0"/>
                          </a:endParaRPr>
                        </a:p>
                      </a:txBody>
                      <a:tcPr anchor="ctr">
                        <a:lnL w="12700" cap="flat" cmpd="sng" algn="ctr">
                          <a:solidFill>
                            <a:srgbClr val="000066"/>
                          </a:solidFill>
                          <a:prstDash val="solid"/>
                          <a:round/>
                          <a:headEnd type="none" w="med" len="med"/>
                          <a:tailEnd type="none" w="med" len="med"/>
                        </a:lnL>
                        <a:lnR w="12700" cap="flat" cmpd="sng" algn="ctr">
                          <a:solidFill>
                            <a:srgbClr val="000066"/>
                          </a:solidFill>
                          <a:prstDash val="solid"/>
                          <a:round/>
                          <a:headEnd type="none" w="med" len="med"/>
                          <a:tailEnd type="none" w="med" len="med"/>
                        </a:lnR>
                        <a:lnT w="12700" cap="flat" cmpd="sng" algn="ctr">
                          <a:solidFill>
                            <a:srgbClr val="000066"/>
                          </a:solidFill>
                          <a:prstDash val="solid"/>
                          <a:round/>
                          <a:headEnd type="none" w="med" len="med"/>
                          <a:tailEnd type="none" w="med" len="med"/>
                        </a:lnT>
                        <a:lnB w="12700" cap="flat" cmpd="sng" algn="ctr">
                          <a:solidFill>
                            <a:srgbClr val="000066"/>
                          </a:solidFill>
                          <a:prstDash val="solid"/>
                          <a:round/>
                          <a:headEnd type="none" w="med" len="med"/>
                          <a:tailEnd type="none" w="med" len="med"/>
                        </a:lnB>
                        <a:solidFill>
                          <a:schemeClr val="tx1">
                            <a:lumMod val="20000"/>
                            <a:lumOff val="80000"/>
                          </a:schemeClr>
                        </a:solidFill>
                      </a:tcPr>
                    </a:tc>
                    <a:tc>
                      <a:txBody>
                        <a:bodyPr/>
                        <a:lstStyle/>
                        <a:p>
                          <a:pPr algn="ctr"/>
                          <a:r>
                            <a:rPr lang="en-US" altLang="zh-CN" b="0" dirty="0">
                              <a:ln>
                                <a:noFill/>
                              </a:ln>
                              <a:solidFill>
                                <a:srgbClr val="000066"/>
                              </a:solidFill>
                              <a:latin typeface="Times New Roman" panose="02020603050405020304" pitchFamily="18" charset="0"/>
                              <a:cs typeface="Times New Roman" panose="02020603050405020304" pitchFamily="18" charset="0"/>
                            </a:rPr>
                            <a:t>-0.2465</a:t>
                          </a:r>
                          <a:endParaRPr lang="zh-CN" altLang="en-US" b="0" dirty="0">
                            <a:ln>
                              <a:noFill/>
                            </a:ln>
                            <a:solidFill>
                              <a:srgbClr val="000066"/>
                            </a:solidFill>
                            <a:latin typeface="Times New Roman" panose="02020603050405020304" pitchFamily="18" charset="0"/>
                            <a:cs typeface="Times New Roman" panose="02020603050405020304" pitchFamily="18" charset="0"/>
                          </a:endParaRPr>
                        </a:p>
                      </a:txBody>
                      <a:tcPr anchor="ctr">
                        <a:lnL w="12700" cap="flat" cmpd="sng" algn="ctr">
                          <a:solidFill>
                            <a:srgbClr val="000066"/>
                          </a:solidFill>
                          <a:prstDash val="solid"/>
                          <a:round/>
                          <a:headEnd type="none" w="med" len="med"/>
                          <a:tailEnd type="none" w="med" len="med"/>
                        </a:lnL>
                        <a:lnR w="12700" cap="flat" cmpd="sng" algn="ctr">
                          <a:solidFill>
                            <a:srgbClr val="000066"/>
                          </a:solidFill>
                          <a:prstDash val="solid"/>
                          <a:round/>
                          <a:headEnd type="none" w="med" len="med"/>
                          <a:tailEnd type="none" w="med" len="med"/>
                        </a:lnR>
                        <a:lnT w="12700" cap="flat" cmpd="sng" algn="ctr">
                          <a:solidFill>
                            <a:srgbClr val="000066"/>
                          </a:solidFill>
                          <a:prstDash val="solid"/>
                          <a:round/>
                          <a:headEnd type="none" w="med" len="med"/>
                          <a:tailEnd type="none" w="med" len="med"/>
                        </a:lnT>
                        <a:lnB w="12700" cap="flat" cmpd="sng" algn="ctr">
                          <a:solidFill>
                            <a:srgbClr val="000066"/>
                          </a:solidFill>
                          <a:prstDash val="solid"/>
                          <a:round/>
                          <a:headEnd type="none" w="med" len="med"/>
                          <a:tailEnd type="none" w="med" len="med"/>
                        </a:lnB>
                        <a:solidFill>
                          <a:schemeClr val="tx1">
                            <a:lumMod val="20000"/>
                            <a:lumOff val="80000"/>
                          </a:schemeClr>
                        </a:solidFill>
                      </a:tcPr>
                    </a:tc>
                    <a:tc>
                      <a:txBody>
                        <a:bodyPr/>
                        <a:lstStyle/>
                        <a:p>
                          <a:pPr algn="ctr"/>
                          <a:r>
                            <a:rPr lang="en-US" altLang="zh-CN" b="0" dirty="0">
                              <a:ln>
                                <a:noFill/>
                              </a:ln>
                              <a:solidFill>
                                <a:srgbClr val="000066"/>
                              </a:solidFill>
                              <a:latin typeface="Times New Roman" panose="02020603050405020304" pitchFamily="18" charset="0"/>
                              <a:cs typeface="Times New Roman" panose="02020603050405020304" pitchFamily="18" charset="0"/>
                            </a:rPr>
                            <a:t>-0.3336</a:t>
                          </a:r>
                          <a:endParaRPr lang="zh-CN" altLang="en-US" b="0" dirty="0">
                            <a:ln>
                              <a:noFill/>
                            </a:ln>
                            <a:solidFill>
                              <a:srgbClr val="000066"/>
                            </a:solidFill>
                            <a:latin typeface="Times New Roman" panose="02020603050405020304" pitchFamily="18" charset="0"/>
                            <a:cs typeface="Times New Roman" panose="02020603050405020304" pitchFamily="18" charset="0"/>
                          </a:endParaRPr>
                        </a:p>
                      </a:txBody>
                      <a:tcPr anchor="ctr">
                        <a:lnL w="12700" cap="flat" cmpd="sng" algn="ctr">
                          <a:solidFill>
                            <a:srgbClr val="000066"/>
                          </a:solidFill>
                          <a:prstDash val="solid"/>
                          <a:round/>
                          <a:headEnd type="none" w="med" len="med"/>
                          <a:tailEnd type="none" w="med" len="med"/>
                        </a:lnL>
                        <a:lnR w="12700" cap="flat" cmpd="sng" algn="ctr">
                          <a:solidFill>
                            <a:srgbClr val="000066"/>
                          </a:solidFill>
                          <a:prstDash val="solid"/>
                          <a:round/>
                          <a:headEnd type="none" w="med" len="med"/>
                          <a:tailEnd type="none" w="med" len="med"/>
                        </a:lnR>
                        <a:lnT w="12700" cap="flat" cmpd="sng" algn="ctr">
                          <a:solidFill>
                            <a:srgbClr val="000066"/>
                          </a:solidFill>
                          <a:prstDash val="solid"/>
                          <a:round/>
                          <a:headEnd type="none" w="med" len="med"/>
                          <a:tailEnd type="none" w="med" len="med"/>
                        </a:lnT>
                        <a:lnB w="12700" cap="flat" cmpd="sng" algn="ctr">
                          <a:solidFill>
                            <a:srgbClr val="000066"/>
                          </a:solidFill>
                          <a:prstDash val="solid"/>
                          <a:round/>
                          <a:headEnd type="none" w="med" len="med"/>
                          <a:tailEnd type="none" w="med" len="med"/>
                        </a:lnB>
                        <a:solidFill>
                          <a:schemeClr val="tx1">
                            <a:lumMod val="20000"/>
                            <a:lumOff val="80000"/>
                          </a:schemeClr>
                        </a:solidFill>
                      </a:tcPr>
                    </a:tc>
                    <a:extLst>
                      <a:ext uri="{0D108BD9-81ED-4DB2-BD59-A6C34878D82A}">
                        <a16:rowId xmlns:a16="http://schemas.microsoft.com/office/drawing/2014/main" val="2621850140"/>
                      </a:ext>
                    </a:extLst>
                  </a:tr>
                </a:tbl>
              </a:graphicData>
            </a:graphic>
          </p:graphicFrame>
        </mc:Fallback>
      </mc:AlternateContent>
      <p:sp>
        <p:nvSpPr>
          <p:cNvPr id="6" name="文本框 5">
            <a:extLst>
              <a:ext uri="{FF2B5EF4-FFF2-40B4-BE49-F238E27FC236}">
                <a16:creationId xmlns:a16="http://schemas.microsoft.com/office/drawing/2014/main" id="{6376CA99-0942-D5DC-B9EE-468A474CA5D5}"/>
              </a:ext>
            </a:extLst>
          </p:cNvPr>
          <p:cNvSpPr txBox="1"/>
          <p:nvPr/>
        </p:nvSpPr>
        <p:spPr>
          <a:xfrm>
            <a:off x="3275856" y="5589240"/>
            <a:ext cx="2592288" cy="369332"/>
          </a:xfrm>
          <a:prstGeom prst="rect">
            <a:avLst/>
          </a:prstGeom>
          <a:noFill/>
        </p:spPr>
        <p:txBody>
          <a:bodyPr wrap="square" rtlCol="0">
            <a:spAutoFit/>
          </a:bodyPr>
          <a:lstStyle/>
          <a:p>
            <a:r>
              <a:rPr lang="zh-CN" altLang="en-US" b="1" dirty="0">
                <a:latin typeface="华文中宋" panose="02010600040101010101" pitchFamily="2" charset="-122"/>
                <a:ea typeface="华文中宋" panose="02010600040101010101" pitchFamily="2" charset="-122"/>
              </a:rPr>
              <a:t>表</a:t>
            </a:r>
            <a:r>
              <a:rPr lang="en-US" altLang="zh-CN" b="1" dirty="0">
                <a:latin typeface="华文中宋" panose="02010600040101010101" pitchFamily="2" charset="-122"/>
                <a:ea typeface="华文中宋" panose="02010600040101010101" pitchFamily="2" charset="-122"/>
              </a:rPr>
              <a:t>1 </a:t>
            </a:r>
            <a:r>
              <a:rPr lang="zh-CN" altLang="en-US" b="1" dirty="0">
                <a:latin typeface="华文中宋" panose="02010600040101010101" pitchFamily="2" charset="-122"/>
                <a:ea typeface="华文中宋" panose="02010600040101010101" pitchFamily="2" charset="-122"/>
              </a:rPr>
              <a:t>波长与张力的关系</a:t>
            </a:r>
          </a:p>
        </p:txBody>
      </p:sp>
      <mc:AlternateContent xmlns:mc="http://schemas.openxmlformats.org/markup-compatibility/2006" xmlns:a14="http://schemas.microsoft.com/office/drawing/2010/main">
        <mc:Choice Requires="a14">
          <p:sp>
            <p:nvSpPr>
              <p:cNvPr id="7" name="文本框 6">
                <a:extLst>
                  <a:ext uri="{FF2B5EF4-FFF2-40B4-BE49-F238E27FC236}">
                    <a16:creationId xmlns:a16="http://schemas.microsoft.com/office/drawing/2014/main" id="{C9FEC1BB-62D7-46D4-F3E1-D6DDD63BD11E}"/>
                  </a:ext>
                </a:extLst>
              </p:cNvPr>
              <p:cNvSpPr txBox="1"/>
              <p:nvPr/>
            </p:nvSpPr>
            <p:spPr>
              <a:xfrm>
                <a:off x="755576" y="1087249"/>
                <a:ext cx="7037126" cy="923330"/>
              </a:xfrm>
              <a:prstGeom prst="rect">
                <a:avLst/>
              </a:prstGeom>
              <a:noFill/>
            </p:spPr>
            <p:txBody>
              <a:bodyPr wrap="square" rtlCol="0">
                <a:spAutoFit/>
              </a:bodyPr>
              <a:lstStyle/>
              <a:p>
                <a:pPr indent="457200" algn="just"/>
                <a:r>
                  <a:rPr lang="zh-CN" altLang="en-US" b="1" dirty="0">
                    <a:latin typeface="华文中宋" panose="02010600040101010101" pitchFamily="2" charset="-122"/>
                    <a:ea typeface="华文中宋" panose="02010600040101010101" pitchFamily="2" charset="-122"/>
                    <a:cs typeface="Times New Roman" panose="02020603050405020304" pitchFamily="18" charset="0"/>
                  </a:rPr>
                  <a:t>波长</a:t>
                </a:r>
                <a:r>
                  <a:rPr lang="en-US" altLang="zh-CN" b="1" dirty="0">
                    <a:latin typeface="华文中宋" panose="02010600040101010101" pitchFamily="2" charset="-122"/>
                    <a:ea typeface="华文中宋" panose="02010600040101010101" pitchFamily="2" charset="-122"/>
                    <a:cs typeface="Times New Roman" panose="02020603050405020304" pitchFamily="18" charset="0"/>
                  </a:rPr>
                  <a:t>(</a:t>
                </a:r>
                <a14:m>
                  <m:oMath xmlns:m="http://schemas.openxmlformats.org/officeDocument/2006/math">
                    <m:r>
                      <a:rPr lang="zh-CN" altLang="en-US" b="1" i="1" smtClean="0">
                        <a:latin typeface="Cambria Math" panose="02040503050406030204" pitchFamily="18" charset="0"/>
                      </a:rPr>
                      <m:t>𝝀</m:t>
                    </m:r>
                  </m:oMath>
                </a14:m>
                <a:r>
                  <a:rPr lang="en-US" altLang="zh-CN" b="1" dirty="0">
                    <a:latin typeface="华文中宋" panose="02010600040101010101" pitchFamily="2" charset="-122"/>
                    <a:ea typeface="华文中宋" panose="02010600040101010101" pitchFamily="2" charset="-122"/>
                    <a:cs typeface="Times New Roman" panose="02020603050405020304" pitchFamily="18" charset="0"/>
                  </a:rPr>
                  <a:t>)</a:t>
                </a:r>
                <a:r>
                  <a:rPr lang="zh-CN" altLang="en-US" b="1" dirty="0">
                    <a:latin typeface="华文中宋" panose="02010600040101010101" pitchFamily="2" charset="-122"/>
                    <a:ea typeface="华文中宋" panose="02010600040101010101" pitchFamily="2" charset="-122"/>
                    <a:cs typeface="Times New Roman" panose="02020603050405020304" pitchFamily="18" charset="0"/>
                  </a:rPr>
                  <a:t>与张力</a:t>
                </a:r>
                <a:r>
                  <a:rPr lang="en-US" altLang="zh-CN" b="1" dirty="0">
                    <a:latin typeface="华文中宋" panose="02010600040101010101" pitchFamily="2" charset="-122"/>
                    <a:ea typeface="华文中宋" panose="02010600040101010101" pitchFamily="2" charset="-122"/>
                    <a:cs typeface="Times New Roman" panose="02020603050405020304" pitchFamily="18" charset="0"/>
                  </a:rPr>
                  <a:t>(T)</a:t>
                </a:r>
                <a:r>
                  <a:rPr lang="zh-CN" altLang="en-US" b="1" dirty="0">
                    <a:latin typeface="华文中宋" panose="02010600040101010101" pitchFamily="2" charset="-122"/>
                    <a:ea typeface="华文中宋" panose="02010600040101010101" pitchFamily="2" charset="-122"/>
                    <a:cs typeface="Times New Roman" panose="02020603050405020304" pitchFamily="18" charset="0"/>
                  </a:rPr>
                  <a:t>关系的数据记录，实验中频率取</a:t>
                </a:r>
                <a14:m>
                  <m:oMath xmlns:m="http://schemas.openxmlformats.org/officeDocument/2006/math">
                    <m:r>
                      <a:rPr lang="en-US" altLang="zh-CN" b="1" i="1" smtClean="0">
                        <a:latin typeface="Cambria Math" panose="02040503050406030204" pitchFamily="18" charset="0"/>
                        <a:ea typeface="华文中宋" panose="02010600040101010101" pitchFamily="2" charset="-122"/>
                        <a:cs typeface="Times New Roman" panose="02020603050405020304" pitchFamily="18" charset="0"/>
                      </a:rPr>
                      <m:t>𝒇</m:t>
                    </m:r>
                    <m:r>
                      <a:rPr lang="en-US" altLang="zh-CN" b="1" i="1" smtClean="0">
                        <a:latin typeface="Cambria Math" panose="02040503050406030204" pitchFamily="18" charset="0"/>
                        <a:ea typeface="华文中宋" panose="02010600040101010101" pitchFamily="2" charset="-122"/>
                        <a:cs typeface="Times New Roman" panose="02020603050405020304" pitchFamily="18" charset="0"/>
                      </a:rPr>
                      <m:t>=</m:t>
                    </m:r>
                    <m:r>
                      <a:rPr lang="en-US" altLang="zh-CN" b="1" i="1" smtClean="0">
                        <a:latin typeface="Cambria Math" panose="02040503050406030204" pitchFamily="18" charset="0"/>
                        <a:ea typeface="华文中宋" panose="02010600040101010101" pitchFamily="2" charset="-122"/>
                        <a:cs typeface="Times New Roman" panose="02020603050405020304" pitchFamily="18" charset="0"/>
                      </a:rPr>
                      <m:t>𝟗𝟎</m:t>
                    </m:r>
                    <m:r>
                      <a:rPr lang="en-US" altLang="zh-CN" b="1" i="1" smtClean="0">
                        <a:latin typeface="Cambria Math" panose="02040503050406030204" pitchFamily="18" charset="0"/>
                        <a:ea typeface="华文中宋" panose="02010600040101010101" pitchFamily="2" charset="-122"/>
                        <a:cs typeface="Times New Roman" panose="02020603050405020304" pitchFamily="18" charset="0"/>
                      </a:rPr>
                      <m:t>𝑯𝒛</m:t>
                    </m:r>
                  </m:oMath>
                </a14:m>
                <a:r>
                  <a:rPr lang="zh-CN" altLang="en-US" b="1" dirty="0">
                    <a:latin typeface="华文中宋" panose="02010600040101010101" pitchFamily="2" charset="-122"/>
                    <a:ea typeface="华文中宋" panose="02010600040101010101" pitchFamily="2" charset="-122"/>
                    <a:cs typeface="Times New Roman" panose="02020603050405020304" pitchFamily="18" charset="0"/>
                  </a:rPr>
                  <a:t>。其中</a:t>
                </a:r>
                <a14:m>
                  <m:oMath xmlns:m="http://schemas.openxmlformats.org/officeDocument/2006/math">
                    <m:sSub>
                      <m:sSubPr>
                        <m:ctrlPr>
                          <a:rPr lang="en-US" altLang="zh-CN" b="1" i="1" smtClean="0">
                            <a:latin typeface="Cambria Math" panose="02040503050406030204" pitchFamily="18" charset="0"/>
                            <a:ea typeface="华文中宋" panose="02010600040101010101" pitchFamily="2" charset="-122"/>
                            <a:cs typeface="Times New Roman" panose="02020603050405020304" pitchFamily="18" charset="0"/>
                          </a:rPr>
                        </m:ctrlPr>
                      </m:sSubPr>
                      <m:e>
                        <m:r>
                          <a:rPr lang="en-US" altLang="zh-CN" b="1" i="1" smtClean="0">
                            <a:latin typeface="Cambria Math" panose="02040503050406030204" pitchFamily="18" charset="0"/>
                            <a:ea typeface="华文中宋" panose="02010600040101010101" pitchFamily="2" charset="-122"/>
                            <a:cs typeface="Times New Roman" panose="02020603050405020304" pitchFamily="18" charset="0"/>
                          </a:rPr>
                          <m:t>𝒏</m:t>
                        </m:r>
                      </m:e>
                      <m:sub>
                        <m:r>
                          <a:rPr lang="en-US" altLang="zh-CN" b="1" i="1" smtClean="0">
                            <a:latin typeface="Cambria Math" panose="02040503050406030204" pitchFamily="18" charset="0"/>
                            <a:ea typeface="华文中宋" panose="02010600040101010101" pitchFamily="2" charset="-122"/>
                            <a:cs typeface="Times New Roman" panose="02020603050405020304" pitchFamily="18" charset="0"/>
                          </a:rPr>
                          <m:t>𝟎</m:t>
                        </m:r>
                      </m:sub>
                    </m:sSub>
                  </m:oMath>
                </a14:m>
                <a:r>
                  <a:rPr lang="zh-CN" altLang="en-US" b="1" dirty="0">
                    <a:latin typeface="华文中宋" panose="02010600040101010101" pitchFamily="2" charset="-122"/>
                    <a:ea typeface="华文中宋" panose="02010600040101010101" pitchFamily="2" charset="-122"/>
                    <a:cs typeface="Times New Roman" panose="02020603050405020304" pitchFamily="18" charset="0"/>
                  </a:rPr>
                  <a:t>是砝码个数，</a:t>
                </a:r>
                <a14:m>
                  <m:oMath xmlns:m="http://schemas.openxmlformats.org/officeDocument/2006/math">
                    <m:r>
                      <a:rPr lang="en-US" altLang="zh-CN" b="1" i="1" smtClean="0">
                        <a:latin typeface="Cambria Math" panose="02040503050406030204" pitchFamily="18" charset="0"/>
                        <a:ea typeface="华文中宋" panose="02010600040101010101" pitchFamily="2" charset="-122"/>
                        <a:cs typeface="Times New Roman" panose="02020603050405020304" pitchFamily="18" charset="0"/>
                      </a:rPr>
                      <m:t>𝒎</m:t>
                    </m:r>
                  </m:oMath>
                </a14:m>
                <a:r>
                  <a:rPr lang="zh-CN" altLang="en-US" b="1" dirty="0">
                    <a:latin typeface="华文中宋" panose="02010600040101010101" pitchFamily="2" charset="-122"/>
                    <a:ea typeface="华文中宋" panose="02010600040101010101" pitchFamily="2" charset="-122"/>
                    <a:cs typeface="Times New Roman" panose="02020603050405020304" pitchFamily="18" charset="0"/>
                  </a:rPr>
                  <a:t>是砝码质量，</a:t>
                </a:r>
                <a14:m>
                  <m:oMath xmlns:m="http://schemas.openxmlformats.org/officeDocument/2006/math">
                    <m:sSub>
                      <m:sSubPr>
                        <m:ctrlPr>
                          <a:rPr lang="en-US" altLang="zh-CN" b="1" i="1" smtClean="0">
                            <a:latin typeface="Cambria Math" panose="02040503050406030204" pitchFamily="18" charset="0"/>
                            <a:ea typeface="华文中宋" panose="02010600040101010101" pitchFamily="2" charset="-122"/>
                            <a:cs typeface="Times New Roman" panose="02020603050405020304" pitchFamily="18" charset="0"/>
                          </a:rPr>
                        </m:ctrlPr>
                      </m:sSubPr>
                      <m:e>
                        <m:r>
                          <a:rPr lang="en-US" altLang="zh-CN" b="1" i="1" smtClean="0">
                            <a:latin typeface="Cambria Math" panose="02040503050406030204" pitchFamily="18" charset="0"/>
                            <a:ea typeface="华文中宋" panose="02010600040101010101" pitchFamily="2" charset="-122"/>
                            <a:cs typeface="Times New Roman" panose="02020603050405020304" pitchFamily="18" charset="0"/>
                          </a:rPr>
                          <m:t>𝒎</m:t>
                        </m:r>
                      </m:e>
                      <m:sub>
                        <m:r>
                          <a:rPr lang="en-US" altLang="zh-CN" b="1" i="1" smtClean="0">
                            <a:latin typeface="Cambria Math" panose="02040503050406030204" pitchFamily="18" charset="0"/>
                            <a:ea typeface="华文中宋" panose="02010600040101010101" pitchFamily="2" charset="-122"/>
                            <a:cs typeface="Times New Roman" panose="02020603050405020304" pitchFamily="18" charset="0"/>
                          </a:rPr>
                          <m:t>𝟎</m:t>
                        </m:r>
                      </m:sub>
                    </m:sSub>
                  </m:oMath>
                </a14:m>
                <a:r>
                  <a:rPr lang="zh-CN" altLang="en-US" b="1" dirty="0">
                    <a:latin typeface="华文中宋" panose="02010600040101010101" pitchFamily="2" charset="-122"/>
                    <a:ea typeface="华文中宋" panose="02010600040101010101" pitchFamily="2" charset="-122"/>
                    <a:cs typeface="Times New Roman" panose="02020603050405020304" pitchFamily="18" charset="0"/>
                  </a:rPr>
                  <a:t>是砝码盘质量，</a:t>
                </a:r>
                <a14:m>
                  <m:oMath xmlns:m="http://schemas.openxmlformats.org/officeDocument/2006/math">
                    <m:r>
                      <a:rPr lang="en-US" altLang="zh-CN" b="1" i="1" smtClean="0">
                        <a:latin typeface="Cambria Math" panose="02040503050406030204" pitchFamily="18" charset="0"/>
                        <a:ea typeface="华文中宋" panose="02010600040101010101" pitchFamily="2" charset="-122"/>
                        <a:cs typeface="Times New Roman" panose="02020603050405020304" pitchFamily="18" charset="0"/>
                      </a:rPr>
                      <m:t>𝑳</m:t>
                    </m:r>
                  </m:oMath>
                </a14:m>
                <a:r>
                  <a:rPr lang="zh-CN" altLang="en-US" b="1" dirty="0">
                    <a:latin typeface="华文中宋" panose="02010600040101010101" pitchFamily="2" charset="-122"/>
                    <a:ea typeface="华文中宋" panose="02010600040101010101" pitchFamily="2" charset="-122"/>
                    <a:cs typeface="Times New Roman" panose="02020603050405020304" pitchFamily="18" charset="0"/>
                  </a:rPr>
                  <a:t>是实验中记录的</a:t>
                </a:r>
                <a14:m>
                  <m:oMath xmlns:m="http://schemas.openxmlformats.org/officeDocument/2006/math">
                    <m:r>
                      <a:rPr lang="en-US" altLang="zh-CN" b="1" i="1" smtClean="0">
                        <a:latin typeface="Cambria Math" panose="02040503050406030204" pitchFamily="18" charset="0"/>
                        <a:ea typeface="华文中宋" panose="02010600040101010101" pitchFamily="2" charset="-122"/>
                        <a:cs typeface="Times New Roman" panose="02020603050405020304" pitchFamily="18" charset="0"/>
                      </a:rPr>
                      <m:t>𝒏</m:t>
                    </m:r>
                  </m:oMath>
                </a14:m>
                <a:r>
                  <a:rPr lang="zh-CN" altLang="en-US" b="1" dirty="0">
                    <a:latin typeface="华文中宋" panose="02010600040101010101" pitchFamily="2" charset="-122"/>
                    <a:ea typeface="华文中宋" panose="02010600040101010101" pitchFamily="2" charset="-122"/>
                    <a:cs typeface="Times New Roman" panose="02020603050405020304" pitchFamily="18" charset="0"/>
                  </a:rPr>
                  <a:t>个半波的长度。</a:t>
                </a:r>
              </a:p>
            </p:txBody>
          </p:sp>
        </mc:Choice>
        <mc:Fallback xmlns="">
          <p:sp>
            <p:nvSpPr>
              <p:cNvPr id="7" name="文本框 6">
                <a:extLst>
                  <a:ext uri="{FF2B5EF4-FFF2-40B4-BE49-F238E27FC236}">
                    <a16:creationId xmlns:a16="http://schemas.microsoft.com/office/drawing/2014/main" id="{C9FEC1BB-62D7-46D4-F3E1-D6DDD63BD11E}"/>
                  </a:ext>
                </a:extLst>
              </p:cNvPr>
              <p:cNvSpPr txBox="1">
                <a:spLocks noRot="1" noChangeAspect="1" noMove="1" noResize="1" noEditPoints="1" noAdjustHandles="1" noChangeArrowheads="1" noChangeShapeType="1" noTextEdit="1"/>
              </p:cNvSpPr>
              <p:nvPr/>
            </p:nvSpPr>
            <p:spPr>
              <a:xfrm>
                <a:off x="755576" y="1087249"/>
                <a:ext cx="7037126" cy="923330"/>
              </a:xfrm>
              <a:prstGeom prst="rect">
                <a:avLst/>
              </a:prstGeom>
              <a:blipFill>
                <a:blip r:embed="rId3"/>
                <a:stretch>
                  <a:fillRect l="-780" t="-3289" r="-693" b="-9211"/>
                </a:stretch>
              </a:blipFill>
            </p:spPr>
            <p:txBody>
              <a:bodyPr/>
              <a:lstStyle/>
              <a:p>
                <a:r>
                  <a:rPr lang="zh-CN" altLang="en-US">
                    <a:noFill/>
                  </a:rPr>
                  <a:t> </a:t>
                </a:r>
              </a:p>
            </p:txBody>
          </p:sp>
        </mc:Fallback>
      </mc:AlternateContent>
    </p:spTree>
  </p:cSld>
  <p:clrMapOvr>
    <a:masterClrMapping/>
  </p:clrMapOvr>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8306" name="Rectangle 2"/>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zh-CN" altLang="en-US"/>
          </a:p>
        </p:txBody>
      </p:sp>
      <p:sp>
        <p:nvSpPr>
          <p:cNvPr id="98317" name="Rectangle 13"/>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zh-CN" altLang="en-US"/>
          </a:p>
        </p:txBody>
      </p:sp>
      <p:sp>
        <p:nvSpPr>
          <p:cNvPr id="98319" name="Rectangle 15"/>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zh-CN" altLang="en-US"/>
          </a:p>
        </p:txBody>
      </p:sp>
      <p:sp>
        <p:nvSpPr>
          <p:cNvPr id="98321" name="Rectangle 17"/>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zh-CN" altLang="en-US"/>
          </a:p>
        </p:txBody>
      </p:sp>
      <p:sp>
        <p:nvSpPr>
          <p:cNvPr id="22" name="Rectangle 5"/>
          <p:cNvSpPr>
            <a:spLocks noChangeArrowheads="1"/>
          </p:cNvSpPr>
          <p:nvPr/>
        </p:nvSpPr>
        <p:spPr bwMode="auto">
          <a:xfrm>
            <a:off x="229671" y="42336"/>
            <a:ext cx="8532031" cy="584775"/>
          </a:xfrm>
          <a:prstGeom prst="rect">
            <a:avLst/>
          </a:prstGeom>
          <a:noFill/>
          <a:ln w="9525" algn="ctr">
            <a:noFill/>
            <a:miter lim="800000"/>
            <a:headEnd/>
            <a:tailEnd/>
          </a:ln>
          <a:effectLst/>
        </p:spPr>
        <p:txBody>
          <a:bodyPr wrap="square">
            <a:spAutoFit/>
          </a:bodyPr>
          <a:lstStyle/>
          <a:p>
            <a:pPr eaLnBrk="1" hangingPunct="1"/>
            <a:r>
              <a:rPr lang="zh-CN" altLang="en-US" sz="3200" b="1" dirty="0">
                <a:solidFill>
                  <a:srgbClr val="FF0000"/>
                </a:solidFill>
                <a:latin typeface="微软雅黑" panose="020B0503020204020204" pitchFamily="34" charset="-122"/>
                <a:ea typeface="微软雅黑" panose="020B0503020204020204" pitchFamily="34" charset="-122"/>
              </a:rPr>
              <a:t>五  数据记录和处理</a:t>
            </a:r>
            <a:endParaRPr lang="zh-CN" altLang="en-US" sz="2400" b="1" dirty="0">
              <a:solidFill>
                <a:srgbClr val="FF0000"/>
              </a:solidFill>
              <a:latin typeface="微软雅黑" panose="020B0503020204020204" pitchFamily="34" charset="-122"/>
              <a:ea typeface="微软雅黑" panose="020B0503020204020204" pitchFamily="34" charset="-122"/>
            </a:endParaRPr>
          </a:p>
        </p:txBody>
      </p:sp>
      <p:graphicFrame>
        <p:nvGraphicFramePr>
          <p:cNvPr id="6" name="图表 5">
            <a:extLst>
              <a:ext uri="{FF2B5EF4-FFF2-40B4-BE49-F238E27FC236}">
                <a16:creationId xmlns:a16="http://schemas.microsoft.com/office/drawing/2014/main" id="{A9784410-FA87-A7DB-36A4-153CE5AF6425}"/>
              </a:ext>
            </a:extLst>
          </p:cNvPr>
          <p:cNvGraphicFramePr>
            <a:graphicFrameLocks/>
          </p:cNvGraphicFramePr>
          <p:nvPr>
            <p:extLst>
              <p:ext uri="{D42A27DB-BD31-4B8C-83A1-F6EECF244321}">
                <p14:modId xmlns:p14="http://schemas.microsoft.com/office/powerpoint/2010/main" val="323909263"/>
              </p:ext>
            </p:extLst>
          </p:nvPr>
        </p:nvGraphicFramePr>
        <p:xfrm>
          <a:off x="2123728" y="2348880"/>
          <a:ext cx="4565162" cy="2713892"/>
        </p:xfrm>
        <a:graphic>
          <a:graphicData uri="http://schemas.openxmlformats.org/drawingml/2006/chart">
            <c:chart xmlns:c="http://schemas.openxmlformats.org/drawingml/2006/chart" xmlns:r="http://schemas.openxmlformats.org/officeDocument/2006/relationships" r:id="rId2"/>
          </a:graphicData>
        </a:graphic>
      </p:graphicFrame>
      <p:sp>
        <p:nvSpPr>
          <p:cNvPr id="7" name="文本框 6">
            <a:extLst>
              <a:ext uri="{FF2B5EF4-FFF2-40B4-BE49-F238E27FC236}">
                <a16:creationId xmlns:a16="http://schemas.microsoft.com/office/drawing/2014/main" id="{F89F9565-57BF-4288-F006-E26C65EC48AE}"/>
              </a:ext>
            </a:extLst>
          </p:cNvPr>
          <p:cNvSpPr txBox="1"/>
          <p:nvPr/>
        </p:nvSpPr>
        <p:spPr>
          <a:xfrm>
            <a:off x="2915816" y="5157192"/>
            <a:ext cx="2808312" cy="369332"/>
          </a:xfrm>
          <a:prstGeom prst="rect">
            <a:avLst/>
          </a:prstGeom>
          <a:noFill/>
        </p:spPr>
        <p:txBody>
          <a:bodyPr wrap="square" rtlCol="0">
            <a:spAutoFit/>
          </a:bodyPr>
          <a:lstStyle/>
          <a:p>
            <a:r>
              <a:rPr lang="zh-CN" altLang="en-US" b="1" dirty="0">
                <a:latin typeface="华文中宋" panose="02010600040101010101" pitchFamily="2" charset="-122"/>
                <a:ea typeface="华文中宋" panose="02010600040101010101" pitchFamily="2" charset="-122"/>
              </a:rPr>
              <a:t>图</a:t>
            </a:r>
            <a:r>
              <a:rPr lang="en-US" altLang="zh-CN" b="1" dirty="0">
                <a:latin typeface="华文中宋" panose="02010600040101010101" pitchFamily="2" charset="-122"/>
                <a:ea typeface="华文中宋" panose="02010600040101010101" pitchFamily="2" charset="-122"/>
              </a:rPr>
              <a:t>1 </a:t>
            </a:r>
            <a:r>
              <a:rPr lang="zh-CN" altLang="en-US" b="1" dirty="0">
                <a:latin typeface="华文中宋" panose="02010600040101010101" pitchFamily="2" charset="-122"/>
                <a:ea typeface="华文中宋" panose="02010600040101010101" pitchFamily="2" charset="-122"/>
              </a:rPr>
              <a:t>波长对数</a:t>
            </a:r>
            <a:r>
              <a:rPr lang="en-US" altLang="zh-CN" b="1" dirty="0">
                <a:latin typeface="华文中宋" panose="02010600040101010101" pitchFamily="2" charset="-122"/>
                <a:ea typeface="华文中宋" panose="02010600040101010101" pitchFamily="2" charset="-122"/>
              </a:rPr>
              <a:t>-</a:t>
            </a:r>
            <a:r>
              <a:rPr lang="zh-CN" altLang="en-US" b="1" dirty="0">
                <a:latin typeface="华文中宋" panose="02010600040101010101" pitchFamily="2" charset="-122"/>
                <a:ea typeface="华文中宋" panose="02010600040101010101" pitchFamily="2" charset="-122"/>
              </a:rPr>
              <a:t>张力对数图</a:t>
            </a:r>
          </a:p>
        </p:txBody>
      </p:sp>
      <mc:AlternateContent xmlns:mc="http://schemas.openxmlformats.org/markup-compatibility/2006" xmlns:a14="http://schemas.microsoft.com/office/drawing/2010/main">
        <mc:Choice Requires="a14">
          <p:sp>
            <p:nvSpPr>
              <p:cNvPr id="8" name="文本框 7">
                <a:extLst>
                  <a:ext uri="{FF2B5EF4-FFF2-40B4-BE49-F238E27FC236}">
                    <a16:creationId xmlns:a16="http://schemas.microsoft.com/office/drawing/2014/main" id="{46699B47-C8E2-BD47-A920-908CF3C07427}"/>
                  </a:ext>
                </a:extLst>
              </p:cNvPr>
              <p:cNvSpPr txBox="1"/>
              <p:nvPr/>
            </p:nvSpPr>
            <p:spPr>
              <a:xfrm>
                <a:off x="1403648" y="1106488"/>
                <a:ext cx="6048672" cy="923330"/>
              </a:xfrm>
              <a:prstGeom prst="rect">
                <a:avLst/>
              </a:prstGeom>
              <a:noFill/>
            </p:spPr>
            <p:txBody>
              <a:bodyPr wrap="square" rtlCol="0">
                <a:spAutoFit/>
              </a:bodyPr>
              <a:lstStyle/>
              <a:p>
                <a:pPr indent="457200"/>
                <a:r>
                  <a:rPr lang="zh-CN" altLang="en-US" b="1" dirty="0">
                    <a:latin typeface="Times New Roman" panose="02020603050405020304" pitchFamily="18" charset="0"/>
                    <a:ea typeface="华文中宋" panose="02010600040101010101" pitchFamily="2" charset="-122"/>
                    <a:cs typeface="Times New Roman" panose="02020603050405020304" pitchFamily="18" charset="0"/>
                  </a:rPr>
                  <a:t>波长对数</a:t>
                </a:r>
                <a:r>
                  <a:rPr lang="en-US" altLang="zh-CN" b="1" dirty="0">
                    <a:latin typeface="Times New Roman" panose="02020603050405020304" pitchFamily="18" charset="0"/>
                    <a:ea typeface="华文中宋" panose="02010600040101010101" pitchFamily="2" charset="-122"/>
                    <a:cs typeface="Times New Roman" panose="02020603050405020304" pitchFamily="18" charset="0"/>
                  </a:rPr>
                  <a:t>-</a:t>
                </a:r>
                <a:r>
                  <a:rPr lang="zh-CN" altLang="en-US" b="1" dirty="0">
                    <a:latin typeface="Times New Roman" panose="02020603050405020304" pitchFamily="18" charset="0"/>
                    <a:ea typeface="华文中宋" panose="02010600040101010101" pitchFamily="2" charset="-122"/>
                    <a:cs typeface="Times New Roman" panose="02020603050405020304" pitchFamily="18" charset="0"/>
                  </a:rPr>
                  <a:t>张力对数图，红色虚线为线性拟合结果。由图可知</a:t>
                </a:r>
                <a14:m>
                  <m:oMath xmlns:m="http://schemas.openxmlformats.org/officeDocument/2006/math">
                    <m:r>
                      <a:rPr lang="en-US" altLang="zh-CN" b="1" i="1" dirty="0">
                        <a:latin typeface="Cambria Math" panose="02040503050406030204" pitchFamily="18" charset="0"/>
                      </a:rPr>
                      <m:t>𝒍𝒐𝒈</m:t>
                    </m:r>
                    <m:r>
                      <a:rPr lang="en-US" altLang="zh-CN" b="1" i="1" dirty="0">
                        <a:latin typeface="Cambria Math" panose="02040503050406030204" pitchFamily="18" charset="0"/>
                      </a:rPr>
                      <m:t>⁡(</m:t>
                    </m:r>
                    <m:r>
                      <a:rPr lang="zh-CN" altLang="en-US" b="1" i="1" dirty="0">
                        <a:latin typeface="Cambria Math" panose="02040503050406030204" pitchFamily="18" charset="0"/>
                      </a:rPr>
                      <m:t>𝝀</m:t>
                    </m:r>
                    <m:r>
                      <a:rPr lang="en-US" altLang="zh-CN" b="1" i="1" dirty="0">
                        <a:latin typeface="Cambria Math" panose="02040503050406030204" pitchFamily="18" charset="0"/>
                      </a:rPr>
                      <m:t>)</m:t>
                    </m:r>
                  </m:oMath>
                </a14:m>
                <a:r>
                  <a:rPr lang="zh-CN" altLang="en-US" b="1" dirty="0">
                    <a:latin typeface="Times New Roman" panose="02020603050405020304" pitchFamily="18" charset="0"/>
                    <a:ea typeface="华文中宋" panose="02010600040101010101" pitchFamily="2" charset="-122"/>
                    <a:cs typeface="Times New Roman" panose="02020603050405020304" pitchFamily="18" charset="0"/>
                  </a:rPr>
                  <a:t>与</a:t>
                </a:r>
                <a14:m>
                  <m:oMath xmlns:m="http://schemas.openxmlformats.org/officeDocument/2006/math">
                    <m:r>
                      <a:rPr lang="en-US" altLang="zh-CN" b="1" i="1" smtClean="0">
                        <a:latin typeface="Cambria Math" panose="02040503050406030204" pitchFamily="18" charset="0"/>
                      </a:rPr>
                      <m:t>𝒍𝒐𝒈</m:t>
                    </m:r>
                    <m:r>
                      <a:rPr lang="en-US" altLang="zh-CN" b="1" i="1" smtClean="0">
                        <a:latin typeface="Cambria Math" panose="02040503050406030204" pitchFamily="18" charset="0"/>
                      </a:rPr>
                      <m:t>⁡(</m:t>
                    </m:r>
                    <m:r>
                      <a:rPr lang="en-US" altLang="zh-CN" b="1" i="1" smtClean="0">
                        <a:latin typeface="Cambria Math" panose="02040503050406030204" pitchFamily="18" charset="0"/>
                      </a:rPr>
                      <m:t>𝑻</m:t>
                    </m:r>
                    <m:r>
                      <a:rPr lang="en-US" altLang="zh-CN" b="1" i="1" smtClean="0">
                        <a:latin typeface="Cambria Math" panose="02040503050406030204" pitchFamily="18" charset="0"/>
                      </a:rPr>
                      <m:t>)</m:t>
                    </m:r>
                  </m:oMath>
                </a14:m>
                <a:r>
                  <a:rPr lang="zh-CN" altLang="en-US" b="1" dirty="0">
                    <a:latin typeface="Times New Roman" panose="02020603050405020304" pitchFamily="18" charset="0"/>
                    <a:ea typeface="华文中宋" panose="02010600040101010101" pitchFamily="2" charset="-122"/>
                    <a:cs typeface="Times New Roman" panose="02020603050405020304" pitchFamily="18" charset="0"/>
                  </a:rPr>
                  <a:t>呈线性关系，斜率接近</a:t>
                </a:r>
                <a:r>
                  <a:rPr lang="en-US" altLang="zh-CN" b="1" dirty="0">
                    <a:latin typeface="Times New Roman" panose="02020603050405020304" pitchFamily="18" charset="0"/>
                    <a:ea typeface="华文中宋" panose="02010600040101010101" pitchFamily="2" charset="-122"/>
                    <a:cs typeface="Times New Roman" panose="02020603050405020304" pitchFamily="18" charset="0"/>
                  </a:rPr>
                  <a:t>0.5</a:t>
                </a:r>
                <a:r>
                  <a:rPr lang="zh-CN" altLang="en-US" b="1" dirty="0">
                    <a:latin typeface="Times New Roman" panose="02020603050405020304" pitchFamily="18" charset="0"/>
                    <a:ea typeface="华文中宋" panose="02010600040101010101" pitchFamily="2" charset="-122"/>
                    <a:cs typeface="Times New Roman" panose="02020603050405020304" pitchFamily="18" charset="0"/>
                  </a:rPr>
                  <a:t>，相关系数接近</a:t>
                </a:r>
                <a:r>
                  <a:rPr lang="en-US" altLang="zh-CN" b="1" dirty="0">
                    <a:latin typeface="Times New Roman" panose="02020603050405020304" pitchFamily="18" charset="0"/>
                    <a:ea typeface="华文中宋" panose="02010600040101010101" pitchFamily="2" charset="-122"/>
                    <a:cs typeface="Times New Roman" panose="02020603050405020304" pitchFamily="18" charset="0"/>
                  </a:rPr>
                  <a:t>1</a:t>
                </a:r>
                <a:r>
                  <a:rPr lang="zh-CN" altLang="en-US" b="1" dirty="0">
                    <a:latin typeface="Times New Roman" panose="02020603050405020304" pitchFamily="18" charset="0"/>
                    <a:ea typeface="华文中宋" panose="02010600040101010101" pitchFamily="2" charset="-122"/>
                    <a:cs typeface="Times New Roman" panose="02020603050405020304" pitchFamily="18" charset="0"/>
                  </a:rPr>
                  <a:t>，较好地验证了公式</a:t>
                </a:r>
                <a:r>
                  <a:rPr lang="en-US" altLang="zh-CN" b="1" dirty="0">
                    <a:latin typeface="Times New Roman" panose="02020603050405020304" pitchFamily="18" charset="0"/>
                    <a:ea typeface="华文中宋" panose="02010600040101010101" pitchFamily="2" charset="-122"/>
                    <a:cs typeface="Times New Roman" panose="02020603050405020304" pitchFamily="18" charset="0"/>
                  </a:rPr>
                  <a:t>(5)</a:t>
                </a:r>
                <a:r>
                  <a:rPr lang="zh-CN" altLang="en-US" b="1" dirty="0">
                    <a:latin typeface="Times New Roman" panose="02020603050405020304" pitchFamily="18" charset="0"/>
                    <a:ea typeface="华文中宋" panose="02010600040101010101" pitchFamily="2" charset="-122"/>
                    <a:cs typeface="Times New Roman" panose="02020603050405020304" pitchFamily="18" charset="0"/>
                  </a:rPr>
                  <a:t>中波长与张力的关系。</a:t>
                </a:r>
              </a:p>
            </p:txBody>
          </p:sp>
        </mc:Choice>
        <mc:Fallback xmlns="">
          <p:sp>
            <p:nvSpPr>
              <p:cNvPr id="8" name="文本框 7">
                <a:extLst>
                  <a:ext uri="{FF2B5EF4-FFF2-40B4-BE49-F238E27FC236}">
                    <a16:creationId xmlns:a16="http://schemas.microsoft.com/office/drawing/2014/main" id="{46699B47-C8E2-BD47-A920-908CF3C07427}"/>
                  </a:ext>
                </a:extLst>
              </p:cNvPr>
              <p:cNvSpPr txBox="1">
                <a:spLocks noRot="1" noChangeAspect="1" noMove="1" noResize="1" noEditPoints="1" noAdjustHandles="1" noChangeArrowheads="1" noChangeShapeType="1" noTextEdit="1"/>
              </p:cNvSpPr>
              <p:nvPr/>
            </p:nvSpPr>
            <p:spPr>
              <a:xfrm>
                <a:off x="1403648" y="1106488"/>
                <a:ext cx="6048672" cy="923330"/>
              </a:xfrm>
              <a:prstGeom prst="rect">
                <a:avLst/>
              </a:prstGeom>
              <a:blipFill>
                <a:blip r:embed="rId3"/>
                <a:stretch>
                  <a:fillRect l="-806" t="-3974" b="-9934"/>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1341371031"/>
      </p:ext>
    </p:extLst>
  </p:cSld>
  <p:clrMapOvr>
    <a:masterClrMapping/>
  </p:clrMapOvr>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8306" name="Rectangle 2"/>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zh-CN" altLang="en-US"/>
          </a:p>
        </p:txBody>
      </p:sp>
      <p:sp>
        <p:nvSpPr>
          <p:cNvPr id="98317" name="Rectangle 13"/>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zh-CN" altLang="en-US"/>
          </a:p>
        </p:txBody>
      </p:sp>
      <p:sp>
        <p:nvSpPr>
          <p:cNvPr id="98319" name="Rectangle 15"/>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zh-CN" altLang="en-US"/>
          </a:p>
        </p:txBody>
      </p:sp>
      <p:sp>
        <p:nvSpPr>
          <p:cNvPr id="98321" name="Rectangle 17"/>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zh-CN" altLang="en-US"/>
          </a:p>
        </p:txBody>
      </p:sp>
      <p:sp>
        <p:nvSpPr>
          <p:cNvPr id="22" name="Rectangle 5"/>
          <p:cNvSpPr>
            <a:spLocks noChangeArrowheads="1"/>
          </p:cNvSpPr>
          <p:nvPr/>
        </p:nvSpPr>
        <p:spPr bwMode="auto">
          <a:xfrm>
            <a:off x="229671" y="42336"/>
            <a:ext cx="8532031" cy="584775"/>
          </a:xfrm>
          <a:prstGeom prst="rect">
            <a:avLst/>
          </a:prstGeom>
          <a:noFill/>
          <a:ln w="9525" algn="ctr">
            <a:noFill/>
            <a:miter lim="800000"/>
            <a:headEnd/>
            <a:tailEnd/>
          </a:ln>
          <a:effectLst/>
        </p:spPr>
        <p:txBody>
          <a:bodyPr wrap="square">
            <a:spAutoFit/>
          </a:bodyPr>
          <a:lstStyle/>
          <a:p>
            <a:pPr eaLnBrk="1" hangingPunct="1"/>
            <a:r>
              <a:rPr lang="zh-CN" altLang="en-US" sz="3200" b="1" dirty="0">
                <a:solidFill>
                  <a:srgbClr val="FF0000"/>
                </a:solidFill>
                <a:latin typeface="微软雅黑" panose="020B0503020204020204" pitchFamily="34" charset="-122"/>
                <a:ea typeface="微软雅黑" panose="020B0503020204020204" pitchFamily="34" charset="-122"/>
              </a:rPr>
              <a:t>五  数据记录和处理</a:t>
            </a:r>
            <a:endParaRPr lang="zh-CN" altLang="en-US" sz="2400" b="1" dirty="0">
              <a:solidFill>
                <a:srgbClr val="FF0000"/>
              </a:solidFill>
              <a:latin typeface="微软雅黑" panose="020B0503020204020204" pitchFamily="34" charset="-122"/>
              <a:ea typeface="微软雅黑" panose="020B0503020204020204" pitchFamily="34" charset="-122"/>
            </a:endParaRPr>
          </a:p>
        </p:txBody>
      </p:sp>
      <mc:AlternateContent xmlns:mc="http://schemas.openxmlformats.org/markup-compatibility/2006" xmlns:a14="http://schemas.microsoft.com/office/drawing/2010/main">
        <mc:Choice Requires="a14">
          <p:graphicFrame>
            <p:nvGraphicFramePr>
              <p:cNvPr id="2" name="表格 2">
                <a:extLst>
                  <a:ext uri="{FF2B5EF4-FFF2-40B4-BE49-F238E27FC236}">
                    <a16:creationId xmlns:a16="http://schemas.microsoft.com/office/drawing/2014/main" id="{6918BD1B-8E48-0CB5-5E23-2E600F0AC0BD}"/>
                  </a:ext>
                </a:extLst>
              </p:cNvPr>
              <p:cNvGraphicFramePr>
                <a:graphicFrameLocks noGrp="1"/>
              </p:cNvGraphicFramePr>
              <p:nvPr>
                <p:extLst>
                  <p:ext uri="{D42A27DB-BD31-4B8C-83A1-F6EECF244321}">
                    <p14:modId xmlns:p14="http://schemas.microsoft.com/office/powerpoint/2010/main" val="3431998572"/>
                  </p:ext>
                </p:extLst>
              </p:nvPr>
            </p:nvGraphicFramePr>
            <p:xfrm>
              <a:off x="1331640" y="2204864"/>
              <a:ext cx="6096000" cy="2225040"/>
            </p:xfrm>
            <a:graphic>
              <a:graphicData uri="http://schemas.openxmlformats.org/drawingml/2006/table">
                <a:tbl>
                  <a:tblPr firstRow="1" bandRow="1">
                    <a:tableStyleId>{5C22544A-7EE6-4342-B048-85BDC9FD1C3A}</a:tableStyleId>
                  </a:tblPr>
                  <a:tblGrid>
                    <a:gridCol w="1440160">
                      <a:extLst>
                        <a:ext uri="{9D8B030D-6E8A-4147-A177-3AD203B41FA5}">
                          <a16:colId xmlns:a16="http://schemas.microsoft.com/office/drawing/2014/main" val="111886588"/>
                        </a:ext>
                      </a:extLst>
                    </a:gridCol>
                    <a:gridCol w="931168">
                      <a:extLst>
                        <a:ext uri="{9D8B030D-6E8A-4147-A177-3AD203B41FA5}">
                          <a16:colId xmlns:a16="http://schemas.microsoft.com/office/drawing/2014/main" val="312199558"/>
                        </a:ext>
                      </a:extLst>
                    </a:gridCol>
                    <a:gridCol w="931168">
                      <a:extLst>
                        <a:ext uri="{9D8B030D-6E8A-4147-A177-3AD203B41FA5}">
                          <a16:colId xmlns:a16="http://schemas.microsoft.com/office/drawing/2014/main" val="1619576354"/>
                        </a:ext>
                      </a:extLst>
                    </a:gridCol>
                    <a:gridCol w="931168">
                      <a:extLst>
                        <a:ext uri="{9D8B030D-6E8A-4147-A177-3AD203B41FA5}">
                          <a16:colId xmlns:a16="http://schemas.microsoft.com/office/drawing/2014/main" val="3229750498"/>
                        </a:ext>
                      </a:extLst>
                    </a:gridCol>
                    <a:gridCol w="931168">
                      <a:extLst>
                        <a:ext uri="{9D8B030D-6E8A-4147-A177-3AD203B41FA5}">
                          <a16:colId xmlns:a16="http://schemas.microsoft.com/office/drawing/2014/main" val="156274446"/>
                        </a:ext>
                      </a:extLst>
                    </a:gridCol>
                    <a:gridCol w="931168">
                      <a:extLst>
                        <a:ext uri="{9D8B030D-6E8A-4147-A177-3AD203B41FA5}">
                          <a16:colId xmlns:a16="http://schemas.microsoft.com/office/drawing/2014/main" val="1398488171"/>
                        </a:ext>
                      </a:extLst>
                    </a:gridCol>
                  </a:tblGrid>
                  <a:tr h="370840">
                    <a:tc>
                      <a:txBody>
                        <a:bodyPr/>
                        <a:lstStyle/>
                        <a:p>
                          <a:pPr algn="ctr"/>
                          <a14:m>
                            <m:oMathPara xmlns:m="http://schemas.openxmlformats.org/officeDocument/2006/math">
                              <m:oMathParaPr>
                                <m:jc m:val="centerGroup"/>
                              </m:oMathParaPr>
                              <m:oMath xmlns:m="http://schemas.openxmlformats.org/officeDocument/2006/math">
                                <m:r>
                                  <a:rPr lang="en-US" altLang="zh-CN" b="1" i="1" smtClean="0">
                                    <a:ln>
                                      <a:noFill/>
                                    </a:ln>
                                    <a:solidFill>
                                      <a:schemeClr val="tx1"/>
                                    </a:solidFill>
                                    <a:latin typeface="Cambria Math" panose="02040503050406030204" pitchFamily="18" charset="0"/>
                                  </a:rPr>
                                  <m:t>𝒇</m:t>
                                </m:r>
                                <m:r>
                                  <a:rPr lang="en-US" altLang="zh-CN" b="1" i="1" smtClean="0">
                                    <a:ln>
                                      <a:noFill/>
                                    </a:ln>
                                    <a:solidFill>
                                      <a:schemeClr val="tx1"/>
                                    </a:solidFill>
                                    <a:latin typeface="Cambria Math" panose="02040503050406030204" pitchFamily="18" charset="0"/>
                                  </a:rPr>
                                  <m:t> (</m:t>
                                </m:r>
                                <m:r>
                                  <a:rPr lang="en-US" altLang="zh-CN" b="1" i="1" smtClean="0">
                                    <a:ln>
                                      <a:noFill/>
                                    </a:ln>
                                    <a:solidFill>
                                      <a:schemeClr val="tx1"/>
                                    </a:solidFill>
                                    <a:latin typeface="Cambria Math" panose="02040503050406030204" pitchFamily="18" charset="0"/>
                                  </a:rPr>
                                  <m:t>𝑯𝒛</m:t>
                                </m:r>
                                <m:r>
                                  <a:rPr lang="en-US" altLang="zh-CN" b="1" i="1" smtClean="0">
                                    <a:ln>
                                      <a:noFill/>
                                    </a:ln>
                                    <a:solidFill>
                                      <a:schemeClr val="tx1"/>
                                    </a:solidFill>
                                    <a:latin typeface="Cambria Math" panose="02040503050406030204" pitchFamily="18" charset="0"/>
                                  </a:rPr>
                                  <m:t>)</m:t>
                                </m:r>
                              </m:oMath>
                            </m:oMathPara>
                          </a14:m>
                          <a:endParaRPr lang="zh-CN" altLang="en-US" dirty="0">
                            <a:ln>
                              <a:noFill/>
                            </a:ln>
                            <a:solidFill>
                              <a:schemeClr val="tx1"/>
                            </a:solidFill>
                          </a:endParaRPr>
                        </a:p>
                      </a:txBody>
                      <a:tcPr anchor="ctr">
                        <a:lnL w="12700" cap="flat" cmpd="sng" algn="ctr">
                          <a:solidFill>
                            <a:srgbClr val="000066"/>
                          </a:solidFill>
                          <a:prstDash val="solid"/>
                          <a:round/>
                          <a:headEnd type="none" w="med" len="med"/>
                          <a:tailEnd type="none" w="med" len="med"/>
                        </a:lnL>
                        <a:lnR w="12700" cap="flat" cmpd="sng" algn="ctr">
                          <a:solidFill>
                            <a:srgbClr val="000066"/>
                          </a:solidFill>
                          <a:prstDash val="solid"/>
                          <a:round/>
                          <a:headEnd type="none" w="med" len="med"/>
                          <a:tailEnd type="none" w="med" len="med"/>
                        </a:lnR>
                        <a:lnT w="12700" cap="flat" cmpd="sng" algn="ctr">
                          <a:solidFill>
                            <a:srgbClr val="000066"/>
                          </a:solidFill>
                          <a:prstDash val="solid"/>
                          <a:round/>
                          <a:headEnd type="none" w="med" len="med"/>
                          <a:tailEnd type="none" w="med" len="med"/>
                        </a:lnT>
                        <a:lnB w="12700" cap="flat" cmpd="sng" algn="ctr">
                          <a:solidFill>
                            <a:srgbClr val="000066"/>
                          </a:solidFill>
                          <a:prstDash val="solid"/>
                          <a:round/>
                          <a:headEnd type="none" w="med" len="med"/>
                          <a:tailEnd type="none" w="med" len="med"/>
                        </a:lnB>
                        <a:solidFill>
                          <a:schemeClr val="tx1">
                            <a:lumMod val="20000"/>
                            <a:lumOff val="80000"/>
                          </a:schemeClr>
                        </a:solidFill>
                      </a:tcPr>
                    </a:tc>
                    <a:tc>
                      <a:txBody>
                        <a:bodyPr/>
                        <a:lstStyle/>
                        <a:p>
                          <a:pPr algn="ctr"/>
                          <a:r>
                            <a:rPr lang="en-US" altLang="zh-CN" b="0" dirty="0">
                              <a:ln>
                                <a:noFill/>
                              </a:ln>
                              <a:solidFill>
                                <a:srgbClr val="000066"/>
                              </a:solidFill>
                              <a:latin typeface="Times New Roman" panose="02020603050405020304" pitchFamily="18" charset="0"/>
                              <a:cs typeface="Times New Roman" panose="02020603050405020304" pitchFamily="18" charset="0"/>
                            </a:rPr>
                            <a:t>50</a:t>
                          </a:r>
                          <a:endParaRPr lang="zh-CN" altLang="en-US" b="0" dirty="0">
                            <a:ln>
                              <a:noFill/>
                            </a:ln>
                            <a:solidFill>
                              <a:srgbClr val="000066"/>
                            </a:solidFill>
                            <a:latin typeface="Times New Roman" panose="02020603050405020304" pitchFamily="18" charset="0"/>
                            <a:cs typeface="Times New Roman" panose="02020603050405020304" pitchFamily="18" charset="0"/>
                          </a:endParaRPr>
                        </a:p>
                      </a:txBody>
                      <a:tcPr anchor="ctr">
                        <a:lnL w="12700" cap="flat" cmpd="sng" algn="ctr">
                          <a:solidFill>
                            <a:srgbClr val="000066"/>
                          </a:solidFill>
                          <a:prstDash val="solid"/>
                          <a:round/>
                          <a:headEnd type="none" w="med" len="med"/>
                          <a:tailEnd type="none" w="med" len="med"/>
                        </a:lnL>
                        <a:lnR w="12700" cap="flat" cmpd="sng" algn="ctr">
                          <a:solidFill>
                            <a:srgbClr val="000066"/>
                          </a:solidFill>
                          <a:prstDash val="solid"/>
                          <a:round/>
                          <a:headEnd type="none" w="med" len="med"/>
                          <a:tailEnd type="none" w="med" len="med"/>
                        </a:lnR>
                        <a:lnT w="12700" cap="flat" cmpd="sng" algn="ctr">
                          <a:solidFill>
                            <a:srgbClr val="000066"/>
                          </a:solidFill>
                          <a:prstDash val="solid"/>
                          <a:round/>
                          <a:headEnd type="none" w="med" len="med"/>
                          <a:tailEnd type="none" w="med" len="med"/>
                        </a:lnT>
                        <a:lnB w="12700" cap="flat" cmpd="sng" algn="ctr">
                          <a:solidFill>
                            <a:srgbClr val="000066"/>
                          </a:solidFill>
                          <a:prstDash val="solid"/>
                          <a:round/>
                          <a:headEnd type="none" w="med" len="med"/>
                          <a:tailEnd type="none" w="med" len="med"/>
                        </a:lnB>
                        <a:solidFill>
                          <a:schemeClr val="tx1">
                            <a:lumMod val="20000"/>
                            <a:lumOff val="80000"/>
                          </a:schemeClr>
                        </a:solidFill>
                      </a:tcPr>
                    </a:tc>
                    <a:tc>
                      <a:txBody>
                        <a:bodyPr/>
                        <a:lstStyle/>
                        <a:p>
                          <a:pPr algn="ctr"/>
                          <a:r>
                            <a:rPr lang="en-US" altLang="zh-CN" b="0" dirty="0">
                              <a:ln>
                                <a:noFill/>
                              </a:ln>
                              <a:solidFill>
                                <a:srgbClr val="000066"/>
                              </a:solidFill>
                              <a:latin typeface="Times New Roman" panose="02020603050405020304" pitchFamily="18" charset="0"/>
                              <a:cs typeface="Times New Roman" panose="02020603050405020304" pitchFamily="18" charset="0"/>
                            </a:rPr>
                            <a:t>70</a:t>
                          </a:r>
                          <a:endParaRPr lang="zh-CN" altLang="en-US" b="0" dirty="0">
                            <a:ln>
                              <a:noFill/>
                            </a:ln>
                            <a:solidFill>
                              <a:srgbClr val="000066"/>
                            </a:solidFill>
                            <a:latin typeface="Times New Roman" panose="02020603050405020304" pitchFamily="18" charset="0"/>
                            <a:cs typeface="Times New Roman" panose="02020603050405020304" pitchFamily="18" charset="0"/>
                          </a:endParaRPr>
                        </a:p>
                      </a:txBody>
                      <a:tcPr anchor="ctr">
                        <a:lnL w="12700" cap="flat" cmpd="sng" algn="ctr">
                          <a:solidFill>
                            <a:srgbClr val="000066"/>
                          </a:solidFill>
                          <a:prstDash val="solid"/>
                          <a:round/>
                          <a:headEnd type="none" w="med" len="med"/>
                          <a:tailEnd type="none" w="med" len="med"/>
                        </a:lnL>
                        <a:lnR w="12700" cap="flat" cmpd="sng" algn="ctr">
                          <a:solidFill>
                            <a:srgbClr val="000066"/>
                          </a:solidFill>
                          <a:prstDash val="solid"/>
                          <a:round/>
                          <a:headEnd type="none" w="med" len="med"/>
                          <a:tailEnd type="none" w="med" len="med"/>
                        </a:lnR>
                        <a:lnT w="12700" cap="flat" cmpd="sng" algn="ctr">
                          <a:solidFill>
                            <a:srgbClr val="000066"/>
                          </a:solidFill>
                          <a:prstDash val="solid"/>
                          <a:round/>
                          <a:headEnd type="none" w="med" len="med"/>
                          <a:tailEnd type="none" w="med" len="med"/>
                        </a:lnT>
                        <a:lnB w="12700" cap="flat" cmpd="sng" algn="ctr">
                          <a:solidFill>
                            <a:srgbClr val="000066"/>
                          </a:solidFill>
                          <a:prstDash val="solid"/>
                          <a:round/>
                          <a:headEnd type="none" w="med" len="med"/>
                          <a:tailEnd type="none" w="med" len="med"/>
                        </a:lnB>
                        <a:solidFill>
                          <a:schemeClr val="tx1">
                            <a:lumMod val="20000"/>
                            <a:lumOff val="80000"/>
                          </a:schemeClr>
                        </a:solidFill>
                      </a:tcPr>
                    </a:tc>
                    <a:tc>
                      <a:txBody>
                        <a:bodyPr/>
                        <a:lstStyle/>
                        <a:p>
                          <a:pPr algn="ctr"/>
                          <a:r>
                            <a:rPr lang="en-US" altLang="zh-CN" b="0" dirty="0">
                              <a:ln>
                                <a:noFill/>
                              </a:ln>
                              <a:solidFill>
                                <a:srgbClr val="000066"/>
                              </a:solidFill>
                              <a:latin typeface="Times New Roman" panose="02020603050405020304" pitchFamily="18" charset="0"/>
                              <a:cs typeface="Times New Roman" panose="02020603050405020304" pitchFamily="18" charset="0"/>
                            </a:rPr>
                            <a:t>80</a:t>
                          </a:r>
                          <a:endParaRPr lang="zh-CN" altLang="en-US" b="0" dirty="0">
                            <a:ln>
                              <a:noFill/>
                            </a:ln>
                            <a:solidFill>
                              <a:srgbClr val="000066"/>
                            </a:solidFill>
                            <a:latin typeface="Times New Roman" panose="02020603050405020304" pitchFamily="18" charset="0"/>
                            <a:cs typeface="Times New Roman" panose="02020603050405020304" pitchFamily="18" charset="0"/>
                          </a:endParaRPr>
                        </a:p>
                      </a:txBody>
                      <a:tcPr anchor="ctr">
                        <a:lnL w="12700" cap="flat" cmpd="sng" algn="ctr">
                          <a:solidFill>
                            <a:srgbClr val="000066"/>
                          </a:solidFill>
                          <a:prstDash val="solid"/>
                          <a:round/>
                          <a:headEnd type="none" w="med" len="med"/>
                          <a:tailEnd type="none" w="med" len="med"/>
                        </a:lnL>
                        <a:lnR w="12700" cap="flat" cmpd="sng" algn="ctr">
                          <a:solidFill>
                            <a:srgbClr val="000066"/>
                          </a:solidFill>
                          <a:prstDash val="solid"/>
                          <a:round/>
                          <a:headEnd type="none" w="med" len="med"/>
                          <a:tailEnd type="none" w="med" len="med"/>
                        </a:lnR>
                        <a:lnT w="12700" cap="flat" cmpd="sng" algn="ctr">
                          <a:solidFill>
                            <a:srgbClr val="000066"/>
                          </a:solidFill>
                          <a:prstDash val="solid"/>
                          <a:round/>
                          <a:headEnd type="none" w="med" len="med"/>
                          <a:tailEnd type="none" w="med" len="med"/>
                        </a:lnT>
                        <a:lnB w="12700" cap="flat" cmpd="sng" algn="ctr">
                          <a:solidFill>
                            <a:srgbClr val="000066"/>
                          </a:solidFill>
                          <a:prstDash val="solid"/>
                          <a:round/>
                          <a:headEnd type="none" w="med" len="med"/>
                          <a:tailEnd type="none" w="med" len="med"/>
                        </a:lnB>
                        <a:solidFill>
                          <a:schemeClr val="tx1">
                            <a:lumMod val="20000"/>
                            <a:lumOff val="80000"/>
                          </a:schemeClr>
                        </a:solidFill>
                      </a:tcPr>
                    </a:tc>
                    <a:tc>
                      <a:txBody>
                        <a:bodyPr/>
                        <a:lstStyle/>
                        <a:p>
                          <a:pPr algn="ctr"/>
                          <a:r>
                            <a:rPr lang="en-US" altLang="zh-CN" b="0" dirty="0">
                              <a:ln>
                                <a:noFill/>
                              </a:ln>
                              <a:solidFill>
                                <a:srgbClr val="000066"/>
                              </a:solidFill>
                              <a:latin typeface="Times New Roman" panose="02020603050405020304" pitchFamily="18" charset="0"/>
                              <a:cs typeface="Times New Roman" panose="02020603050405020304" pitchFamily="18" charset="0"/>
                            </a:rPr>
                            <a:t>90</a:t>
                          </a:r>
                          <a:endParaRPr lang="zh-CN" altLang="en-US" b="0" dirty="0">
                            <a:ln>
                              <a:noFill/>
                            </a:ln>
                            <a:solidFill>
                              <a:srgbClr val="000066"/>
                            </a:solidFill>
                            <a:latin typeface="Times New Roman" panose="02020603050405020304" pitchFamily="18" charset="0"/>
                            <a:cs typeface="Times New Roman" panose="02020603050405020304" pitchFamily="18" charset="0"/>
                          </a:endParaRPr>
                        </a:p>
                      </a:txBody>
                      <a:tcPr anchor="ctr">
                        <a:lnL w="12700" cap="flat" cmpd="sng" algn="ctr">
                          <a:solidFill>
                            <a:srgbClr val="000066"/>
                          </a:solidFill>
                          <a:prstDash val="solid"/>
                          <a:round/>
                          <a:headEnd type="none" w="med" len="med"/>
                          <a:tailEnd type="none" w="med" len="med"/>
                        </a:lnL>
                        <a:lnR w="12700" cap="flat" cmpd="sng" algn="ctr">
                          <a:solidFill>
                            <a:srgbClr val="000066"/>
                          </a:solidFill>
                          <a:prstDash val="solid"/>
                          <a:round/>
                          <a:headEnd type="none" w="med" len="med"/>
                          <a:tailEnd type="none" w="med" len="med"/>
                        </a:lnR>
                        <a:lnT w="12700" cap="flat" cmpd="sng" algn="ctr">
                          <a:solidFill>
                            <a:srgbClr val="000066"/>
                          </a:solidFill>
                          <a:prstDash val="solid"/>
                          <a:round/>
                          <a:headEnd type="none" w="med" len="med"/>
                          <a:tailEnd type="none" w="med" len="med"/>
                        </a:lnT>
                        <a:lnB w="12700" cap="flat" cmpd="sng" algn="ctr">
                          <a:solidFill>
                            <a:srgbClr val="000066"/>
                          </a:solidFill>
                          <a:prstDash val="solid"/>
                          <a:round/>
                          <a:headEnd type="none" w="med" len="med"/>
                          <a:tailEnd type="none" w="med" len="med"/>
                        </a:lnB>
                        <a:solidFill>
                          <a:schemeClr val="tx1">
                            <a:lumMod val="20000"/>
                            <a:lumOff val="80000"/>
                          </a:schemeClr>
                        </a:solidFill>
                      </a:tcPr>
                    </a:tc>
                    <a:tc>
                      <a:txBody>
                        <a:bodyPr/>
                        <a:lstStyle/>
                        <a:p>
                          <a:pPr algn="ctr"/>
                          <a:r>
                            <a:rPr lang="en-US" altLang="zh-CN" b="0" dirty="0">
                              <a:ln>
                                <a:noFill/>
                              </a:ln>
                              <a:solidFill>
                                <a:srgbClr val="000066"/>
                              </a:solidFill>
                              <a:latin typeface="Times New Roman" panose="02020603050405020304" pitchFamily="18" charset="0"/>
                              <a:cs typeface="Times New Roman" panose="02020603050405020304" pitchFamily="18" charset="0"/>
                            </a:rPr>
                            <a:t>100</a:t>
                          </a:r>
                          <a:endParaRPr lang="zh-CN" altLang="en-US" b="0" dirty="0">
                            <a:ln>
                              <a:noFill/>
                            </a:ln>
                            <a:solidFill>
                              <a:srgbClr val="000066"/>
                            </a:solidFill>
                            <a:latin typeface="Times New Roman" panose="02020603050405020304" pitchFamily="18" charset="0"/>
                            <a:cs typeface="Times New Roman" panose="02020603050405020304" pitchFamily="18" charset="0"/>
                          </a:endParaRPr>
                        </a:p>
                      </a:txBody>
                      <a:tcPr anchor="ctr">
                        <a:lnL w="12700" cap="flat" cmpd="sng" algn="ctr">
                          <a:solidFill>
                            <a:srgbClr val="000066"/>
                          </a:solidFill>
                          <a:prstDash val="solid"/>
                          <a:round/>
                          <a:headEnd type="none" w="med" len="med"/>
                          <a:tailEnd type="none" w="med" len="med"/>
                        </a:lnL>
                        <a:lnR w="12700" cap="flat" cmpd="sng" algn="ctr">
                          <a:solidFill>
                            <a:srgbClr val="000066"/>
                          </a:solidFill>
                          <a:prstDash val="solid"/>
                          <a:round/>
                          <a:headEnd type="none" w="med" len="med"/>
                          <a:tailEnd type="none" w="med" len="med"/>
                        </a:lnR>
                        <a:lnT w="12700" cap="flat" cmpd="sng" algn="ctr">
                          <a:solidFill>
                            <a:srgbClr val="000066"/>
                          </a:solidFill>
                          <a:prstDash val="solid"/>
                          <a:round/>
                          <a:headEnd type="none" w="med" len="med"/>
                          <a:tailEnd type="none" w="med" len="med"/>
                        </a:lnT>
                        <a:lnB w="12700" cap="flat" cmpd="sng" algn="ctr">
                          <a:solidFill>
                            <a:srgbClr val="000066"/>
                          </a:solidFill>
                          <a:prstDash val="solid"/>
                          <a:round/>
                          <a:headEnd type="none" w="med" len="med"/>
                          <a:tailEnd type="none" w="med" len="med"/>
                        </a:lnB>
                        <a:solidFill>
                          <a:schemeClr val="tx1">
                            <a:lumMod val="20000"/>
                            <a:lumOff val="80000"/>
                          </a:schemeClr>
                        </a:solidFill>
                      </a:tcPr>
                    </a:tc>
                    <a:extLst>
                      <a:ext uri="{0D108BD9-81ED-4DB2-BD59-A6C34878D82A}">
                        <a16:rowId xmlns:a16="http://schemas.microsoft.com/office/drawing/2014/main" val="3595806369"/>
                      </a:ext>
                    </a:extLst>
                  </a:tr>
                  <a:tr h="37084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lang="en-US" altLang="zh-CN" b="1" i="1" smtClean="0">
                                    <a:ln>
                                      <a:noFill/>
                                    </a:ln>
                                    <a:solidFill>
                                      <a:schemeClr val="tx1"/>
                                    </a:solidFill>
                                    <a:latin typeface="Cambria Math" panose="02040503050406030204" pitchFamily="18" charset="0"/>
                                  </a:rPr>
                                  <m:t>𝑳</m:t>
                                </m:r>
                                <m:r>
                                  <a:rPr lang="en-US" altLang="zh-CN" b="1" i="1" smtClean="0">
                                    <a:ln>
                                      <a:noFill/>
                                    </a:ln>
                                    <a:solidFill>
                                      <a:schemeClr val="tx1"/>
                                    </a:solidFill>
                                    <a:latin typeface="Cambria Math" panose="02040503050406030204" pitchFamily="18" charset="0"/>
                                  </a:rPr>
                                  <m:t> (</m:t>
                                </m:r>
                                <m:r>
                                  <a:rPr lang="en-US" altLang="zh-CN" b="1" i="1" smtClean="0">
                                    <a:ln>
                                      <a:noFill/>
                                    </a:ln>
                                    <a:solidFill>
                                      <a:schemeClr val="tx1"/>
                                    </a:solidFill>
                                    <a:latin typeface="Cambria Math" panose="02040503050406030204" pitchFamily="18" charset="0"/>
                                  </a:rPr>
                                  <m:t>𝒄𝒎</m:t>
                                </m:r>
                                <m:r>
                                  <a:rPr lang="en-US" altLang="zh-CN" b="1" i="1" smtClean="0">
                                    <a:ln>
                                      <a:noFill/>
                                    </a:ln>
                                    <a:solidFill>
                                      <a:schemeClr val="tx1"/>
                                    </a:solidFill>
                                    <a:latin typeface="Cambria Math" panose="02040503050406030204" pitchFamily="18" charset="0"/>
                                  </a:rPr>
                                  <m:t>)</m:t>
                                </m:r>
                              </m:oMath>
                            </m:oMathPara>
                          </a14:m>
                          <a:endParaRPr lang="zh-CN" altLang="en-US" dirty="0">
                            <a:ln>
                              <a:noFill/>
                            </a:ln>
                            <a:solidFill>
                              <a:schemeClr val="tx1"/>
                            </a:solidFill>
                          </a:endParaRPr>
                        </a:p>
                      </a:txBody>
                      <a:tcPr anchor="ctr">
                        <a:lnL w="12700" cap="flat" cmpd="sng" algn="ctr">
                          <a:solidFill>
                            <a:srgbClr val="000066"/>
                          </a:solidFill>
                          <a:prstDash val="solid"/>
                          <a:round/>
                          <a:headEnd type="none" w="med" len="med"/>
                          <a:tailEnd type="none" w="med" len="med"/>
                        </a:lnL>
                        <a:lnR w="12700" cap="flat" cmpd="sng" algn="ctr">
                          <a:solidFill>
                            <a:srgbClr val="000066"/>
                          </a:solidFill>
                          <a:prstDash val="solid"/>
                          <a:round/>
                          <a:headEnd type="none" w="med" len="med"/>
                          <a:tailEnd type="none" w="med" len="med"/>
                        </a:lnR>
                        <a:lnT w="12700" cap="flat" cmpd="sng" algn="ctr">
                          <a:solidFill>
                            <a:srgbClr val="000066"/>
                          </a:solidFill>
                          <a:prstDash val="solid"/>
                          <a:round/>
                          <a:headEnd type="none" w="med" len="med"/>
                          <a:tailEnd type="none" w="med" len="med"/>
                        </a:lnT>
                        <a:lnB w="12700" cap="flat" cmpd="sng" algn="ctr">
                          <a:solidFill>
                            <a:srgbClr val="000066"/>
                          </a:solidFill>
                          <a:prstDash val="solid"/>
                          <a:round/>
                          <a:headEnd type="none" w="med" len="med"/>
                          <a:tailEnd type="none" w="med" len="med"/>
                        </a:lnB>
                        <a:solidFill>
                          <a:schemeClr val="tx1">
                            <a:lumMod val="20000"/>
                            <a:lumOff val="80000"/>
                          </a:schemeClr>
                        </a:solidFill>
                      </a:tcPr>
                    </a:tc>
                    <a:tc>
                      <a:txBody>
                        <a:bodyPr/>
                        <a:lstStyle/>
                        <a:p>
                          <a:pPr algn="ctr"/>
                          <a:r>
                            <a:rPr lang="en-US" altLang="zh-CN" b="0" dirty="0">
                              <a:ln>
                                <a:noFill/>
                              </a:ln>
                              <a:solidFill>
                                <a:srgbClr val="000066"/>
                              </a:solidFill>
                              <a:latin typeface="Times New Roman" panose="02020603050405020304" pitchFamily="18" charset="0"/>
                              <a:cs typeface="Times New Roman" panose="02020603050405020304" pitchFamily="18" charset="0"/>
                            </a:rPr>
                            <a:t>93.6</a:t>
                          </a:r>
                          <a:endParaRPr lang="zh-CN" altLang="en-US" b="0" dirty="0">
                            <a:ln>
                              <a:noFill/>
                            </a:ln>
                            <a:solidFill>
                              <a:srgbClr val="000066"/>
                            </a:solidFill>
                            <a:latin typeface="Times New Roman" panose="02020603050405020304" pitchFamily="18" charset="0"/>
                            <a:cs typeface="Times New Roman" panose="02020603050405020304" pitchFamily="18" charset="0"/>
                          </a:endParaRPr>
                        </a:p>
                      </a:txBody>
                      <a:tcPr anchor="ctr">
                        <a:lnL w="12700" cap="flat" cmpd="sng" algn="ctr">
                          <a:solidFill>
                            <a:srgbClr val="000066"/>
                          </a:solidFill>
                          <a:prstDash val="solid"/>
                          <a:round/>
                          <a:headEnd type="none" w="med" len="med"/>
                          <a:tailEnd type="none" w="med" len="med"/>
                        </a:lnL>
                        <a:lnR w="12700" cap="flat" cmpd="sng" algn="ctr">
                          <a:solidFill>
                            <a:srgbClr val="000066"/>
                          </a:solidFill>
                          <a:prstDash val="solid"/>
                          <a:round/>
                          <a:headEnd type="none" w="med" len="med"/>
                          <a:tailEnd type="none" w="med" len="med"/>
                        </a:lnR>
                        <a:lnT w="12700" cap="flat" cmpd="sng" algn="ctr">
                          <a:solidFill>
                            <a:srgbClr val="000066"/>
                          </a:solidFill>
                          <a:prstDash val="solid"/>
                          <a:round/>
                          <a:headEnd type="none" w="med" len="med"/>
                          <a:tailEnd type="none" w="med" len="med"/>
                        </a:lnT>
                        <a:lnB w="12700" cap="flat" cmpd="sng" algn="ctr">
                          <a:solidFill>
                            <a:srgbClr val="000066"/>
                          </a:solidFill>
                          <a:prstDash val="solid"/>
                          <a:round/>
                          <a:headEnd type="none" w="med" len="med"/>
                          <a:tailEnd type="none" w="med" len="med"/>
                        </a:lnB>
                        <a:solidFill>
                          <a:schemeClr val="tx1">
                            <a:lumMod val="20000"/>
                            <a:lumOff val="80000"/>
                          </a:schemeClr>
                        </a:solidFill>
                      </a:tcPr>
                    </a:tc>
                    <a:tc>
                      <a:txBody>
                        <a:bodyPr/>
                        <a:lstStyle/>
                        <a:p>
                          <a:pPr algn="ctr"/>
                          <a:r>
                            <a:rPr lang="en-US" altLang="zh-CN" b="0" dirty="0">
                              <a:ln>
                                <a:noFill/>
                              </a:ln>
                              <a:solidFill>
                                <a:srgbClr val="000066"/>
                              </a:solidFill>
                              <a:latin typeface="Times New Roman" panose="02020603050405020304" pitchFamily="18" charset="0"/>
                              <a:cs typeface="Times New Roman" panose="02020603050405020304" pitchFamily="18" charset="0"/>
                            </a:rPr>
                            <a:t>63.6</a:t>
                          </a:r>
                          <a:endParaRPr lang="zh-CN" altLang="en-US" b="0" dirty="0">
                            <a:ln>
                              <a:noFill/>
                            </a:ln>
                            <a:solidFill>
                              <a:srgbClr val="000066"/>
                            </a:solidFill>
                            <a:latin typeface="Times New Roman" panose="02020603050405020304" pitchFamily="18" charset="0"/>
                            <a:cs typeface="Times New Roman" panose="02020603050405020304" pitchFamily="18" charset="0"/>
                          </a:endParaRPr>
                        </a:p>
                      </a:txBody>
                      <a:tcPr anchor="ctr">
                        <a:lnL w="12700" cap="flat" cmpd="sng" algn="ctr">
                          <a:solidFill>
                            <a:srgbClr val="000066"/>
                          </a:solidFill>
                          <a:prstDash val="solid"/>
                          <a:round/>
                          <a:headEnd type="none" w="med" len="med"/>
                          <a:tailEnd type="none" w="med" len="med"/>
                        </a:lnL>
                        <a:lnR w="12700" cap="flat" cmpd="sng" algn="ctr">
                          <a:solidFill>
                            <a:srgbClr val="000066"/>
                          </a:solidFill>
                          <a:prstDash val="solid"/>
                          <a:round/>
                          <a:headEnd type="none" w="med" len="med"/>
                          <a:tailEnd type="none" w="med" len="med"/>
                        </a:lnR>
                        <a:lnT w="12700" cap="flat" cmpd="sng" algn="ctr">
                          <a:solidFill>
                            <a:srgbClr val="000066"/>
                          </a:solidFill>
                          <a:prstDash val="solid"/>
                          <a:round/>
                          <a:headEnd type="none" w="med" len="med"/>
                          <a:tailEnd type="none" w="med" len="med"/>
                        </a:lnT>
                        <a:lnB w="12700" cap="flat" cmpd="sng" algn="ctr">
                          <a:solidFill>
                            <a:srgbClr val="000066"/>
                          </a:solidFill>
                          <a:prstDash val="solid"/>
                          <a:round/>
                          <a:headEnd type="none" w="med" len="med"/>
                          <a:tailEnd type="none" w="med" len="med"/>
                        </a:lnB>
                        <a:solidFill>
                          <a:schemeClr val="tx1">
                            <a:lumMod val="20000"/>
                            <a:lumOff val="80000"/>
                          </a:schemeClr>
                        </a:solidFill>
                      </a:tcPr>
                    </a:tc>
                    <a:tc>
                      <a:txBody>
                        <a:bodyPr/>
                        <a:lstStyle/>
                        <a:p>
                          <a:pPr algn="ctr"/>
                          <a:r>
                            <a:rPr lang="en-US" altLang="zh-CN" b="0" dirty="0">
                              <a:ln>
                                <a:noFill/>
                              </a:ln>
                              <a:solidFill>
                                <a:srgbClr val="000066"/>
                              </a:solidFill>
                              <a:latin typeface="Times New Roman" panose="02020603050405020304" pitchFamily="18" charset="0"/>
                              <a:cs typeface="Times New Roman" panose="02020603050405020304" pitchFamily="18" charset="0"/>
                            </a:rPr>
                            <a:t>54.4</a:t>
                          </a:r>
                          <a:endParaRPr lang="zh-CN" altLang="en-US" b="0" dirty="0">
                            <a:ln>
                              <a:noFill/>
                            </a:ln>
                            <a:solidFill>
                              <a:srgbClr val="000066"/>
                            </a:solidFill>
                            <a:latin typeface="Times New Roman" panose="02020603050405020304" pitchFamily="18" charset="0"/>
                            <a:cs typeface="Times New Roman" panose="02020603050405020304" pitchFamily="18" charset="0"/>
                          </a:endParaRPr>
                        </a:p>
                      </a:txBody>
                      <a:tcPr anchor="ctr">
                        <a:lnL w="12700" cap="flat" cmpd="sng" algn="ctr">
                          <a:solidFill>
                            <a:srgbClr val="000066"/>
                          </a:solidFill>
                          <a:prstDash val="solid"/>
                          <a:round/>
                          <a:headEnd type="none" w="med" len="med"/>
                          <a:tailEnd type="none" w="med" len="med"/>
                        </a:lnL>
                        <a:lnR w="12700" cap="flat" cmpd="sng" algn="ctr">
                          <a:solidFill>
                            <a:srgbClr val="000066"/>
                          </a:solidFill>
                          <a:prstDash val="solid"/>
                          <a:round/>
                          <a:headEnd type="none" w="med" len="med"/>
                          <a:tailEnd type="none" w="med" len="med"/>
                        </a:lnR>
                        <a:lnT w="12700" cap="flat" cmpd="sng" algn="ctr">
                          <a:solidFill>
                            <a:srgbClr val="000066"/>
                          </a:solidFill>
                          <a:prstDash val="solid"/>
                          <a:round/>
                          <a:headEnd type="none" w="med" len="med"/>
                          <a:tailEnd type="none" w="med" len="med"/>
                        </a:lnT>
                        <a:lnB w="12700" cap="flat" cmpd="sng" algn="ctr">
                          <a:solidFill>
                            <a:srgbClr val="000066"/>
                          </a:solidFill>
                          <a:prstDash val="solid"/>
                          <a:round/>
                          <a:headEnd type="none" w="med" len="med"/>
                          <a:tailEnd type="none" w="med" len="med"/>
                        </a:lnB>
                        <a:solidFill>
                          <a:schemeClr val="tx1">
                            <a:lumMod val="20000"/>
                            <a:lumOff val="80000"/>
                          </a:schemeClr>
                        </a:solidFill>
                      </a:tcPr>
                    </a:tc>
                    <a:tc>
                      <a:txBody>
                        <a:bodyPr/>
                        <a:lstStyle/>
                        <a:p>
                          <a:pPr algn="ctr"/>
                          <a:r>
                            <a:rPr lang="en-US" altLang="zh-CN" b="0" dirty="0">
                              <a:ln>
                                <a:noFill/>
                              </a:ln>
                              <a:solidFill>
                                <a:srgbClr val="000066"/>
                              </a:solidFill>
                              <a:latin typeface="Times New Roman" panose="02020603050405020304" pitchFamily="18" charset="0"/>
                              <a:cs typeface="Times New Roman" panose="02020603050405020304" pitchFamily="18" charset="0"/>
                            </a:rPr>
                            <a:t>75.3</a:t>
                          </a:r>
                          <a:endParaRPr lang="zh-CN" altLang="en-US" b="0" dirty="0">
                            <a:ln>
                              <a:noFill/>
                            </a:ln>
                            <a:solidFill>
                              <a:srgbClr val="000066"/>
                            </a:solidFill>
                            <a:latin typeface="Times New Roman" panose="02020603050405020304" pitchFamily="18" charset="0"/>
                            <a:cs typeface="Times New Roman" panose="02020603050405020304" pitchFamily="18" charset="0"/>
                          </a:endParaRPr>
                        </a:p>
                      </a:txBody>
                      <a:tcPr anchor="ctr">
                        <a:lnL w="12700" cap="flat" cmpd="sng" algn="ctr">
                          <a:solidFill>
                            <a:srgbClr val="000066"/>
                          </a:solidFill>
                          <a:prstDash val="solid"/>
                          <a:round/>
                          <a:headEnd type="none" w="med" len="med"/>
                          <a:tailEnd type="none" w="med" len="med"/>
                        </a:lnL>
                        <a:lnR w="12700" cap="flat" cmpd="sng" algn="ctr">
                          <a:solidFill>
                            <a:srgbClr val="000066"/>
                          </a:solidFill>
                          <a:prstDash val="solid"/>
                          <a:round/>
                          <a:headEnd type="none" w="med" len="med"/>
                          <a:tailEnd type="none" w="med" len="med"/>
                        </a:lnR>
                        <a:lnT w="12700" cap="flat" cmpd="sng" algn="ctr">
                          <a:solidFill>
                            <a:srgbClr val="000066"/>
                          </a:solidFill>
                          <a:prstDash val="solid"/>
                          <a:round/>
                          <a:headEnd type="none" w="med" len="med"/>
                          <a:tailEnd type="none" w="med" len="med"/>
                        </a:lnT>
                        <a:lnB w="12700" cap="flat" cmpd="sng" algn="ctr">
                          <a:solidFill>
                            <a:srgbClr val="000066"/>
                          </a:solidFill>
                          <a:prstDash val="solid"/>
                          <a:round/>
                          <a:headEnd type="none" w="med" len="med"/>
                          <a:tailEnd type="none" w="med" len="med"/>
                        </a:lnB>
                        <a:solidFill>
                          <a:schemeClr val="tx1">
                            <a:lumMod val="20000"/>
                            <a:lumOff val="80000"/>
                          </a:schemeClr>
                        </a:solidFill>
                      </a:tcPr>
                    </a:tc>
                    <a:tc>
                      <a:txBody>
                        <a:bodyPr/>
                        <a:lstStyle/>
                        <a:p>
                          <a:pPr algn="ctr"/>
                          <a:r>
                            <a:rPr lang="en-US" altLang="zh-CN" b="0" dirty="0">
                              <a:ln>
                                <a:noFill/>
                              </a:ln>
                              <a:solidFill>
                                <a:srgbClr val="000066"/>
                              </a:solidFill>
                              <a:latin typeface="Times New Roman" panose="02020603050405020304" pitchFamily="18" charset="0"/>
                              <a:cs typeface="Times New Roman" panose="02020603050405020304" pitchFamily="18" charset="0"/>
                            </a:rPr>
                            <a:t>48.1</a:t>
                          </a:r>
                          <a:endParaRPr lang="zh-CN" altLang="en-US" b="0" dirty="0">
                            <a:ln>
                              <a:noFill/>
                            </a:ln>
                            <a:solidFill>
                              <a:srgbClr val="000066"/>
                            </a:solidFill>
                            <a:latin typeface="Times New Roman" panose="02020603050405020304" pitchFamily="18" charset="0"/>
                            <a:cs typeface="Times New Roman" panose="02020603050405020304" pitchFamily="18" charset="0"/>
                          </a:endParaRPr>
                        </a:p>
                      </a:txBody>
                      <a:tcPr anchor="ctr">
                        <a:lnL w="12700" cap="flat" cmpd="sng" algn="ctr">
                          <a:solidFill>
                            <a:srgbClr val="000066"/>
                          </a:solidFill>
                          <a:prstDash val="solid"/>
                          <a:round/>
                          <a:headEnd type="none" w="med" len="med"/>
                          <a:tailEnd type="none" w="med" len="med"/>
                        </a:lnL>
                        <a:lnR w="12700" cap="flat" cmpd="sng" algn="ctr">
                          <a:solidFill>
                            <a:srgbClr val="000066"/>
                          </a:solidFill>
                          <a:prstDash val="solid"/>
                          <a:round/>
                          <a:headEnd type="none" w="med" len="med"/>
                          <a:tailEnd type="none" w="med" len="med"/>
                        </a:lnR>
                        <a:lnT w="12700" cap="flat" cmpd="sng" algn="ctr">
                          <a:solidFill>
                            <a:srgbClr val="000066"/>
                          </a:solidFill>
                          <a:prstDash val="solid"/>
                          <a:round/>
                          <a:headEnd type="none" w="med" len="med"/>
                          <a:tailEnd type="none" w="med" len="med"/>
                        </a:lnT>
                        <a:lnB w="12700" cap="flat" cmpd="sng" algn="ctr">
                          <a:solidFill>
                            <a:srgbClr val="000066"/>
                          </a:solidFill>
                          <a:prstDash val="solid"/>
                          <a:round/>
                          <a:headEnd type="none" w="med" len="med"/>
                          <a:tailEnd type="none" w="med" len="med"/>
                        </a:lnB>
                        <a:solidFill>
                          <a:schemeClr val="tx1">
                            <a:lumMod val="20000"/>
                            <a:lumOff val="80000"/>
                          </a:schemeClr>
                        </a:solidFill>
                      </a:tcPr>
                    </a:tc>
                    <a:extLst>
                      <a:ext uri="{0D108BD9-81ED-4DB2-BD59-A6C34878D82A}">
                        <a16:rowId xmlns:a16="http://schemas.microsoft.com/office/drawing/2014/main" val="1774595110"/>
                      </a:ext>
                    </a:extLst>
                  </a:tr>
                  <a:tr h="37084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lang="en-US" altLang="zh-CN" b="1" i="1" smtClean="0">
                                    <a:ln>
                                      <a:noFill/>
                                    </a:ln>
                                    <a:solidFill>
                                      <a:schemeClr val="tx1"/>
                                    </a:solidFill>
                                    <a:latin typeface="Cambria Math" panose="02040503050406030204" pitchFamily="18" charset="0"/>
                                  </a:rPr>
                                  <m:t>𝒏</m:t>
                                </m:r>
                              </m:oMath>
                            </m:oMathPara>
                          </a14:m>
                          <a:endParaRPr lang="zh-CN" altLang="en-US" dirty="0">
                            <a:ln>
                              <a:noFill/>
                            </a:ln>
                            <a:solidFill>
                              <a:schemeClr val="tx1"/>
                            </a:solidFill>
                          </a:endParaRPr>
                        </a:p>
                      </a:txBody>
                      <a:tcPr anchor="ctr">
                        <a:lnL w="12700" cap="flat" cmpd="sng" algn="ctr">
                          <a:solidFill>
                            <a:srgbClr val="000066"/>
                          </a:solidFill>
                          <a:prstDash val="solid"/>
                          <a:round/>
                          <a:headEnd type="none" w="med" len="med"/>
                          <a:tailEnd type="none" w="med" len="med"/>
                        </a:lnL>
                        <a:lnR w="12700" cap="flat" cmpd="sng" algn="ctr">
                          <a:solidFill>
                            <a:srgbClr val="000066"/>
                          </a:solidFill>
                          <a:prstDash val="solid"/>
                          <a:round/>
                          <a:headEnd type="none" w="med" len="med"/>
                          <a:tailEnd type="none" w="med" len="med"/>
                        </a:lnR>
                        <a:lnT w="12700" cap="flat" cmpd="sng" algn="ctr">
                          <a:solidFill>
                            <a:srgbClr val="000066"/>
                          </a:solidFill>
                          <a:prstDash val="solid"/>
                          <a:round/>
                          <a:headEnd type="none" w="med" len="med"/>
                          <a:tailEnd type="none" w="med" len="med"/>
                        </a:lnT>
                        <a:lnB w="12700" cap="flat" cmpd="sng" algn="ctr">
                          <a:solidFill>
                            <a:srgbClr val="000066"/>
                          </a:solidFill>
                          <a:prstDash val="solid"/>
                          <a:round/>
                          <a:headEnd type="none" w="med" len="med"/>
                          <a:tailEnd type="none" w="med" len="med"/>
                        </a:lnB>
                        <a:solidFill>
                          <a:schemeClr val="tx1">
                            <a:lumMod val="20000"/>
                            <a:lumOff val="80000"/>
                          </a:schemeClr>
                        </a:solidFill>
                      </a:tcPr>
                    </a:tc>
                    <a:tc>
                      <a:txBody>
                        <a:bodyPr/>
                        <a:lstStyle/>
                        <a:p>
                          <a:pPr algn="ctr"/>
                          <a:r>
                            <a:rPr lang="en-US" altLang="zh-CN" b="0" dirty="0">
                              <a:ln>
                                <a:noFill/>
                              </a:ln>
                              <a:solidFill>
                                <a:srgbClr val="000066"/>
                              </a:solidFill>
                              <a:latin typeface="Times New Roman" panose="02020603050405020304" pitchFamily="18" charset="0"/>
                              <a:cs typeface="Times New Roman" panose="02020603050405020304" pitchFamily="18" charset="0"/>
                            </a:rPr>
                            <a:t>2</a:t>
                          </a:r>
                          <a:endParaRPr lang="zh-CN" altLang="en-US" b="0" dirty="0">
                            <a:ln>
                              <a:noFill/>
                            </a:ln>
                            <a:solidFill>
                              <a:srgbClr val="000066"/>
                            </a:solidFill>
                            <a:latin typeface="Times New Roman" panose="02020603050405020304" pitchFamily="18" charset="0"/>
                            <a:cs typeface="Times New Roman" panose="02020603050405020304" pitchFamily="18" charset="0"/>
                          </a:endParaRPr>
                        </a:p>
                      </a:txBody>
                      <a:tcPr anchor="ctr">
                        <a:lnL w="12700" cap="flat" cmpd="sng" algn="ctr">
                          <a:solidFill>
                            <a:srgbClr val="000066"/>
                          </a:solidFill>
                          <a:prstDash val="solid"/>
                          <a:round/>
                          <a:headEnd type="none" w="med" len="med"/>
                          <a:tailEnd type="none" w="med" len="med"/>
                        </a:lnL>
                        <a:lnR w="12700" cap="flat" cmpd="sng" algn="ctr">
                          <a:solidFill>
                            <a:srgbClr val="000066"/>
                          </a:solidFill>
                          <a:prstDash val="solid"/>
                          <a:round/>
                          <a:headEnd type="none" w="med" len="med"/>
                          <a:tailEnd type="none" w="med" len="med"/>
                        </a:lnR>
                        <a:lnT w="12700" cap="flat" cmpd="sng" algn="ctr">
                          <a:solidFill>
                            <a:srgbClr val="000066"/>
                          </a:solidFill>
                          <a:prstDash val="solid"/>
                          <a:round/>
                          <a:headEnd type="none" w="med" len="med"/>
                          <a:tailEnd type="none" w="med" len="med"/>
                        </a:lnT>
                        <a:lnB w="12700" cap="flat" cmpd="sng" algn="ctr">
                          <a:solidFill>
                            <a:srgbClr val="000066"/>
                          </a:solidFill>
                          <a:prstDash val="solid"/>
                          <a:round/>
                          <a:headEnd type="none" w="med" len="med"/>
                          <a:tailEnd type="none" w="med" len="med"/>
                        </a:lnB>
                        <a:solidFill>
                          <a:schemeClr val="tx1">
                            <a:lumMod val="20000"/>
                            <a:lumOff val="80000"/>
                          </a:schemeClr>
                        </a:solidFill>
                      </a:tcPr>
                    </a:tc>
                    <a:tc>
                      <a:txBody>
                        <a:bodyPr/>
                        <a:lstStyle/>
                        <a:p>
                          <a:pPr algn="ctr"/>
                          <a:r>
                            <a:rPr lang="en-US" altLang="zh-CN" b="0" dirty="0">
                              <a:ln>
                                <a:noFill/>
                              </a:ln>
                              <a:solidFill>
                                <a:srgbClr val="000066"/>
                              </a:solidFill>
                              <a:latin typeface="Times New Roman" panose="02020603050405020304" pitchFamily="18" charset="0"/>
                              <a:cs typeface="Times New Roman" panose="02020603050405020304" pitchFamily="18" charset="0"/>
                            </a:rPr>
                            <a:t>2</a:t>
                          </a:r>
                          <a:endParaRPr lang="zh-CN" altLang="en-US" b="0" dirty="0">
                            <a:ln>
                              <a:noFill/>
                            </a:ln>
                            <a:solidFill>
                              <a:srgbClr val="000066"/>
                            </a:solidFill>
                            <a:latin typeface="Times New Roman" panose="02020603050405020304" pitchFamily="18" charset="0"/>
                            <a:cs typeface="Times New Roman" panose="02020603050405020304" pitchFamily="18" charset="0"/>
                          </a:endParaRPr>
                        </a:p>
                      </a:txBody>
                      <a:tcPr anchor="ctr">
                        <a:lnL w="12700" cap="flat" cmpd="sng" algn="ctr">
                          <a:solidFill>
                            <a:srgbClr val="000066"/>
                          </a:solidFill>
                          <a:prstDash val="solid"/>
                          <a:round/>
                          <a:headEnd type="none" w="med" len="med"/>
                          <a:tailEnd type="none" w="med" len="med"/>
                        </a:lnL>
                        <a:lnR w="12700" cap="flat" cmpd="sng" algn="ctr">
                          <a:solidFill>
                            <a:srgbClr val="000066"/>
                          </a:solidFill>
                          <a:prstDash val="solid"/>
                          <a:round/>
                          <a:headEnd type="none" w="med" len="med"/>
                          <a:tailEnd type="none" w="med" len="med"/>
                        </a:lnR>
                        <a:lnT w="12700" cap="flat" cmpd="sng" algn="ctr">
                          <a:solidFill>
                            <a:srgbClr val="000066"/>
                          </a:solidFill>
                          <a:prstDash val="solid"/>
                          <a:round/>
                          <a:headEnd type="none" w="med" len="med"/>
                          <a:tailEnd type="none" w="med" len="med"/>
                        </a:lnT>
                        <a:lnB w="12700" cap="flat" cmpd="sng" algn="ctr">
                          <a:solidFill>
                            <a:srgbClr val="000066"/>
                          </a:solidFill>
                          <a:prstDash val="solid"/>
                          <a:round/>
                          <a:headEnd type="none" w="med" len="med"/>
                          <a:tailEnd type="none" w="med" len="med"/>
                        </a:lnB>
                        <a:solidFill>
                          <a:schemeClr val="tx1">
                            <a:lumMod val="20000"/>
                            <a:lumOff val="80000"/>
                          </a:schemeClr>
                        </a:solidFill>
                      </a:tcPr>
                    </a:tc>
                    <a:tc>
                      <a:txBody>
                        <a:bodyPr/>
                        <a:lstStyle/>
                        <a:p>
                          <a:pPr algn="ctr"/>
                          <a:r>
                            <a:rPr lang="en-US" altLang="zh-CN" b="0" dirty="0">
                              <a:ln>
                                <a:noFill/>
                              </a:ln>
                              <a:solidFill>
                                <a:srgbClr val="000066"/>
                              </a:solidFill>
                              <a:latin typeface="Times New Roman" panose="02020603050405020304" pitchFamily="18" charset="0"/>
                              <a:cs typeface="Times New Roman" panose="02020603050405020304" pitchFamily="18" charset="0"/>
                            </a:rPr>
                            <a:t>2</a:t>
                          </a:r>
                          <a:endParaRPr lang="zh-CN" altLang="en-US" b="0" dirty="0">
                            <a:ln>
                              <a:noFill/>
                            </a:ln>
                            <a:solidFill>
                              <a:srgbClr val="000066"/>
                            </a:solidFill>
                            <a:latin typeface="Times New Roman" panose="02020603050405020304" pitchFamily="18" charset="0"/>
                            <a:cs typeface="Times New Roman" panose="02020603050405020304" pitchFamily="18" charset="0"/>
                          </a:endParaRPr>
                        </a:p>
                      </a:txBody>
                      <a:tcPr anchor="ctr">
                        <a:lnL w="12700" cap="flat" cmpd="sng" algn="ctr">
                          <a:solidFill>
                            <a:srgbClr val="000066"/>
                          </a:solidFill>
                          <a:prstDash val="solid"/>
                          <a:round/>
                          <a:headEnd type="none" w="med" len="med"/>
                          <a:tailEnd type="none" w="med" len="med"/>
                        </a:lnL>
                        <a:lnR w="12700" cap="flat" cmpd="sng" algn="ctr">
                          <a:solidFill>
                            <a:srgbClr val="000066"/>
                          </a:solidFill>
                          <a:prstDash val="solid"/>
                          <a:round/>
                          <a:headEnd type="none" w="med" len="med"/>
                          <a:tailEnd type="none" w="med" len="med"/>
                        </a:lnR>
                        <a:lnT w="12700" cap="flat" cmpd="sng" algn="ctr">
                          <a:solidFill>
                            <a:srgbClr val="000066"/>
                          </a:solidFill>
                          <a:prstDash val="solid"/>
                          <a:round/>
                          <a:headEnd type="none" w="med" len="med"/>
                          <a:tailEnd type="none" w="med" len="med"/>
                        </a:lnT>
                        <a:lnB w="12700" cap="flat" cmpd="sng" algn="ctr">
                          <a:solidFill>
                            <a:srgbClr val="000066"/>
                          </a:solidFill>
                          <a:prstDash val="solid"/>
                          <a:round/>
                          <a:headEnd type="none" w="med" len="med"/>
                          <a:tailEnd type="none" w="med" len="med"/>
                        </a:lnB>
                        <a:solidFill>
                          <a:schemeClr val="tx1">
                            <a:lumMod val="20000"/>
                            <a:lumOff val="80000"/>
                          </a:schemeClr>
                        </a:solidFill>
                      </a:tcPr>
                    </a:tc>
                    <a:tc>
                      <a:txBody>
                        <a:bodyPr/>
                        <a:lstStyle/>
                        <a:p>
                          <a:pPr algn="ctr"/>
                          <a:r>
                            <a:rPr lang="en-US" altLang="zh-CN" b="0" dirty="0">
                              <a:ln>
                                <a:noFill/>
                              </a:ln>
                              <a:solidFill>
                                <a:srgbClr val="000066"/>
                              </a:solidFill>
                              <a:latin typeface="Times New Roman" panose="02020603050405020304" pitchFamily="18" charset="0"/>
                              <a:cs typeface="Times New Roman" panose="02020603050405020304" pitchFamily="18" charset="0"/>
                            </a:rPr>
                            <a:t>3</a:t>
                          </a:r>
                          <a:endParaRPr lang="zh-CN" altLang="en-US" b="0" dirty="0">
                            <a:ln>
                              <a:noFill/>
                            </a:ln>
                            <a:solidFill>
                              <a:srgbClr val="000066"/>
                            </a:solidFill>
                            <a:latin typeface="Times New Roman" panose="02020603050405020304" pitchFamily="18" charset="0"/>
                            <a:cs typeface="Times New Roman" panose="02020603050405020304" pitchFamily="18" charset="0"/>
                          </a:endParaRPr>
                        </a:p>
                      </a:txBody>
                      <a:tcPr anchor="ctr">
                        <a:lnL w="12700" cap="flat" cmpd="sng" algn="ctr">
                          <a:solidFill>
                            <a:srgbClr val="000066"/>
                          </a:solidFill>
                          <a:prstDash val="solid"/>
                          <a:round/>
                          <a:headEnd type="none" w="med" len="med"/>
                          <a:tailEnd type="none" w="med" len="med"/>
                        </a:lnL>
                        <a:lnR w="12700" cap="flat" cmpd="sng" algn="ctr">
                          <a:solidFill>
                            <a:srgbClr val="000066"/>
                          </a:solidFill>
                          <a:prstDash val="solid"/>
                          <a:round/>
                          <a:headEnd type="none" w="med" len="med"/>
                          <a:tailEnd type="none" w="med" len="med"/>
                        </a:lnR>
                        <a:lnT w="12700" cap="flat" cmpd="sng" algn="ctr">
                          <a:solidFill>
                            <a:srgbClr val="000066"/>
                          </a:solidFill>
                          <a:prstDash val="solid"/>
                          <a:round/>
                          <a:headEnd type="none" w="med" len="med"/>
                          <a:tailEnd type="none" w="med" len="med"/>
                        </a:lnT>
                        <a:lnB w="12700" cap="flat" cmpd="sng" algn="ctr">
                          <a:solidFill>
                            <a:srgbClr val="000066"/>
                          </a:solidFill>
                          <a:prstDash val="solid"/>
                          <a:round/>
                          <a:headEnd type="none" w="med" len="med"/>
                          <a:tailEnd type="none" w="med" len="med"/>
                        </a:lnB>
                        <a:solidFill>
                          <a:schemeClr val="tx1">
                            <a:lumMod val="20000"/>
                            <a:lumOff val="80000"/>
                          </a:schemeClr>
                        </a:solidFill>
                      </a:tcPr>
                    </a:tc>
                    <a:tc>
                      <a:txBody>
                        <a:bodyPr/>
                        <a:lstStyle/>
                        <a:p>
                          <a:pPr algn="ctr"/>
                          <a:r>
                            <a:rPr lang="en-US" altLang="zh-CN" b="0" dirty="0">
                              <a:ln>
                                <a:noFill/>
                              </a:ln>
                              <a:solidFill>
                                <a:srgbClr val="000066"/>
                              </a:solidFill>
                              <a:latin typeface="Times New Roman" panose="02020603050405020304" pitchFamily="18" charset="0"/>
                              <a:cs typeface="Times New Roman" panose="02020603050405020304" pitchFamily="18" charset="0"/>
                            </a:rPr>
                            <a:t>2</a:t>
                          </a:r>
                          <a:endParaRPr lang="zh-CN" altLang="en-US" b="0" dirty="0">
                            <a:ln>
                              <a:noFill/>
                            </a:ln>
                            <a:solidFill>
                              <a:srgbClr val="000066"/>
                            </a:solidFill>
                            <a:latin typeface="Times New Roman" panose="02020603050405020304" pitchFamily="18" charset="0"/>
                            <a:cs typeface="Times New Roman" panose="02020603050405020304" pitchFamily="18" charset="0"/>
                          </a:endParaRPr>
                        </a:p>
                      </a:txBody>
                      <a:tcPr anchor="ctr">
                        <a:lnL w="12700" cap="flat" cmpd="sng" algn="ctr">
                          <a:solidFill>
                            <a:srgbClr val="000066"/>
                          </a:solidFill>
                          <a:prstDash val="solid"/>
                          <a:round/>
                          <a:headEnd type="none" w="med" len="med"/>
                          <a:tailEnd type="none" w="med" len="med"/>
                        </a:lnL>
                        <a:lnR w="12700" cap="flat" cmpd="sng" algn="ctr">
                          <a:solidFill>
                            <a:srgbClr val="000066"/>
                          </a:solidFill>
                          <a:prstDash val="solid"/>
                          <a:round/>
                          <a:headEnd type="none" w="med" len="med"/>
                          <a:tailEnd type="none" w="med" len="med"/>
                        </a:lnR>
                        <a:lnT w="12700" cap="flat" cmpd="sng" algn="ctr">
                          <a:solidFill>
                            <a:srgbClr val="000066"/>
                          </a:solidFill>
                          <a:prstDash val="solid"/>
                          <a:round/>
                          <a:headEnd type="none" w="med" len="med"/>
                          <a:tailEnd type="none" w="med" len="med"/>
                        </a:lnT>
                        <a:lnB w="12700" cap="flat" cmpd="sng" algn="ctr">
                          <a:solidFill>
                            <a:srgbClr val="000066"/>
                          </a:solidFill>
                          <a:prstDash val="solid"/>
                          <a:round/>
                          <a:headEnd type="none" w="med" len="med"/>
                          <a:tailEnd type="none" w="med" len="med"/>
                        </a:lnB>
                        <a:solidFill>
                          <a:schemeClr val="tx1">
                            <a:lumMod val="20000"/>
                            <a:lumOff val="80000"/>
                          </a:schemeClr>
                        </a:solidFill>
                      </a:tcPr>
                    </a:tc>
                    <a:extLst>
                      <a:ext uri="{0D108BD9-81ED-4DB2-BD59-A6C34878D82A}">
                        <a16:rowId xmlns:a16="http://schemas.microsoft.com/office/drawing/2014/main" val="3859055015"/>
                      </a:ext>
                    </a:extLst>
                  </a:tr>
                  <a:tr h="37084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lang="zh-CN" altLang="en-US" b="1" i="1" smtClean="0">
                                    <a:ln>
                                      <a:noFill/>
                                    </a:ln>
                                    <a:solidFill>
                                      <a:schemeClr val="tx1"/>
                                    </a:solidFill>
                                    <a:latin typeface="Cambria Math" panose="02040503050406030204" pitchFamily="18" charset="0"/>
                                  </a:rPr>
                                  <m:t>𝝀</m:t>
                                </m:r>
                                <m:r>
                                  <a:rPr lang="en-US" altLang="zh-CN" b="1" i="1" smtClean="0">
                                    <a:ln>
                                      <a:noFill/>
                                    </a:ln>
                                    <a:solidFill>
                                      <a:schemeClr val="tx1"/>
                                    </a:solidFill>
                                    <a:latin typeface="Cambria Math" panose="02040503050406030204" pitchFamily="18" charset="0"/>
                                  </a:rPr>
                                  <m:t> (</m:t>
                                </m:r>
                                <m:r>
                                  <a:rPr lang="en-US" altLang="zh-CN" b="1" i="1" smtClean="0">
                                    <a:ln>
                                      <a:noFill/>
                                    </a:ln>
                                    <a:solidFill>
                                      <a:schemeClr val="tx1"/>
                                    </a:solidFill>
                                    <a:latin typeface="Cambria Math" panose="02040503050406030204" pitchFamily="18" charset="0"/>
                                  </a:rPr>
                                  <m:t>𝒄𝒎</m:t>
                                </m:r>
                                <m:r>
                                  <a:rPr lang="en-US" altLang="zh-CN" b="1" i="1" smtClean="0">
                                    <a:ln>
                                      <a:noFill/>
                                    </a:ln>
                                    <a:solidFill>
                                      <a:schemeClr val="tx1"/>
                                    </a:solidFill>
                                    <a:latin typeface="Cambria Math" panose="02040503050406030204" pitchFamily="18" charset="0"/>
                                  </a:rPr>
                                  <m:t>)</m:t>
                                </m:r>
                              </m:oMath>
                            </m:oMathPara>
                          </a14:m>
                          <a:endParaRPr lang="zh-CN" altLang="en-US" dirty="0">
                            <a:ln>
                              <a:noFill/>
                            </a:ln>
                            <a:solidFill>
                              <a:schemeClr val="tx1"/>
                            </a:solidFill>
                          </a:endParaRPr>
                        </a:p>
                      </a:txBody>
                      <a:tcPr anchor="ctr">
                        <a:lnL w="12700" cap="flat" cmpd="sng" algn="ctr">
                          <a:solidFill>
                            <a:srgbClr val="000066"/>
                          </a:solidFill>
                          <a:prstDash val="solid"/>
                          <a:round/>
                          <a:headEnd type="none" w="med" len="med"/>
                          <a:tailEnd type="none" w="med" len="med"/>
                        </a:lnL>
                        <a:lnR w="12700" cap="flat" cmpd="sng" algn="ctr">
                          <a:solidFill>
                            <a:srgbClr val="000066"/>
                          </a:solidFill>
                          <a:prstDash val="solid"/>
                          <a:round/>
                          <a:headEnd type="none" w="med" len="med"/>
                          <a:tailEnd type="none" w="med" len="med"/>
                        </a:lnR>
                        <a:lnT w="12700" cap="flat" cmpd="sng" algn="ctr">
                          <a:solidFill>
                            <a:srgbClr val="000066"/>
                          </a:solidFill>
                          <a:prstDash val="solid"/>
                          <a:round/>
                          <a:headEnd type="none" w="med" len="med"/>
                          <a:tailEnd type="none" w="med" len="med"/>
                        </a:lnT>
                        <a:lnB w="12700" cap="flat" cmpd="sng" algn="ctr">
                          <a:solidFill>
                            <a:srgbClr val="000066"/>
                          </a:solidFill>
                          <a:prstDash val="solid"/>
                          <a:round/>
                          <a:headEnd type="none" w="med" len="med"/>
                          <a:tailEnd type="none" w="med" len="med"/>
                        </a:lnB>
                        <a:solidFill>
                          <a:schemeClr val="tx1">
                            <a:lumMod val="20000"/>
                            <a:lumOff val="80000"/>
                          </a:schemeClr>
                        </a:solidFill>
                      </a:tcPr>
                    </a:tc>
                    <a:tc>
                      <a:txBody>
                        <a:bodyPr/>
                        <a:lstStyle/>
                        <a:p>
                          <a:pPr algn="ctr"/>
                          <a:r>
                            <a:rPr lang="en-US" altLang="zh-CN" b="0" dirty="0">
                              <a:ln>
                                <a:noFill/>
                              </a:ln>
                              <a:solidFill>
                                <a:srgbClr val="000066"/>
                              </a:solidFill>
                              <a:latin typeface="Times New Roman" panose="02020603050405020304" pitchFamily="18" charset="0"/>
                              <a:cs typeface="Times New Roman" panose="02020603050405020304" pitchFamily="18" charset="0"/>
                            </a:rPr>
                            <a:t>93.6</a:t>
                          </a:r>
                          <a:endParaRPr lang="zh-CN" altLang="en-US" b="0" dirty="0">
                            <a:ln>
                              <a:noFill/>
                            </a:ln>
                            <a:solidFill>
                              <a:srgbClr val="000066"/>
                            </a:solidFill>
                            <a:latin typeface="Times New Roman" panose="02020603050405020304" pitchFamily="18" charset="0"/>
                            <a:cs typeface="Times New Roman" panose="02020603050405020304" pitchFamily="18" charset="0"/>
                          </a:endParaRPr>
                        </a:p>
                      </a:txBody>
                      <a:tcPr anchor="ctr">
                        <a:lnL w="12700" cap="flat" cmpd="sng" algn="ctr">
                          <a:solidFill>
                            <a:srgbClr val="000066"/>
                          </a:solidFill>
                          <a:prstDash val="solid"/>
                          <a:round/>
                          <a:headEnd type="none" w="med" len="med"/>
                          <a:tailEnd type="none" w="med" len="med"/>
                        </a:lnL>
                        <a:lnR w="12700" cap="flat" cmpd="sng" algn="ctr">
                          <a:solidFill>
                            <a:srgbClr val="000066"/>
                          </a:solidFill>
                          <a:prstDash val="solid"/>
                          <a:round/>
                          <a:headEnd type="none" w="med" len="med"/>
                          <a:tailEnd type="none" w="med" len="med"/>
                        </a:lnR>
                        <a:lnT w="12700" cap="flat" cmpd="sng" algn="ctr">
                          <a:solidFill>
                            <a:srgbClr val="000066"/>
                          </a:solidFill>
                          <a:prstDash val="solid"/>
                          <a:round/>
                          <a:headEnd type="none" w="med" len="med"/>
                          <a:tailEnd type="none" w="med" len="med"/>
                        </a:lnT>
                        <a:lnB w="12700" cap="flat" cmpd="sng" algn="ctr">
                          <a:solidFill>
                            <a:srgbClr val="000066"/>
                          </a:solidFill>
                          <a:prstDash val="solid"/>
                          <a:round/>
                          <a:headEnd type="none" w="med" len="med"/>
                          <a:tailEnd type="none" w="med" len="med"/>
                        </a:lnB>
                        <a:solidFill>
                          <a:schemeClr val="tx1">
                            <a:lumMod val="20000"/>
                            <a:lumOff val="80000"/>
                          </a:schemeClr>
                        </a:solidFill>
                      </a:tcPr>
                    </a:tc>
                    <a:tc>
                      <a:txBody>
                        <a:bodyPr/>
                        <a:lstStyle/>
                        <a:p>
                          <a:pPr algn="ctr"/>
                          <a:r>
                            <a:rPr lang="en-US" altLang="zh-CN" b="0" dirty="0">
                              <a:ln>
                                <a:noFill/>
                              </a:ln>
                              <a:solidFill>
                                <a:srgbClr val="000066"/>
                              </a:solidFill>
                              <a:latin typeface="Times New Roman" panose="02020603050405020304" pitchFamily="18" charset="0"/>
                              <a:cs typeface="Times New Roman" panose="02020603050405020304" pitchFamily="18" charset="0"/>
                            </a:rPr>
                            <a:t>63.6</a:t>
                          </a:r>
                          <a:endParaRPr lang="zh-CN" altLang="en-US" b="0" dirty="0">
                            <a:ln>
                              <a:noFill/>
                            </a:ln>
                            <a:solidFill>
                              <a:srgbClr val="000066"/>
                            </a:solidFill>
                            <a:latin typeface="Times New Roman" panose="02020603050405020304" pitchFamily="18" charset="0"/>
                            <a:cs typeface="Times New Roman" panose="02020603050405020304" pitchFamily="18" charset="0"/>
                          </a:endParaRPr>
                        </a:p>
                      </a:txBody>
                      <a:tcPr anchor="ctr">
                        <a:lnL w="12700" cap="flat" cmpd="sng" algn="ctr">
                          <a:solidFill>
                            <a:srgbClr val="000066"/>
                          </a:solidFill>
                          <a:prstDash val="solid"/>
                          <a:round/>
                          <a:headEnd type="none" w="med" len="med"/>
                          <a:tailEnd type="none" w="med" len="med"/>
                        </a:lnL>
                        <a:lnR w="12700" cap="flat" cmpd="sng" algn="ctr">
                          <a:solidFill>
                            <a:srgbClr val="000066"/>
                          </a:solidFill>
                          <a:prstDash val="solid"/>
                          <a:round/>
                          <a:headEnd type="none" w="med" len="med"/>
                          <a:tailEnd type="none" w="med" len="med"/>
                        </a:lnR>
                        <a:lnT w="12700" cap="flat" cmpd="sng" algn="ctr">
                          <a:solidFill>
                            <a:srgbClr val="000066"/>
                          </a:solidFill>
                          <a:prstDash val="solid"/>
                          <a:round/>
                          <a:headEnd type="none" w="med" len="med"/>
                          <a:tailEnd type="none" w="med" len="med"/>
                        </a:lnT>
                        <a:lnB w="12700" cap="flat" cmpd="sng" algn="ctr">
                          <a:solidFill>
                            <a:srgbClr val="000066"/>
                          </a:solidFill>
                          <a:prstDash val="solid"/>
                          <a:round/>
                          <a:headEnd type="none" w="med" len="med"/>
                          <a:tailEnd type="none" w="med" len="med"/>
                        </a:lnB>
                        <a:solidFill>
                          <a:schemeClr val="tx1">
                            <a:lumMod val="20000"/>
                            <a:lumOff val="80000"/>
                          </a:schemeClr>
                        </a:solidFill>
                      </a:tcPr>
                    </a:tc>
                    <a:tc>
                      <a:txBody>
                        <a:bodyPr/>
                        <a:lstStyle/>
                        <a:p>
                          <a:pPr algn="ctr"/>
                          <a:r>
                            <a:rPr lang="en-US" altLang="zh-CN" b="0" dirty="0">
                              <a:ln>
                                <a:noFill/>
                              </a:ln>
                              <a:solidFill>
                                <a:srgbClr val="000066"/>
                              </a:solidFill>
                              <a:latin typeface="Times New Roman" panose="02020603050405020304" pitchFamily="18" charset="0"/>
                              <a:cs typeface="Times New Roman" panose="02020603050405020304" pitchFamily="18" charset="0"/>
                            </a:rPr>
                            <a:t>54.4</a:t>
                          </a:r>
                          <a:endParaRPr lang="zh-CN" altLang="en-US" b="0" dirty="0">
                            <a:ln>
                              <a:noFill/>
                            </a:ln>
                            <a:solidFill>
                              <a:srgbClr val="000066"/>
                            </a:solidFill>
                            <a:latin typeface="Times New Roman" panose="02020603050405020304" pitchFamily="18" charset="0"/>
                            <a:cs typeface="Times New Roman" panose="02020603050405020304" pitchFamily="18" charset="0"/>
                          </a:endParaRPr>
                        </a:p>
                      </a:txBody>
                      <a:tcPr anchor="ctr">
                        <a:lnL w="12700" cap="flat" cmpd="sng" algn="ctr">
                          <a:solidFill>
                            <a:srgbClr val="000066"/>
                          </a:solidFill>
                          <a:prstDash val="solid"/>
                          <a:round/>
                          <a:headEnd type="none" w="med" len="med"/>
                          <a:tailEnd type="none" w="med" len="med"/>
                        </a:lnL>
                        <a:lnR w="12700" cap="flat" cmpd="sng" algn="ctr">
                          <a:solidFill>
                            <a:srgbClr val="000066"/>
                          </a:solidFill>
                          <a:prstDash val="solid"/>
                          <a:round/>
                          <a:headEnd type="none" w="med" len="med"/>
                          <a:tailEnd type="none" w="med" len="med"/>
                        </a:lnR>
                        <a:lnT w="12700" cap="flat" cmpd="sng" algn="ctr">
                          <a:solidFill>
                            <a:srgbClr val="000066"/>
                          </a:solidFill>
                          <a:prstDash val="solid"/>
                          <a:round/>
                          <a:headEnd type="none" w="med" len="med"/>
                          <a:tailEnd type="none" w="med" len="med"/>
                        </a:lnT>
                        <a:lnB w="12700" cap="flat" cmpd="sng" algn="ctr">
                          <a:solidFill>
                            <a:srgbClr val="000066"/>
                          </a:solidFill>
                          <a:prstDash val="solid"/>
                          <a:round/>
                          <a:headEnd type="none" w="med" len="med"/>
                          <a:tailEnd type="none" w="med" len="med"/>
                        </a:lnB>
                        <a:solidFill>
                          <a:schemeClr val="tx1">
                            <a:lumMod val="20000"/>
                            <a:lumOff val="80000"/>
                          </a:schemeClr>
                        </a:solidFill>
                      </a:tcPr>
                    </a:tc>
                    <a:tc>
                      <a:txBody>
                        <a:bodyPr/>
                        <a:lstStyle/>
                        <a:p>
                          <a:pPr algn="ctr"/>
                          <a:r>
                            <a:rPr lang="en-US" altLang="zh-CN" b="0" dirty="0">
                              <a:ln>
                                <a:noFill/>
                              </a:ln>
                              <a:solidFill>
                                <a:srgbClr val="000066"/>
                              </a:solidFill>
                              <a:latin typeface="Times New Roman" panose="02020603050405020304" pitchFamily="18" charset="0"/>
                              <a:cs typeface="Times New Roman" panose="02020603050405020304" pitchFamily="18" charset="0"/>
                            </a:rPr>
                            <a:t>50.2</a:t>
                          </a:r>
                          <a:endParaRPr lang="zh-CN" altLang="en-US" b="0" dirty="0">
                            <a:ln>
                              <a:noFill/>
                            </a:ln>
                            <a:solidFill>
                              <a:srgbClr val="000066"/>
                            </a:solidFill>
                            <a:latin typeface="Times New Roman" panose="02020603050405020304" pitchFamily="18" charset="0"/>
                            <a:cs typeface="Times New Roman" panose="02020603050405020304" pitchFamily="18" charset="0"/>
                          </a:endParaRPr>
                        </a:p>
                      </a:txBody>
                      <a:tcPr anchor="ctr">
                        <a:lnL w="12700" cap="flat" cmpd="sng" algn="ctr">
                          <a:solidFill>
                            <a:srgbClr val="000066"/>
                          </a:solidFill>
                          <a:prstDash val="solid"/>
                          <a:round/>
                          <a:headEnd type="none" w="med" len="med"/>
                          <a:tailEnd type="none" w="med" len="med"/>
                        </a:lnL>
                        <a:lnR w="12700" cap="flat" cmpd="sng" algn="ctr">
                          <a:solidFill>
                            <a:srgbClr val="000066"/>
                          </a:solidFill>
                          <a:prstDash val="solid"/>
                          <a:round/>
                          <a:headEnd type="none" w="med" len="med"/>
                          <a:tailEnd type="none" w="med" len="med"/>
                        </a:lnR>
                        <a:lnT w="12700" cap="flat" cmpd="sng" algn="ctr">
                          <a:solidFill>
                            <a:srgbClr val="000066"/>
                          </a:solidFill>
                          <a:prstDash val="solid"/>
                          <a:round/>
                          <a:headEnd type="none" w="med" len="med"/>
                          <a:tailEnd type="none" w="med" len="med"/>
                        </a:lnT>
                        <a:lnB w="12700" cap="flat" cmpd="sng" algn="ctr">
                          <a:solidFill>
                            <a:srgbClr val="000066"/>
                          </a:solidFill>
                          <a:prstDash val="solid"/>
                          <a:round/>
                          <a:headEnd type="none" w="med" len="med"/>
                          <a:tailEnd type="none" w="med" len="med"/>
                        </a:lnB>
                        <a:solidFill>
                          <a:schemeClr val="tx1">
                            <a:lumMod val="20000"/>
                            <a:lumOff val="80000"/>
                          </a:schemeClr>
                        </a:solidFill>
                      </a:tcPr>
                    </a:tc>
                    <a:tc>
                      <a:txBody>
                        <a:bodyPr/>
                        <a:lstStyle/>
                        <a:p>
                          <a:pPr algn="ctr"/>
                          <a:r>
                            <a:rPr lang="en-US" altLang="zh-CN" b="0" dirty="0">
                              <a:ln>
                                <a:noFill/>
                              </a:ln>
                              <a:solidFill>
                                <a:srgbClr val="000066"/>
                              </a:solidFill>
                              <a:latin typeface="Times New Roman" panose="02020603050405020304" pitchFamily="18" charset="0"/>
                              <a:cs typeface="Times New Roman" panose="02020603050405020304" pitchFamily="18" charset="0"/>
                            </a:rPr>
                            <a:t>48.1</a:t>
                          </a:r>
                          <a:endParaRPr lang="zh-CN" altLang="en-US" b="0" dirty="0">
                            <a:ln>
                              <a:noFill/>
                            </a:ln>
                            <a:solidFill>
                              <a:srgbClr val="000066"/>
                            </a:solidFill>
                            <a:latin typeface="Times New Roman" panose="02020603050405020304" pitchFamily="18" charset="0"/>
                            <a:cs typeface="Times New Roman" panose="02020603050405020304" pitchFamily="18" charset="0"/>
                          </a:endParaRPr>
                        </a:p>
                      </a:txBody>
                      <a:tcPr anchor="ctr">
                        <a:lnL w="12700" cap="flat" cmpd="sng" algn="ctr">
                          <a:solidFill>
                            <a:srgbClr val="000066"/>
                          </a:solidFill>
                          <a:prstDash val="solid"/>
                          <a:round/>
                          <a:headEnd type="none" w="med" len="med"/>
                          <a:tailEnd type="none" w="med" len="med"/>
                        </a:lnL>
                        <a:lnR w="12700" cap="flat" cmpd="sng" algn="ctr">
                          <a:solidFill>
                            <a:srgbClr val="000066"/>
                          </a:solidFill>
                          <a:prstDash val="solid"/>
                          <a:round/>
                          <a:headEnd type="none" w="med" len="med"/>
                          <a:tailEnd type="none" w="med" len="med"/>
                        </a:lnR>
                        <a:lnT w="12700" cap="flat" cmpd="sng" algn="ctr">
                          <a:solidFill>
                            <a:srgbClr val="000066"/>
                          </a:solidFill>
                          <a:prstDash val="solid"/>
                          <a:round/>
                          <a:headEnd type="none" w="med" len="med"/>
                          <a:tailEnd type="none" w="med" len="med"/>
                        </a:lnT>
                        <a:lnB w="12700" cap="flat" cmpd="sng" algn="ctr">
                          <a:solidFill>
                            <a:srgbClr val="000066"/>
                          </a:solidFill>
                          <a:prstDash val="solid"/>
                          <a:round/>
                          <a:headEnd type="none" w="med" len="med"/>
                          <a:tailEnd type="none" w="med" len="med"/>
                        </a:lnB>
                        <a:solidFill>
                          <a:schemeClr val="tx1">
                            <a:lumMod val="20000"/>
                            <a:lumOff val="80000"/>
                          </a:schemeClr>
                        </a:solidFill>
                      </a:tcPr>
                    </a:tc>
                    <a:extLst>
                      <a:ext uri="{0D108BD9-81ED-4DB2-BD59-A6C34878D82A}">
                        <a16:rowId xmlns:a16="http://schemas.microsoft.com/office/drawing/2014/main" val="879460779"/>
                      </a:ext>
                    </a:extLst>
                  </a:tr>
                  <a:tr h="370840">
                    <a:tc>
                      <a:txBody>
                        <a:bodyPr/>
                        <a:lstStyle/>
                        <a:p>
                          <a:pPr algn="ctr"/>
                          <a14:m>
                            <m:oMathPara xmlns:m="http://schemas.openxmlformats.org/officeDocument/2006/math">
                              <m:oMathParaPr>
                                <m:jc m:val="centerGroup"/>
                              </m:oMathParaPr>
                              <m:oMath xmlns:m="http://schemas.openxmlformats.org/officeDocument/2006/math">
                                <m:r>
                                  <a:rPr lang="en-US" altLang="zh-CN" b="1" i="1" smtClean="0">
                                    <a:ln>
                                      <a:noFill/>
                                    </a:ln>
                                    <a:solidFill>
                                      <a:schemeClr val="tx1"/>
                                    </a:solidFill>
                                    <a:latin typeface="Cambria Math" panose="02040503050406030204" pitchFamily="18" charset="0"/>
                                  </a:rPr>
                                  <m:t>𝒍𝒐𝒈</m:t>
                                </m:r>
                                <m:r>
                                  <a:rPr lang="en-US" altLang="zh-CN" b="1" i="1" smtClean="0">
                                    <a:ln>
                                      <a:noFill/>
                                    </a:ln>
                                    <a:solidFill>
                                      <a:schemeClr val="tx1"/>
                                    </a:solidFill>
                                    <a:latin typeface="Cambria Math" panose="02040503050406030204" pitchFamily="18" charset="0"/>
                                  </a:rPr>
                                  <m:t>(</m:t>
                                </m:r>
                                <m:r>
                                  <a:rPr lang="zh-CN" altLang="en-US" b="1" i="1" smtClean="0">
                                    <a:ln>
                                      <a:noFill/>
                                    </a:ln>
                                    <a:solidFill>
                                      <a:schemeClr val="tx1"/>
                                    </a:solidFill>
                                    <a:latin typeface="Cambria Math" panose="02040503050406030204" pitchFamily="18" charset="0"/>
                                  </a:rPr>
                                  <m:t>𝝀</m:t>
                                </m:r>
                                <m:r>
                                  <a:rPr lang="en-US" altLang="zh-CN" b="1" i="1" smtClean="0">
                                    <a:ln>
                                      <a:noFill/>
                                    </a:ln>
                                    <a:solidFill>
                                      <a:schemeClr val="tx1"/>
                                    </a:solidFill>
                                    <a:latin typeface="Cambria Math" panose="02040503050406030204" pitchFamily="18" charset="0"/>
                                  </a:rPr>
                                  <m:t>)</m:t>
                                </m:r>
                              </m:oMath>
                            </m:oMathPara>
                          </a14:m>
                          <a:endParaRPr lang="zh-CN" altLang="en-US" dirty="0">
                            <a:ln>
                              <a:noFill/>
                            </a:ln>
                            <a:solidFill>
                              <a:srgbClr val="000066"/>
                            </a:solidFill>
                          </a:endParaRPr>
                        </a:p>
                      </a:txBody>
                      <a:tcPr anchor="ctr">
                        <a:lnL w="12700" cap="flat" cmpd="sng" algn="ctr">
                          <a:solidFill>
                            <a:srgbClr val="000066"/>
                          </a:solidFill>
                          <a:prstDash val="solid"/>
                          <a:round/>
                          <a:headEnd type="none" w="med" len="med"/>
                          <a:tailEnd type="none" w="med" len="med"/>
                        </a:lnL>
                        <a:lnR w="12700" cap="flat" cmpd="sng" algn="ctr">
                          <a:solidFill>
                            <a:srgbClr val="000066"/>
                          </a:solidFill>
                          <a:prstDash val="solid"/>
                          <a:round/>
                          <a:headEnd type="none" w="med" len="med"/>
                          <a:tailEnd type="none" w="med" len="med"/>
                        </a:lnR>
                        <a:lnT w="12700" cap="flat" cmpd="sng" algn="ctr">
                          <a:solidFill>
                            <a:srgbClr val="000066"/>
                          </a:solidFill>
                          <a:prstDash val="solid"/>
                          <a:round/>
                          <a:headEnd type="none" w="med" len="med"/>
                          <a:tailEnd type="none" w="med" len="med"/>
                        </a:lnT>
                        <a:lnB w="12700" cap="flat" cmpd="sng" algn="ctr">
                          <a:solidFill>
                            <a:srgbClr val="000066"/>
                          </a:solidFill>
                          <a:prstDash val="solid"/>
                          <a:round/>
                          <a:headEnd type="none" w="med" len="med"/>
                          <a:tailEnd type="none" w="med" len="med"/>
                        </a:lnB>
                        <a:solidFill>
                          <a:schemeClr val="tx1">
                            <a:lumMod val="20000"/>
                            <a:lumOff val="80000"/>
                          </a:schemeClr>
                        </a:solidFill>
                      </a:tcPr>
                    </a:tc>
                    <a:tc>
                      <a:txBody>
                        <a:bodyPr/>
                        <a:lstStyle/>
                        <a:p>
                          <a:pPr algn="ctr"/>
                          <a:r>
                            <a:rPr lang="en-US" altLang="zh-CN" b="0" dirty="0">
                              <a:ln>
                                <a:noFill/>
                              </a:ln>
                              <a:solidFill>
                                <a:srgbClr val="000066"/>
                              </a:solidFill>
                              <a:latin typeface="Times New Roman" panose="02020603050405020304" pitchFamily="18" charset="0"/>
                              <a:cs typeface="Times New Roman" panose="02020603050405020304" pitchFamily="18" charset="0"/>
                            </a:rPr>
                            <a:t>-0.0287</a:t>
                          </a:r>
                          <a:endParaRPr lang="zh-CN" altLang="en-US" b="0" dirty="0">
                            <a:ln>
                              <a:noFill/>
                            </a:ln>
                            <a:solidFill>
                              <a:srgbClr val="000066"/>
                            </a:solidFill>
                            <a:latin typeface="Times New Roman" panose="02020603050405020304" pitchFamily="18" charset="0"/>
                            <a:cs typeface="Times New Roman" panose="02020603050405020304" pitchFamily="18" charset="0"/>
                          </a:endParaRPr>
                        </a:p>
                      </a:txBody>
                      <a:tcPr anchor="ctr">
                        <a:lnL w="12700" cap="flat" cmpd="sng" algn="ctr">
                          <a:solidFill>
                            <a:srgbClr val="000066"/>
                          </a:solidFill>
                          <a:prstDash val="solid"/>
                          <a:round/>
                          <a:headEnd type="none" w="med" len="med"/>
                          <a:tailEnd type="none" w="med" len="med"/>
                        </a:lnL>
                        <a:lnR w="12700" cap="flat" cmpd="sng" algn="ctr">
                          <a:solidFill>
                            <a:srgbClr val="000066"/>
                          </a:solidFill>
                          <a:prstDash val="solid"/>
                          <a:round/>
                          <a:headEnd type="none" w="med" len="med"/>
                          <a:tailEnd type="none" w="med" len="med"/>
                        </a:lnR>
                        <a:lnT w="12700" cap="flat" cmpd="sng" algn="ctr">
                          <a:solidFill>
                            <a:srgbClr val="000066"/>
                          </a:solidFill>
                          <a:prstDash val="solid"/>
                          <a:round/>
                          <a:headEnd type="none" w="med" len="med"/>
                          <a:tailEnd type="none" w="med" len="med"/>
                        </a:lnT>
                        <a:lnB w="12700" cap="flat" cmpd="sng" algn="ctr">
                          <a:solidFill>
                            <a:srgbClr val="000066"/>
                          </a:solidFill>
                          <a:prstDash val="solid"/>
                          <a:round/>
                          <a:headEnd type="none" w="med" len="med"/>
                          <a:tailEnd type="none" w="med" len="med"/>
                        </a:lnB>
                        <a:solidFill>
                          <a:schemeClr val="tx1">
                            <a:lumMod val="20000"/>
                            <a:lumOff val="80000"/>
                          </a:schemeClr>
                        </a:solidFill>
                      </a:tcPr>
                    </a:tc>
                    <a:tc>
                      <a:txBody>
                        <a:bodyPr/>
                        <a:lstStyle/>
                        <a:p>
                          <a:pPr algn="ctr"/>
                          <a:r>
                            <a:rPr lang="en-US" altLang="zh-CN" b="0" dirty="0">
                              <a:ln>
                                <a:noFill/>
                              </a:ln>
                              <a:solidFill>
                                <a:srgbClr val="000066"/>
                              </a:solidFill>
                              <a:latin typeface="Times New Roman" panose="02020603050405020304" pitchFamily="18" charset="0"/>
                              <a:cs typeface="Times New Roman" panose="02020603050405020304" pitchFamily="18" charset="0"/>
                            </a:rPr>
                            <a:t>-0.1965</a:t>
                          </a:r>
                          <a:endParaRPr lang="zh-CN" altLang="en-US" b="0" dirty="0">
                            <a:ln>
                              <a:noFill/>
                            </a:ln>
                            <a:solidFill>
                              <a:srgbClr val="000066"/>
                            </a:solidFill>
                            <a:latin typeface="Times New Roman" panose="02020603050405020304" pitchFamily="18" charset="0"/>
                            <a:cs typeface="Times New Roman" panose="02020603050405020304" pitchFamily="18" charset="0"/>
                          </a:endParaRPr>
                        </a:p>
                      </a:txBody>
                      <a:tcPr anchor="ctr">
                        <a:lnL w="12700" cap="flat" cmpd="sng" algn="ctr">
                          <a:solidFill>
                            <a:srgbClr val="000066"/>
                          </a:solidFill>
                          <a:prstDash val="solid"/>
                          <a:round/>
                          <a:headEnd type="none" w="med" len="med"/>
                          <a:tailEnd type="none" w="med" len="med"/>
                        </a:lnL>
                        <a:lnR w="12700" cap="flat" cmpd="sng" algn="ctr">
                          <a:solidFill>
                            <a:srgbClr val="000066"/>
                          </a:solidFill>
                          <a:prstDash val="solid"/>
                          <a:round/>
                          <a:headEnd type="none" w="med" len="med"/>
                          <a:tailEnd type="none" w="med" len="med"/>
                        </a:lnR>
                        <a:lnT w="12700" cap="flat" cmpd="sng" algn="ctr">
                          <a:solidFill>
                            <a:srgbClr val="000066"/>
                          </a:solidFill>
                          <a:prstDash val="solid"/>
                          <a:round/>
                          <a:headEnd type="none" w="med" len="med"/>
                          <a:tailEnd type="none" w="med" len="med"/>
                        </a:lnT>
                        <a:lnB w="12700" cap="flat" cmpd="sng" algn="ctr">
                          <a:solidFill>
                            <a:srgbClr val="000066"/>
                          </a:solidFill>
                          <a:prstDash val="solid"/>
                          <a:round/>
                          <a:headEnd type="none" w="med" len="med"/>
                          <a:tailEnd type="none" w="med" len="med"/>
                        </a:lnB>
                        <a:solidFill>
                          <a:schemeClr val="tx1">
                            <a:lumMod val="20000"/>
                            <a:lumOff val="80000"/>
                          </a:schemeClr>
                        </a:solidFill>
                      </a:tcPr>
                    </a:tc>
                    <a:tc>
                      <a:txBody>
                        <a:bodyPr/>
                        <a:lstStyle/>
                        <a:p>
                          <a:pPr algn="ctr"/>
                          <a:r>
                            <a:rPr lang="en-US" altLang="zh-CN" b="0" dirty="0">
                              <a:ln>
                                <a:noFill/>
                              </a:ln>
                              <a:solidFill>
                                <a:srgbClr val="000066"/>
                              </a:solidFill>
                              <a:latin typeface="Times New Roman" panose="02020603050405020304" pitchFamily="18" charset="0"/>
                              <a:cs typeface="Times New Roman" panose="02020603050405020304" pitchFamily="18" charset="0"/>
                            </a:rPr>
                            <a:t>-0.2644</a:t>
                          </a:r>
                          <a:endParaRPr lang="zh-CN" altLang="en-US" b="0" dirty="0">
                            <a:ln>
                              <a:noFill/>
                            </a:ln>
                            <a:solidFill>
                              <a:srgbClr val="000066"/>
                            </a:solidFill>
                            <a:latin typeface="Times New Roman" panose="02020603050405020304" pitchFamily="18" charset="0"/>
                            <a:cs typeface="Times New Roman" panose="02020603050405020304" pitchFamily="18" charset="0"/>
                          </a:endParaRPr>
                        </a:p>
                      </a:txBody>
                      <a:tcPr anchor="ctr">
                        <a:lnL w="12700" cap="flat" cmpd="sng" algn="ctr">
                          <a:solidFill>
                            <a:srgbClr val="000066"/>
                          </a:solidFill>
                          <a:prstDash val="solid"/>
                          <a:round/>
                          <a:headEnd type="none" w="med" len="med"/>
                          <a:tailEnd type="none" w="med" len="med"/>
                        </a:lnL>
                        <a:lnR w="12700" cap="flat" cmpd="sng" algn="ctr">
                          <a:solidFill>
                            <a:srgbClr val="000066"/>
                          </a:solidFill>
                          <a:prstDash val="solid"/>
                          <a:round/>
                          <a:headEnd type="none" w="med" len="med"/>
                          <a:tailEnd type="none" w="med" len="med"/>
                        </a:lnR>
                        <a:lnT w="12700" cap="flat" cmpd="sng" algn="ctr">
                          <a:solidFill>
                            <a:srgbClr val="000066"/>
                          </a:solidFill>
                          <a:prstDash val="solid"/>
                          <a:round/>
                          <a:headEnd type="none" w="med" len="med"/>
                          <a:tailEnd type="none" w="med" len="med"/>
                        </a:lnT>
                        <a:lnB w="12700" cap="flat" cmpd="sng" algn="ctr">
                          <a:solidFill>
                            <a:srgbClr val="000066"/>
                          </a:solidFill>
                          <a:prstDash val="solid"/>
                          <a:round/>
                          <a:headEnd type="none" w="med" len="med"/>
                          <a:tailEnd type="none" w="med" len="med"/>
                        </a:lnB>
                        <a:solidFill>
                          <a:schemeClr val="tx1">
                            <a:lumMod val="20000"/>
                            <a:lumOff val="80000"/>
                          </a:schemeClr>
                        </a:solidFill>
                      </a:tcPr>
                    </a:tc>
                    <a:tc>
                      <a:txBody>
                        <a:bodyPr/>
                        <a:lstStyle/>
                        <a:p>
                          <a:pPr algn="ctr"/>
                          <a:r>
                            <a:rPr lang="en-US" altLang="zh-CN" b="0" dirty="0">
                              <a:ln>
                                <a:noFill/>
                              </a:ln>
                              <a:solidFill>
                                <a:srgbClr val="000066"/>
                              </a:solidFill>
                              <a:latin typeface="Times New Roman" panose="02020603050405020304" pitchFamily="18" charset="0"/>
                              <a:cs typeface="Times New Roman" panose="02020603050405020304" pitchFamily="18" charset="0"/>
                            </a:rPr>
                            <a:t>-0.2993</a:t>
                          </a:r>
                          <a:endParaRPr lang="zh-CN" altLang="en-US" b="0" dirty="0">
                            <a:ln>
                              <a:noFill/>
                            </a:ln>
                            <a:solidFill>
                              <a:srgbClr val="000066"/>
                            </a:solidFill>
                            <a:latin typeface="Times New Roman" panose="02020603050405020304" pitchFamily="18" charset="0"/>
                            <a:cs typeface="Times New Roman" panose="02020603050405020304" pitchFamily="18" charset="0"/>
                          </a:endParaRPr>
                        </a:p>
                      </a:txBody>
                      <a:tcPr anchor="ctr">
                        <a:lnL w="12700" cap="flat" cmpd="sng" algn="ctr">
                          <a:solidFill>
                            <a:srgbClr val="000066"/>
                          </a:solidFill>
                          <a:prstDash val="solid"/>
                          <a:round/>
                          <a:headEnd type="none" w="med" len="med"/>
                          <a:tailEnd type="none" w="med" len="med"/>
                        </a:lnL>
                        <a:lnR w="12700" cap="flat" cmpd="sng" algn="ctr">
                          <a:solidFill>
                            <a:srgbClr val="000066"/>
                          </a:solidFill>
                          <a:prstDash val="solid"/>
                          <a:round/>
                          <a:headEnd type="none" w="med" len="med"/>
                          <a:tailEnd type="none" w="med" len="med"/>
                        </a:lnR>
                        <a:lnT w="12700" cap="flat" cmpd="sng" algn="ctr">
                          <a:solidFill>
                            <a:srgbClr val="000066"/>
                          </a:solidFill>
                          <a:prstDash val="solid"/>
                          <a:round/>
                          <a:headEnd type="none" w="med" len="med"/>
                          <a:tailEnd type="none" w="med" len="med"/>
                        </a:lnT>
                        <a:lnB w="12700" cap="flat" cmpd="sng" algn="ctr">
                          <a:solidFill>
                            <a:srgbClr val="000066"/>
                          </a:solidFill>
                          <a:prstDash val="solid"/>
                          <a:round/>
                          <a:headEnd type="none" w="med" len="med"/>
                          <a:tailEnd type="none" w="med" len="med"/>
                        </a:lnB>
                        <a:solidFill>
                          <a:schemeClr val="tx1">
                            <a:lumMod val="20000"/>
                            <a:lumOff val="80000"/>
                          </a:schemeClr>
                        </a:solidFill>
                      </a:tcPr>
                    </a:tc>
                    <a:tc>
                      <a:txBody>
                        <a:bodyPr/>
                        <a:lstStyle/>
                        <a:p>
                          <a:pPr algn="ctr"/>
                          <a:r>
                            <a:rPr lang="en-US" altLang="zh-CN" b="0" dirty="0">
                              <a:ln>
                                <a:noFill/>
                              </a:ln>
                              <a:solidFill>
                                <a:srgbClr val="000066"/>
                              </a:solidFill>
                              <a:latin typeface="Times New Roman" panose="02020603050405020304" pitchFamily="18" charset="0"/>
                              <a:cs typeface="Times New Roman" panose="02020603050405020304" pitchFamily="18" charset="0"/>
                            </a:rPr>
                            <a:t>0.3179</a:t>
                          </a:r>
                          <a:endParaRPr lang="zh-CN" altLang="en-US" b="0" dirty="0">
                            <a:ln>
                              <a:noFill/>
                            </a:ln>
                            <a:solidFill>
                              <a:srgbClr val="000066"/>
                            </a:solidFill>
                            <a:latin typeface="Times New Roman" panose="02020603050405020304" pitchFamily="18" charset="0"/>
                            <a:cs typeface="Times New Roman" panose="02020603050405020304" pitchFamily="18" charset="0"/>
                          </a:endParaRPr>
                        </a:p>
                      </a:txBody>
                      <a:tcPr anchor="ctr">
                        <a:lnL w="12700" cap="flat" cmpd="sng" algn="ctr">
                          <a:solidFill>
                            <a:srgbClr val="000066"/>
                          </a:solidFill>
                          <a:prstDash val="solid"/>
                          <a:round/>
                          <a:headEnd type="none" w="med" len="med"/>
                          <a:tailEnd type="none" w="med" len="med"/>
                        </a:lnL>
                        <a:lnR w="12700" cap="flat" cmpd="sng" algn="ctr">
                          <a:solidFill>
                            <a:srgbClr val="000066"/>
                          </a:solidFill>
                          <a:prstDash val="solid"/>
                          <a:round/>
                          <a:headEnd type="none" w="med" len="med"/>
                          <a:tailEnd type="none" w="med" len="med"/>
                        </a:lnR>
                        <a:lnT w="12700" cap="flat" cmpd="sng" algn="ctr">
                          <a:solidFill>
                            <a:srgbClr val="000066"/>
                          </a:solidFill>
                          <a:prstDash val="solid"/>
                          <a:round/>
                          <a:headEnd type="none" w="med" len="med"/>
                          <a:tailEnd type="none" w="med" len="med"/>
                        </a:lnT>
                        <a:lnB w="12700" cap="flat" cmpd="sng" algn="ctr">
                          <a:solidFill>
                            <a:srgbClr val="000066"/>
                          </a:solidFill>
                          <a:prstDash val="solid"/>
                          <a:round/>
                          <a:headEnd type="none" w="med" len="med"/>
                          <a:tailEnd type="none" w="med" len="med"/>
                        </a:lnB>
                        <a:solidFill>
                          <a:schemeClr val="tx1">
                            <a:lumMod val="20000"/>
                            <a:lumOff val="80000"/>
                          </a:schemeClr>
                        </a:solidFill>
                      </a:tcPr>
                    </a:tc>
                    <a:extLst>
                      <a:ext uri="{0D108BD9-81ED-4DB2-BD59-A6C34878D82A}">
                        <a16:rowId xmlns:a16="http://schemas.microsoft.com/office/drawing/2014/main" val="1758945092"/>
                      </a:ext>
                    </a:extLst>
                  </a:tr>
                  <a:tr h="370840">
                    <a:tc>
                      <a:txBody>
                        <a:bodyPr/>
                        <a:lstStyle/>
                        <a:p>
                          <a:pPr algn="ctr"/>
                          <a14:m>
                            <m:oMathPara xmlns:m="http://schemas.openxmlformats.org/officeDocument/2006/math">
                              <m:oMathParaPr>
                                <m:jc m:val="centerGroup"/>
                              </m:oMathParaPr>
                              <m:oMath xmlns:m="http://schemas.openxmlformats.org/officeDocument/2006/math">
                                <m:r>
                                  <a:rPr lang="en-US" altLang="zh-CN" b="1" i="1" smtClean="0">
                                    <a:ln>
                                      <a:noFill/>
                                    </a:ln>
                                    <a:solidFill>
                                      <a:schemeClr val="tx1"/>
                                    </a:solidFill>
                                    <a:latin typeface="Cambria Math" panose="02040503050406030204" pitchFamily="18" charset="0"/>
                                  </a:rPr>
                                  <m:t>𝒍𝒐𝒈</m:t>
                                </m:r>
                                <m:r>
                                  <a:rPr lang="en-US" altLang="zh-CN" b="1" i="1" smtClean="0">
                                    <a:ln>
                                      <a:noFill/>
                                    </a:ln>
                                    <a:solidFill>
                                      <a:schemeClr val="tx1"/>
                                    </a:solidFill>
                                    <a:latin typeface="Cambria Math" panose="02040503050406030204" pitchFamily="18" charset="0"/>
                                  </a:rPr>
                                  <m:t>(</m:t>
                                </m:r>
                                <m:r>
                                  <a:rPr lang="en-US" altLang="zh-CN" b="1" i="1" smtClean="0">
                                    <a:ln>
                                      <a:noFill/>
                                    </a:ln>
                                    <a:solidFill>
                                      <a:schemeClr val="tx1"/>
                                    </a:solidFill>
                                    <a:latin typeface="Cambria Math" panose="02040503050406030204" pitchFamily="18" charset="0"/>
                                  </a:rPr>
                                  <m:t>𝒇</m:t>
                                </m:r>
                                <m:r>
                                  <a:rPr lang="en-US" altLang="zh-CN" b="1" i="1" smtClean="0">
                                    <a:ln>
                                      <a:noFill/>
                                    </a:ln>
                                    <a:solidFill>
                                      <a:schemeClr val="tx1"/>
                                    </a:solidFill>
                                    <a:latin typeface="Cambria Math" panose="02040503050406030204" pitchFamily="18" charset="0"/>
                                  </a:rPr>
                                  <m:t>)</m:t>
                                </m:r>
                              </m:oMath>
                            </m:oMathPara>
                          </a14:m>
                          <a:endParaRPr lang="zh-CN" altLang="en-US" dirty="0">
                            <a:ln>
                              <a:noFill/>
                            </a:ln>
                            <a:solidFill>
                              <a:srgbClr val="000066"/>
                            </a:solidFill>
                          </a:endParaRPr>
                        </a:p>
                      </a:txBody>
                      <a:tcPr anchor="ctr">
                        <a:lnL w="12700" cap="flat" cmpd="sng" algn="ctr">
                          <a:solidFill>
                            <a:srgbClr val="000066"/>
                          </a:solidFill>
                          <a:prstDash val="solid"/>
                          <a:round/>
                          <a:headEnd type="none" w="med" len="med"/>
                          <a:tailEnd type="none" w="med" len="med"/>
                        </a:lnL>
                        <a:lnR w="12700" cap="flat" cmpd="sng" algn="ctr">
                          <a:solidFill>
                            <a:srgbClr val="000066"/>
                          </a:solidFill>
                          <a:prstDash val="solid"/>
                          <a:round/>
                          <a:headEnd type="none" w="med" len="med"/>
                          <a:tailEnd type="none" w="med" len="med"/>
                        </a:lnR>
                        <a:lnT w="12700" cap="flat" cmpd="sng" algn="ctr">
                          <a:solidFill>
                            <a:srgbClr val="000066"/>
                          </a:solidFill>
                          <a:prstDash val="solid"/>
                          <a:round/>
                          <a:headEnd type="none" w="med" len="med"/>
                          <a:tailEnd type="none" w="med" len="med"/>
                        </a:lnT>
                        <a:lnB w="12700" cap="flat" cmpd="sng" algn="ctr">
                          <a:solidFill>
                            <a:srgbClr val="000066"/>
                          </a:solidFill>
                          <a:prstDash val="solid"/>
                          <a:round/>
                          <a:headEnd type="none" w="med" len="med"/>
                          <a:tailEnd type="none" w="med" len="med"/>
                        </a:lnB>
                        <a:solidFill>
                          <a:schemeClr val="tx1">
                            <a:lumMod val="20000"/>
                            <a:lumOff val="80000"/>
                          </a:schemeClr>
                        </a:solidFill>
                      </a:tcPr>
                    </a:tc>
                    <a:tc>
                      <a:txBody>
                        <a:bodyPr/>
                        <a:lstStyle/>
                        <a:p>
                          <a:pPr algn="ctr"/>
                          <a:r>
                            <a:rPr lang="en-US" altLang="zh-CN" b="0" dirty="0">
                              <a:ln>
                                <a:noFill/>
                              </a:ln>
                              <a:solidFill>
                                <a:srgbClr val="000066"/>
                              </a:solidFill>
                              <a:latin typeface="Times New Roman" panose="02020603050405020304" pitchFamily="18" charset="0"/>
                              <a:cs typeface="Times New Roman" panose="02020603050405020304" pitchFamily="18" charset="0"/>
                            </a:rPr>
                            <a:t>1.6990</a:t>
                          </a:r>
                          <a:endParaRPr lang="zh-CN" altLang="en-US" b="0" dirty="0">
                            <a:ln>
                              <a:noFill/>
                            </a:ln>
                            <a:solidFill>
                              <a:srgbClr val="000066"/>
                            </a:solidFill>
                            <a:latin typeface="Times New Roman" panose="02020603050405020304" pitchFamily="18" charset="0"/>
                            <a:cs typeface="Times New Roman" panose="02020603050405020304" pitchFamily="18" charset="0"/>
                          </a:endParaRPr>
                        </a:p>
                      </a:txBody>
                      <a:tcPr anchor="ctr">
                        <a:lnL w="12700" cap="flat" cmpd="sng" algn="ctr">
                          <a:solidFill>
                            <a:srgbClr val="000066"/>
                          </a:solidFill>
                          <a:prstDash val="solid"/>
                          <a:round/>
                          <a:headEnd type="none" w="med" len="med"/>
                          <a:tailEnd type="none" w="med" len="med"/>
                        </a:lnL>
                        <a:lnR w="12700" cap="flat" cmpd="sng" algn="ctr">
                          <a:solidFill>
                            <a:srgbClr val="000066"/>
                          </a:solidFill>
                          <a:prstDash val="solid"/>
                          <a:round/>
                          <a:headEnd type="none" w="med" len="med"/>
                          <a:tailEnd type="none" w="med" len="med"/>
                        </a:lnR>
                        <a:lnT w="12700" cap="flat" cmpd="sng" algn="ctr">
                          <a:solidFill>
                            <a:srgbClr val="000066"/>
                          </a:solidFill>
                          <a:prstDash val="solid"/>
                          <a:round/>
                          <a:headEnd type="none" w="med" len="med"/>
                          <a:tailEnd type="none" w="med" len="med"/>
                        </a:lnT>
                        <a:lnB w="12700" cap="flat" cmpd="sng" algn="ctr">
                          <a:solidFill>
                            <a:srgbClr val="000066"/>
                          </a:solidFill>
                          <a:prstDash val="solid"/>
                          <a:round/>
                          <a:headEnd type="none" w="med" len="med"/>
                          <a:tailEnd type="none" w="med" len="med"/>
                        </a:lnB>
                        <a:solidFill>
                          <a:schemeClr val="tx1">
                            <a:lumMod val="20000"/>
                            <a:lumOff val="80000"/>
                          </a:schemeClr>
                        </a:solidFill>
                      </a:tcPr>
                    </a:tc>
                    <a:tc>
                      <a:txBody>
                        <a:bodyPr/>
                        <a:lstStyle/>
                        <a:p>
                          <a:pPr algn="ctr"/>
                          <a:r>
                            <a:rPr lang="en-US" altLang="zh-CN" b="0" dirty="0">
                              <a:ln>
                                <a:noFill/>
                              </a:ln>
                              <a:solidFill>
                                <a:srgbClr val="000066"/>
                              </a:solidFill>
                              <a:latin typeface="Times New Roman" panose="02020603050405020304" pitchFamily="18" charset="0"/>
                              <a:cs typeface="Times New Roman" panose="02020603050405020304" pitchFamily="18" charset="0"/>
                            </a:rPr>
                            <a:t>1.8451</a:t>
                          </a:r>
                          <a:endParaRPr lang="zh-CN" altLang="en-US" b="0" dirty="0">
                            <a:ln>
                              <a:noFill/>
                            </a:ln>
                            <a:solidFill>
                              <a:srgbClr val="000066"/>
                            </a:solidFill>
                            <a:latin typeface="Times New Roman" panose="02020603050405020304" pitchFamily="18" charset="0"/>
                            <a:cs typeface="Times New Roman" panose="02020603050405020304" pitchFamily="18" charset="0"/>
                          </a:endParaRPr>
                        </a:p>
                      </a:txBody>
                      <a:tcPr anchor="ctr">
                        <a:lnL w="12700" cap="flat" cmpd="sng" algn="ctr">
                          <a:solidFill>
                            <a:srgbClr val="000066"/>
                          </a:solidFill>
                          <a:prstDash val="solid"/>
                          <a:round/>
                          <a:headEnd type="none" w="med" len="med"/>
                          <a:tailEnd type="none" w="med" len="med"/>
                        </a:lnL>
                        <a:lnR w="12700" cap="flat" cmpd="sng" algn="ctr">
                          <a:solidFill>
                            <a:srgbClr val="000066"/>
                          </a:solidFill>
                          <a:prstDash val="solid"/>
                          <a:round/>
                          <a:headEnd type="none" w="med" len="med"/>
                          <a:tailEnd type="none" w="med" len="med"/>
                        </a:lnR>
                        <a:lnT w="12700" cap="flat" cmpd="sng" algn="ctr">
                          <a:solidFill>
                            <a:srgbClr val="000066"/>
                          </a:solidFill>
                          <a:prstDash val="solid"/>
                          <a:round/>
                          <a:headEnd type="none" w="med" len="med"/>
                          <a:tailEnd type="none" w="med" len="med"/>
                        </a:lnT>
                        <a:lnB w="12700" cap="flat" cmpd="sng" algn="ctr">
                          <a:solidFill>
                            <a:srgbClr val="000066"/>
                          </a:solidFill>
                          <a:prstDash val="solid"/>
                          <a:round/>
                          <a:headEnd type="none" w="med" len="med"/>
                          <a:tailEnd type="none" w="med" len="med"/>
                        </a:lnB>
                        <a:solidFill>
                          <a:schemeClr val="tx1">
                            <a:lumMod val="20000"/>
                            <a:lumOff val="80000"/>
                          </a:schemeClr>
                        </a:solidFill>
                      </a:tcPr>
                    </a:tc>
                    <a:tc>
                      <a:txBody>
                        <a:bodyPr/>
                        <a:lstStyle/>
                        <a:p>
                          <a:pPr algn="ctr"/>
                          <a:r>
                            <a:rPr lang="en-US" altLang="zh-CN" b="0" dirty="0">
                              <a:ln>
                                <a:noFill/>
                              </a:ln>
                              <a:solidFill>
                                <a:srgbClr val="000066"/>
                              </a:solidFill>
                              <a:latin typeface="Times New Roman" panose="02020603050405020304" pitchFamily="18" charset="0"/>
                              <a:cs typeface="Times New Roman" panose="02020603050405020304" pitchFamily="18" charset="0"/>
                            </a:rPr>
                            <a:t>1.9031</a:t>
                          </a:r>
                          <a:endParaRPr lang="zh-CN" altLang="en-US" b="0" dirty="0">
                            <a:ln>
                              <a:noFill/>
                            </a:ln>
                            <a:solidFill>
                              <a:srgbClr val="000066"/>
                            </a:solidFill>
                            <a:latin typeface="Times New Roman" panose="02020603050405020304" pitchFamily="18" charset="0"/>
                            <a:cs typeface="Times New Roman" panose="02020603050405020304" pitchFamily="18" charset="0"/>
                          </a:endParaRPr>
                        </a:p>
                      </a:txBody>
                      <a:tcPr anchor="ctr">
                        <a:lnL w="12700" cap="flat" cmpd="sng" algn="ctr">
                          <a:solidFill>
                            <a:srgbClr val="000066"/>
                          </a:solidFill>
                          <a:prstDash val="solid"/>
                          <a:round/>
                          <a:headEnd type="none" w="med" len="med"/>
                          <a:tailEnd type="none" w="med" len="med"/>
                        </a:lnL>
                        <a:lnR w="12700" cap="flat" cmpd="sng" algn="ctr">
                          <a:solidFill>
                            <a:srgbClr val="000066"/>
                          </a:solidFill>
                          <a:prstDash val="solid"/>
                          <a:round/>
                          <a:headEnd type="none" w="med" len="med"/>
                          <a:tailEnd type="none" w="med" len="med"/>
                        </a:lnR>
                        <a:lnT w="12700" cap="flat" cmpd="sng" algn="ctr">
                          <a:solidFill>
                            <a:srgbClr val="000066"/>
                          </a:solidFill>
                          <a:prstDash val="solid"/>
                          <a:round/>
                          <a:headEnd type="none" w="med" len="med"/>
                          <a:tailEnd type="none" w="med" len="med"/>
                        </a:lnT>
                        <a:lnB w="12700" cap="flat" cmpd="sng" algn="ctr">
                          <a:solidFill>
                            <a:srgbClr val="000066"/>
                          </a:solidFill>
                          <a:prstDash val="solid"/>
                          <a:round/>
                          <a:headEnd type="none" w="med" len="med"/>
                          <a:tailEnd type="none" w="med" len="med"/>
                        </a:lnB>
                        <a:solidFill>
                          <a:schemeClr val="tx1">
                            <a:lumMod val="20000"/>
                            <a:lumOff val="80000"/>
                          </a:schemeClr>
                        </a:solidFill>
                      </a:tcPr>
                    </a:tc>
                    <a:tc>
                      <a:txBody>
                        <a:bodyPr/>
                        <a:lstStyle/>
                        <a:p>
                          <a:pPr algn="ctr"/>
                          <a:r>
                            <a:rPr lang="en-US" altLang="zh-CN" b="0" dirty="0">
                              <a:ln>
                                <a:noFill/>
                              </a:ln>
                              <a:solidFill>
                                <a:srgbClr val="000066"/>
                              </a:solidFill>
                              <a:latin typeface="Times New Roman" panose="02020603050405020304" pitchFamily="18" charset="0"/>
                              <a:cs typeface="Times New Roman" panose="02020603050405020304" pitchFamily="18" charset="0"/>
                            </a:rPr>
                            <a:t>1.9542</a:t>
                          </a:r>
                          <a:endParaRPr lang="zh-CN" altLang="en-US" b="0" dirty="0">
                            <a:ln>
                              <a:noFill/>
                            </a:ln>
                            <a:solidFill>
                              <a:srgbClr val="000066"/>
                            </a:solidFill>
                            <a:latin typeface="Times New Roman" panose="02020603050405020304" pitchFamily="18" charset="0"/>
                            <a:cs typeface="Times New Roman" panose="02020603050405020304" pitchFamily="18" charset="0"/>
                          </a:endParaRPr>
                        </a:p>
                      </a:txBody>
                      <a:tcPr anchor="ctr">
                        <a:lnL w="12700" cap="flat" cmpd="sng" algn="ctr">
                          <a:solidFill>
                            <a:srgbClr val="000066"/>
                          </a:solidFill>
                          <a:prstDash val="solid"/>
                          <a:round/>
                          <a:headEnd type="none" w="med" len="med"/>
                          <a:tailEnd type="none" w="med" len="med"/>
                        </a:lnL>
                        <a:lnR w="12700" cap="flat" cmpd="sng" algn="ctr">
                          <a:solidFill>
                            <a:srgbClr val="000066"/>
                          </a:solidFill>
                          <a:prstDash val="solid"/>
                          <a:round/>
                          <a:headEnd type="none" w="med" len="med"/>
                          <a:tailEnd type="none" w="med" len="med"/>
                        </a:lnR>
                        <a:lnT w="12700" cap="flat" cmpd="sng" algn="ctr">
                          <a:solidFill>
                            <a:srgbClr val="000066"/>
                          </a:solidFill>
                          <a:prstDash val="solid"/>
                          <a:round/>
                          <a:headEnd type="none" w="med" len="med"/>
                          <a:tailEnd type="none" w="med" len="med"/>
                        </a:lnT>
                        <a:lnB w="12700" cap="flat" cmpd="sng" algn="ctr">
                          <a:solidFill>
                            <a:srgbClr val="000066"/>
                          </a:solidFill>
                          <a:prstDash val="solid"/>
                          <a:round/>
                          <a:headEnd type="none" w="med" len="med"/>
                          <a:tailEnd type="none" w="med" len="med"/>
                        </a:lnB>
                        <a:solidFill>
                          <a:schemeClr val="tx1">
                            <a:lumMod val="20000"/>
                            <a:lumOff val="80000"/>
                          </a:schemeClr>
                        </a:solidFill>
                      </a:tcPr>
                    </a:tc>
                    <a:tc>
                      <a:txBody>
                        <a:bodyPr/>
                        <a:lstStyle/>
                        <a:p>
                          <a:pPr algn="ctr"/>
                          <a:r>
                            <a:rPr lang="en-US" altLang="zh-CN" b="0" dirty="0">
                              <a:ln>
                                <a:noFill/>
                              </a:ln>
                              <a:solidFill>
                                <a:srgbClr val="000066"/>
                              </a:solidFill>
                              <a:latin typeface="Times New Roman" panose="02020603050405020304" pitchFamily="18" charset="0"/>
                              <a:cs typeface="Times New Roman" panose="02020603050405020304" pitchFamily="18" charset="0"/>
                            </a:rPr>
                            <a:t>2.0000</a:t>
                          </a:r>
                          <a:endParaRPr lang="zh-CN" altLang="en-US" b="0" dirty="0">
                            <a:ln>
                              <a:noFill/>
                            </a:ln>
                            <a:solidFill>
                              <a:srgbClr val="000066"/>
                            </a:solidFill>
                            <a:latin typeface="Times New Roman" panose="02020603050405020304" pitchFamily="18" charset="0"/>
                            <a:cs typeface="Times New Roman" panose="02020603050405020304" pitchFamily="18" charset="0"/>
                          </a:endParaRPr>
                        </a:p>
                      </a:txBody>
                      <a:tcPr anchor="ctr">
                        <a:lnL w="12700" cap="flat" cmpd="sng" algn="ctr">
                          <a:solidFill>
                            <a:srgbClr val="000066"/>
                          </a:solidFill>
                          <a:prstDash val="solid"/>
                          <a:round/>
                          <a:headEnd type="none" w="med" len="med"/>
                          <a:tailEnd type="none" w="med" len="med"/>
                        </a:lnL>
                        <a:lnR w="12700" cap="flat" cmpd="sng" algn="ctr">
                          <a:solidFill>
                            <a:srgbClr val="000066"/>
                          </a:solidFill>
                          <a:prstDash val="solid"/>
                          <a:round/>
                          <a:headEnd type="none" w="med" len="med"/>
                          <a:tailEnd type="none" w="med" len="med"/>
                        </a:lnR>
                        <a:lnT w="12700" cap="flat" cmpd="sng" algn="ctr">
                          <a:solidFill>
                            <a:srgbClr val="000066"/>
                          </a:solidFill>
                          <a:prstDash val="solid"/>
                          <a:round/>
                          <a:headEnd type="none" w="med" len="med"/>
                          <a:tailEnd type="none" w="med" len="med"/>
                        </a:lnT>
                        <a:lnB w="12700" cap="flat" cmpd="sng" algn="ctr">
                          <a:solidFill>
                            <a:srgbClr val="000066"/>
                          </a:solidFill>
                          <a:prstDash val="solid"/>
                          <a:round/>
                          <a:headEnd type="none" w="med" len="med"/>
                          <a:tailEnd type="none" w="med" len="med"/>
                        </a:lnB>
                        <a:solidFill>
                          <a:schemeClr val="tx1">
                            <a:lumMod val="20000"/>
                            <a:lumOff val="80000"/>
                          </a:schemeClr>
                        </a:solidFill>
                      </a:tcPr>
                    </a:tc>
                    <a:extLst>
                      <a:ext uri="{0D108BD9-81ED-4DB2-BD59-A6C34878D82A}">
                        <a16:rowId xmlns:a16="http://schemas.microsoft.com/office/drawing/2014/main" val="2621850140"/>
                      </a:ext>
                    </a:extLst>
                  </a:tr>
                </a:tbl>
              </a:graphicData>
            </a:graphic>
          </p:graphicFrame>
        </mc:Choice>
        <mc:Fallback xmlns="">
          <p:graphicFrame>
            <p:nvGraphicFramePr>
              <p:cNvPr id="2" name="表格 2">
                <a:extLst>
                  <a:ext uri="{FF2B5EF4-FFF2-40B4-BE49-F238E27FC236}">
                    <a16:creationId xmlns:a16="http://schemas.microsoft.com/office/drawing/2014/main" id="{6918BD1B-8E48-0CB5-5E23-2E600F0AC0BD}"/>
                  </a:ext>
                </a:extLst>
              </p:cNvPr>
              <p:cNvGraphicFramePr>
                <a:graphicFrameLocks noGrp="1"/>
              </p:cNvGraphicFramePr>
              <p:nvPr>
                <p:extLst>
                  <p:ext uri="{D42A27DB-BD31-4B8C-83A1-F6EECF244321}">
                    <p14:modId xmlns:p14="http://schemas.microsoft.com/office/powerpoint/2010/main" val="3431998572"/>
                  </p:ext>
                </p:extLst>
              </p:nvPr>
            </p:nvGraphicFramePr>
            <p:xfrm>
              <a:off x="1331640" y="2204864"/>
              <a:ext cx="6096000" cy="2225040"/>
            </p:xfrm>
            <a:graphic>
              <a:graphicData uri="http://schemas.openxmlformats.org/drawingml/2006/table">
                <a:tbl>
                  <a:tblPr firstRow="1" bandRow="1">
                    <a:tableStyleId>{5C22544A-7EE6-4342-B048-85BDC9FD1C3A}</a:tableStyleId>
                  </a:tblPr>
                  <a:tblGrid>
                    <a:gridCol w="1440160">
                      <a:extLst>
                        <a:ext uri="{9D8B030D-6E8A-4147-A177-3AD203B41FA5}">
                          <a16:colId xmlns:a16="http://schemas.microsoft.com/office/drawing/2014/main" val="111886588"/>
                        </a:ext>
                      </a:extLst>
                    </a:gridCol>
                    <a:gridCol w="931168">
                      <a:extLst>
                        <a:ext uri="{9D8B030D-6E8A-4147-A177-3AD203B41FA5}">
                          <a16:colId xmlns:a16="http://schemas.microsoft.com/office/drawing/2014/main" val="312199558"/>
                        </a:ext>
                      </a:extLst>
                    </a:gridCol>
                    <a:gridCol w="931168">
                      <a:extLst>
                        <a:ext uri="{9D8B030D-6E8A-4147-A177-3AD203B41FA5}">
                          <a16:colId xmlns:a16="http://schemas.microsoft.com/office/drawing/2014/main" val="1619576354"/>
                        </a:ext>
                      </a:extLst>
                    </a:gridCol>
                    <a:gridCol w="931168">
                      <a:extLst>
                        <a:ext uri="{9D8B030D-6E8A-4147-A177-3AD203B41FA5}">
                          <a16:colId xmlns:a16="http://schemas.microsoft.com/office/drawing/2014/main" val="3229750498"/>
                        </a:ext>
                      </a:extLst>
                    </a:gridCol>
                    <a:gridCol w="931168">
                      <a:extLst>
                        <a:ext uri="{9D8B030D-6E8A-4147-A177-3AD203B41FA5}">
                          <a16:colId xmlns:a16="http://schemas.microsoft.com/office/drawing/2014/main" val="156274446"/>
                        </a:ext>
                      </a:extLst>
                    </a:gridCol>
                    <a:gridCol w="931168">
                      <a:extLst>
                        <a:ext uri="{9D8B030D-6E8A-4147-A177-3AD203B41FA5}">
                          <a16:colId xmlns:a16="http://schemas.microsoft.com/office/drawing/2014/main" val="1398488171"/>
                        </a:ext>
                      </a:extLst>
                    </a:gridCol>
                  </a:tblGrid>
                  <a:tr h="370840">
                    <a:tc>
                      <a:txBody>
                        <a:bodyPr/>
                        <a:lstStyle/>
                        <a:p>
                          <a:endParaRPr lang="zh-CN"/>
                        </a:p>
                      </a:txBody>
                      <a:tcPr anchor="ctr">
                        <a:lnL w="12700" cap="flat" cmpd="sng" algn="ctr">
                          <a:solidFill>
                            <a:srgbClr val="000066"/>
                          </a:solidFill>
                          <a:prstDash val="solid"/>
                          <a:round/>
                          <a:headEnd type="none" w="med" len="med"/>
                          <a:tailEnd type="none" w="med" len="med"/>
                        </a:lnL>
                        <a:lnR w="12700" cap="flat" cmpd="sng" algn="ctr">
                          <a:solidFill>
                            <a:srgbClr val="000066"/>
                          </a:solidFill>
                          <a:prstDash val="solid"/>
                          <a:round/>
                          <a:headEnd type="none" w="med" len="med"/>
                          <a:tailEnd type="none" w="med" len="med"/>
                        </a:lnR>
                        <a:lnT w="12700" cap="flat" cmpd="sng" algn="ctr">
                          <a:solidFill>
                            <a:srgbClr val="000066"/>
                          </a:solidFill>
                          <a:prstDash val="solid"/>
                          <a:round/>
                          <a:headEnd type="none" w="med" len="med"/>
                          <a:tailEnd type="none" w="med" len="med"/>
                        </a:lnT>
                        <a:lnB w="12700" cap="flat" cmpd="sng" algn="ctr">
                          <a:solidFill>
                            <a:srgbClr val="000066"/>
                          </a:solidFill>
                          <a:prstDash val="solid"/>
                          <a:round/>
                          <a:headEnd type="none" w="med" len="med"/>
                          <a:tailEnd type="none" w="med" len="med"/>
                        </a:lnB>
                        <a:blipFill>
                          <a:blip r:embed="rId2"/>
                          <a:stretch>
                            <a:fillRect l="-424" t="-6557" r="-325000" b="-524590"/>
                          </a:stretch>
                        </a:blipFill>
                      </a:tcPr>
                    </a:tc>
                    <a:tc>
                      <a:txBody>
                        <a:bodyPr/>
                        <a:lstStyle/>
                        <a:p>
                          <a:pPr algn="ctr"/>
                          <a:r>
                            <a:rPr lang="en-US" altLang="zh-CN" b="0" dirty="0">
                              <a:ln>
                                <a:noFill/>
                              </a:ln>
                              <a:solidFill>
                                <a:srgbClr val="000066"/>
                              </a:solidFill>
                              <a:latin typeface="Times New Roman" panose="02020603050405020304" pitchFamily="18" charset="0"/>
                              <a:cs typeface="Times New Roman" panose="02020603050405020304" pitchFamily="18" charset="0"/>
                            </a:rPr>
                            <a:t>50</a:t>
                          </a:r>
                          <a:endParaRPr lang="zh-CN" altLang="en-US" b="0" dirty="0">
                            <a:ln>
                              <a:noFill/>
                            </a:ln>
                            <a:solidFill>
                              <a:srgbClr val="000066"/>
                            </a:solidFill>
                            <a:latin typeface="Times New Roman" panose="02020603050405020304" pitchFamily="18" charset="0"/>
                            <a:cs typeface="Times New Roman" panose="02020603050405020304" pitchFamily="18" charset="0"/>
                          </a:endParaRPr>
                        </a:p>
                      </a:txBody>
                      <a:tcPr anchor="ctr">
                        <a:lnL w="12700" cap="flat" cmpd="sng" algn="ctr">
                          <a:solidFill>
                            <a:srgbClr val="000066"/>
                          </a:solidFill>
                          <a:prstDash val="solid"/>
                          <a:round/>
                          <a:headEnd type="none" w="med" len="med"/>
                          <a:tailEnd type="none" w="med" len="med"/>
                        </a:lnL>
                        <a:lnR w="12700" cap="flat" cmpd="sng" algn="ctr">
                          <a:solidFill>
                            <a:srgbClr val="000066"/>
                          </a:solidFill>
                          <a:prstDash val="solid"/>
                          <a:round/>
                          <a:headEnd type="none" w="med" len="med"/>
                          <a:tailEnd type="none" w="med" len="med"/>
                        </a:lnR>
                        <a:lnT w="12700" cap="flat" cmpd="sng" algn="ctr">
                          <a:solidFill>
                            <a:srgbClr val="000066"/>
                          </a:solidFill>
                          <a:prstDash val="solid"/>
                          <a:round/>
                          <a:headEnd type="none" w="med" len="med"/>
                          <a:tailEnd type="none" w="med" len="med"/>
                        </a:lnT>
                        <a:lnB w="12700" cap="flat" cmpd="sng" algn="ctr">
                          <a:solidFill>
                            <a:srgbClr val="000066"/>
                          </a:solidFill>
                          <a:prstDash val="solid"/>
                          <a:round/>
                          <a:headEnd type="none" w="med" len="med"/>
                          <a:tailEnd type="none" w="med" len="med"/>
                        </a:lnB>
                        <a:solidFill>
                          <a:schemeClr val="tx1">
                            <a:lumMod val="20000"/>
                            <a:lumOff val="80000"/>
                          </a:schemeClr>
                        </a:solidFill>
                      </a:tcPr>
                    </a:tc>
                    <a:tc>
                      <a:txBody>
                        <a:bodyPr/>
                        <a:lstStyle/>
                        <a:p>
                          <a:pPr algn="ctr"/>
                          <a:r>
                            <a:rPr lang="en-US" altLang="zh-CN" b="0" dirty="0">
                              <a:ln>
                                <a:noFill/>
                              </a:ln>
                              <a:solidFill>
                                <a:srgbClr val="000066"/>
                              </a:solidFill>
                              <a:latin typeface="Times New Roman" panose="02020603050405020304" pitchFamily="18" charset="0"/>
                              <a:cs typeface="Times New Roman" panose="02020603050405020304" pitchFamily="18" charset="0"/>
                            </a:rPr>
                            <a:t>70</a:t>
                          </a:r>
                          <a:endParaRPr lang="zh-CN" altLang="en-US" b="0" dirty="0">
                            <a:ln>
                              <a:noFill/>
                            </a:ln>
                            <a:solidFill>
                              <a:srgbClr val="000066"/>
                            </a:solidFill>
                            <a:latin typeface="Times New Roman" panose="02020603050405020304" pitchFamily="18" charset="0"/>
                            <a:cs typeface="Times New Roman" panose="02020603050405020304" pitchFamily="18" charset="0"/>
                          </a:endParaRPr>
                        </a:p>
                      </a:txBody>
                      <a:tcPr anchor="ctr">
                        <a:lnL w="12700" cap="flat" cmpd="sng" algn="ctr">
                          <a:solidFill>
                            <a:srgbClr val="000066"/>
                          </a:solidFill>
                          <a:prstDash val="solid"/>
                          <a:round/>
                          <a:headEnd type="none" w="med" len="med"/>
                          <a:tailEnd type="none" w="med" len="med"/>
                        </a:lnL>
                        <a:lnR w="12700" cap="flat" cmpd="sng" algn="ctr">
                          <a:solidFill>
                            <a:srgbClr val="000066"/>
                          </a:solidFill>
                          <a:prstDash val="solid"/>
                          <a:round/>
                          <a:headEnd type="none" w="med" len="med"/>
                          <a:tailEnd type="none" w="med" len="med"/>
                        </a:lnR>
                        <a:lnT w="12700" cap="flat" cmpd="sng" algn="ctr">
                          <a:solidFill>
                            <a:srgbClr val="000066"/>
                          </a:solidFill>
                          <a:prstDash val="solid"/>
                          <a:round/>
                          <a:headEnd type="none" w="med" len="med"/>
                          <a:tailEnd type="none" w="med" len="med"/>
                        </a:lnT>
                        <a:lnB w="12700" cap="flat" cmpd="sng" algn="ctr">
                          <a:solidFill>
                            <a:srgbClr val="000066"/>
                          </a:solidFill>
                          <a:prstDash val="solid"/>
                          <a:round/>
                          <a:headEnd type="none" w="med" len="med"/>
                          <a:tailEnd type="none" w="med" len="med"/>
                        </a:lnB>
                        <a:solidFill>
                          <a:schemeClr val="tx1">
                            <a:lumMod val="20000"/>
                            <a:lumOff val="80000"/>
                          </a:schemeClr>
                        </a:solidFill>
                      </a:tcPr>
                    </a:tc>
                    <a:tc>
                      <a:txBody>
                        <a:bodyPr/>
                        <a:lstStyle/>
                        <a:p>
                          <a:pPr algn="ctr"/>
                          <a:r>
                            <a:rPr lang="en-US" altLang="zh-CN" b="0" dirty="0">
                              <a:ln>
                                <a:noFill/>
                              </a:ln>
                              <a:solidFill>
                                <a:srgbClr val="000066"/>
                              </a:solidFill>
                              <a:latin typeface="Times New Roman" panose="02020603050405020304" pitchFamily="18" charset="0"/>
                              <a:cs typeface="Times New Roman" panose="02020603050405020304" pitchFamily="18" charset="0"/>
                            </a:rPr>
                            <a:t>80</a:t>
                          </a:r>
                          <a:endParaRPr lang="zh-CN" altLang="en-US" b="0" dirty="0">
                            <a:ln>
                              <a:noFill/>
                            </a:ln>
                            <a:solidFill>
                              <a:srgbClr val="000066"/>
                            </a:solidFill>
                            <a:latin typeface="Times New Roman" panose="02020603050405020304" pitchFamily="18" charset="0"/>
                            <a:cs typeface="Times New Roman" panose="02020603050405020304" pitchFamily="18" charset="0"/>
                          </a:endParaRPr>
                        </a:p>
                      </a:txBody>
                      <a:tcPr anchor="ctr">
                        <a:lnL w="12700" cap="flat" cmpd="sng" algn="ctr">
                          <a:solidFill>
                            <a:srgbClr val="000066"/>
                          </a:solidFill>
                          <a:prstDash val="solid"/>
                          <a:round/>
                          <a:headEnd type="none" w="med" len="med"/>
                          <a:tailEnd type="none" w="med" len="med"/>
                        </a:lnL>
                        <a:lnR w="12700" cap="flat" cmpd="sng" algn="ctr">
                          <a:solidFill>
                            <a:srgbClr val="000066"/>
                          </a:solidFill>
                          <a:prstDash val="solid"/>
                          <a:round/>
                          <a:headEnd type="none" w="med" len="med"/>
                          <a:tailEnd type="none" w="med" len="med"/>
                        </a:lnR>
                        <a:lnT w="12700" cap="flat" cmpd="sng" algn="ctr">
                          <a:solidFill>
                            <a:srgbClr val="000066"/>
                          </a:solidFill>
                          <a:prstDash val="solid"/>
                          <a:round/>
                          <a:headEnd type="none" w="med" len="med"/>
                          <a:tailEnd type="none" w="med" len="med"/>
                        </a:lnT>
                        <a:lnB w="12700" cap="flat" cmpd="sng" algn="ctr">
                          <a:solidFill>
                            <a:srgbClr val="000066"/>
                          </a:solidFill>
                          <a:prstDash val="solid"/>
                          <a:round/>
                          <a:headEnd type="none" w="med" len="med"/>
                          <a:tailEnd type="none" w="med" len="med"/>
                        </a:lnB>
                        <a:solidFill>
                          <a:schemeClr val="tx1">
                            <a:lumMod val="20000"/>
                            <a:lumOff val="80000"/>
                          </a:schemeClr>
                        </a:solidFill>
                      </a:tcPr>
                    </a:tc>
                    <a:tc>
                      <a:txBody>
                        <a:bodyPr/>
                        <a:lstStyle/>
                        <a:p>
                          <a:pPr algn="ctr"/>
                          <a:r>
                            <a:rPr lang="en-US" altLang="zh-CN" b="0" dirty="0">
                              <a:ln>
                                <a:noFill/>
                              </a:ln>
                              <a:solidFill>
                                <a:srgbClr val="000066"/>
                              </a:solidFill>
                              <a:latin typeface="Times New Roman" panose="02020603050405020304" pitchFamily="18" charset="0"/>
                              <a:cs typeface="Times New Roman" panose="02020603050405020304" pitchFamily="18" charset="0"/>
                            </a:rPr>
                            <a:t>90</a:t>
                          </a:r>
                          <a:endParaRPr lang="zh-CN" altLang="en-US" b="0" dirty="0">
                            <a:ln>
                              <a:noFill/>
                            </a:ln>
                            <a:solidFill>
                              <a:srgbClr val="000066"/>
                            </a:solidFill>
                            <a:latin typeface="Times New Roman" panose="02020603050405020304" pitchFamily="18" charset="0"/>
                            <a:cs typeface="Times New Roman" panose="02020603050405020304" pitchFamily="18" charset="0"/>
                          </a:endParaRPr>
                        </a:p>
                      </a:txBody>
                      <a:tcPr anchor="ctr">
                        <a:lnL w="12700" cap="flat" cmpd="sng" algn="ctr">
                          <a:solidFill>
                            <a:srgbClr val="000066"/>
                          </a:solidFill>
                          <a:prstDash val="solid"/>
                          <a:round/>
                          <a:headEnd type="none" w="med" len="med"/>
                          <a:tailEnd type="none" w="med" len="med"/>
                        </a:lnL>
                        <a:lnR w="12700" cap="flat" cmpd="sng" algn="ctr">
                          <a:solidFill>
                            <a:srgbClr val="000066"/>
                          </a:solidFill>
                          <a:prstDash val="solid"/>
                          <a:round/>
                          <a:headEnd type="none" w="med" len="med"/>
                          <a:tailEnd type="none" w="med" len="med"/>
                        </a:lnR>
                        <a:lnT w="12700" cap="flat" cmpd="sng" algn="ctr">
                          <a:solidFill>
                            <a:srgbClr val="000066"/>
                          </a:solidFill>
                          <a:prstDash val="solid"/>
                          <a:round/>
                          <a:headEnd type="none" w="med" len="med"/>
                          <a:tailEnd type="none" w="med" len="med"/>
                        </a:lnT>
                        <a:lnB w="12700" cap="flat" cmpd="sng" algn="ctr">
                          <a:solidFill>
                            <a:srgbClr val="000066"/>
                          </a:solidFill>
                          <a:prstDash val="solid"/>
                          <a:round/>
                          <a:headEnd type="none" w="med" len="med"/>
                          <a:tailEnd type="none" w="med" len="med"/>
                        </a:lnB>
                        <a:solidFill>
                          <a:schemeClr val="tx1">
                            <a:lumMod val="20000"/>
                            <a:lumOff val="80000"/>
                          </a:schemeClr>
                        </a:solidFill>
                      </a:tcPr>
                    </a:tc>
                    <a:tc>
                      <a:txBody>
                        <a:bodyPr/>
                        <a:lstStyle/>
                        <a:p>
                          <a:pPr algn="ctr"/>
                          <a:r>
                            <a:rPr lang="en-US" altLang="zh-CN" b="0" dirty="0">
                              <a:ln>
                                <a:noFill/>
                              </a:ln>
                              <a:solidFill>
                                <a:srgbClr val="000066"/>
                              </a:solidFill>
                              <a:latin typeface="Times New Roman" panose="02020603050405020304" pitchFamily="18" charset="0"/>
                              <a:cs typeface="Times New Roman" panose="02020603050405020304" pitchFamily="18" charset="0"/>
                            </a:rPr>
                            <a:t>100</a:t>
                          </a:r>
                          <a:endParaRPr lang="zh-CN" altLang="en-US" b="0" dirty="0">
                            <a:ln>
                              <a:noFill/>
                            </a:ln>
                            <a:solidFill>
                              <a:srgbClr val="000066"/>
                            </a:solidFill>
                            <a:latin typeface="Times New Roman" panose="02020603050405020304" pitchFamily="18" charset="0"/>
                            <a:cs typeface="Times New Roman" panose="02020603050405020304" pitchFamily="18" charset="0"/>
                          </a:endParaRPr>
                        </a:p>
                      </a:txBody>
                      <a:tcPr anchor="ctr">
                        <a:lnL w="12700" cap="flat" cmpd="sng" algn="ctr">
                          <a:solidFill>
                            <a:srgbClr val="000066"/>
                          </a:solidFill>
                          <a:prstDash val="solid"/>
                          <a:round/>
                          <a:headEnd type="none" w="med" len="med"/>
                          <a:tailEnd type="none" w="med" len="med"/>
                        </a:lnL>
                        <a:lnR w="12700" cap="flat" cmpd="sng" algn="ctr">
                          <a:solidFill>
                            <a:srgbClr val="000066"/>
                          </a:solidFill>
                          <a:prstDash val="solid"/>
                          <a:round/>
                          <a:headEnd type="none" w="med" len="med"/>
                          <a:tailEnd type="none" w="med" len="med"/>
                        </a:lnR>
                        <a:lnT w="12700" cap="flat" cmpd="sng" algn="ctr">
                          <a:solidFill>
                            <a:srgbClr val="000066"/>
                          </a:solidFill>
                          <a:prstDash val="solid"/>
                          <a:round/>
                          <a:headEnd type="none" w="med" len="med"/>
                          <a:tailEnd type="none" w="med" len="med"/>
                        </a:lnT>
                        <a:lnB w="12700" cap="flat" cmpd="sng" algn="ctr">
                          <a:solidFill>
                            <a:srgbClr val="000066"/>
                          </a:solidFill>
                          <a:prstDash val="solid"/>
                          <a:round/>
                          <a:headEnd type="none" w="med" len="med"/>
                          <a:tailEnd type="none" w="med" len="med"/>
                        </a:lnB>
                        <a:solidFill>
                          <a:schemeClr val="tx1">
                            <a:lumMod val="20000"/>
                            <a:lumOff val="80000"/>
                          </a:schemeClr>
                        </a:solidFill>
                      </a:tcPr>
                    </a:tc>
                    <a:extLst>
                      <a:ext uri="{0D108BD9-81ED-4DB2-BD59-A6C34878D82A}">
                        <a16:rowId xmlns:a16="http://schemas.microsoft.com/office/drawing/2014/main" val="3595806369"/>
                      </a:ext>
                    </a:extLst>
                  </a:tr>
                  <a:tr h="370840">
                    <a:tc>
                      <a:txBody>
                        <a:bodyPr/>
                        <a:lstStyle/>
                        <a:p>
                          <a:endParaRPr lang="zh-CN"/>
                        </a:p>
                      </a:txBody>
                      <a:tcPr anchor="ctr">
                        <a:lnL w="12700" cap="flat" cmpd="sng" algn="ctr">
                          <a:solidFill>
                            <a:srgbClr val="000066"/>
                          </a:solidFill>
                          <a:prstDash val="solid"/>
                          <a:round/>
                          <a:headEnd type="none" w="med" len="med"/>
                          <a:tailEnd type="none" w="med" len="med"/>
                        </a:lnL>
                        <a:lnR w="12700" cap="flat" cmpd="sng" algn="ctr">
                          <a:solidFill>
                            <a:srgbClr val="000066"/>
                          </a:solidFill>
                          <a:prstDash val="solid"/>
                          <a:round/>
                          <a:headEnd type="none" w="med" len="med"/>
                          <a:tailEnd type="none" w="med" len="med"/>
                        </a:lnR>
                        <a:lnT w="12700" cap="flat" cmpd="sng" algn="ctr">
                          <a:solidFill>
                            <a:srgbClr val="000066"/>
                          </a:solidFill>
                          <a:prstDash val="solid"/>
                          <a:round/>
                          <a:headEnd type="none" w="med" len="med"/>
                          <a:tailEnd type="none" w="med" len="med"/>
                        </a:lnT>
                        <a:lnB w="12700" cap="flat" cmpd="sng" algn="ctr">
                          <a:solidFill>
                            <a:srgbClr val="000066"/>
                          </a:solidFill>
                          <a:prstDash val="solid"/>
                          <a:round/>
                          <a:headEnd type="none" w="med" len="med"/>
                          <a:tailEnd type="none" w="med" len="med"/>
                        </a:lnB>
                        <a:blipFill>
                          <a:blip r:embed="rId2"/>
                          <a:stretch>
                            <a:fillRect l="-424" t="-106557" r="-325000" b="-424590"/>
                          </a:stretch>
                        </a:blipFill>
                      </a:tcPr>
                    </a:tc>
                    <a:tc>
                      <a:txBody>
                        <a:bodyPr/>
                        <a:lstStyle/>
                        <a:p>
                          <a:pPr algn="ctr"/>
                          <a:r>
                            <a:rPr lang="en-US" altLang="zh-CN" b="0" dirty="0">
                              <a:ln>
                                <a:noFill/>
                              </a:ln>
                              <a:solidFill>
                                <a:srgbClr val="000066"/>
                              </a:solidFill>
                              <a:latin typeface="Times New Roman" panose="02020603050405020304" pitchFamily="18" charset="0"/>
                              <a:cs typeface="Times New Roman" panose="02020603050405020304" pitchFamily="18" charset="0"/>
                            </a:rPr>
                            <a:t>93.6</a:t>
                          </a:r>
                          <a:endParaRPr lang="zh-CN" altLang="en-US" b="0" dirty="0">
                            <a:ln>
                              <a:noFill/>
                            </a:ln>
                            <a:solidFill>
                              <a:srgbClr val="000066"/>
                            </a:solidFill>
                            <a:latin typeface="Times New Roman" panose="02020603050405020304" pitchFamily="18" charset="0"/>
                            <a:cs typeface="Times New Roman" panose="02020603050405020304" pitchFamily="18" charset="0"/>
                          </a:endParaRPr>
                        </a:p>
                      </a:txBody>
                      <a:tcPr anchor="ctr">
                        <a:lnL w="12700" cap="flat" cmpd="sng" algn="ctr">
                          <a:solidFill>
                            <a:srgbClr val="000066"/>
                          </a:solidFill>
                          <a:prstDash val="solid"/>
                          <a:round/>
                          <a:headEnd type="none" w="med" len="med"/>
                          <a:tailEnd type="none" w="med" len="med"/>
                        </a:lnL>
                        <a:lnR w="12700" cap="flat" cmpd="sng" algn="ctr">
                          <a:solidFill>
                            <a:srgbClr val="000066"/>
                          </a:solidFill>
                          <a:prstDash val="solid"/>
                          <a:round/>
                          <a:headEnd type="none" w="med" len="med"/>
                          <a:tailEnd type="none" w="med" len="med"/>
                        </a:lnR>
                        <a:lnT w="12700" cap="flat" cmpd="sng" algn="ctr">
                          <a:solidFill>
                            <a:srgbClr val="000066"/>
                          </a:solidFill>
                          <a:prstDash val="solid"/>
                          <a:round/>
                          <a:headEnd type="none" w="med" len="med"/>
                          <a:tailEnd type="none" w="med" len="med"/>
                        </a:lnT>
                        <a:lnB w="12700" cap="flat" cmpd="sng" algn="ctr">
                          <a:solidFill>
                            <a:srgbClr val="000066"/>
                          </a:solidFill>
                          <a:prstDash val="solid"/>
                          <a:round/>
                          <a:headEnd type="none" w="med" len="med"/>
                          <a:tailEnd type="none" w="med" len="med"/>
                        </a:lnB>
                        <a:solidFill>
                          <a:schemeClr val="tx1">
                            <a:lumMod val="20000"/>
                            <a:lumOff val="80000"/>
                          </a:schemeClr>
                        </a:solidFill>
                      </a:tcPr>
                    </a:tc>
                    <a:tc>
                      <a:txBody>
                        <a:bodyPr/>
                        <a:lstStyle/>
                        <a:p>
                          <a:pPr algn="ctr"/>
                          <a:r>
                            <a:rPr lang="en-US" altLang="zh-CN" b="0" dirty="0">
                              <a:ln>
                                <a:noFill/>
                              </a:ln>
                              <a:solidFill>
                                <a:srgbClr val="000066"/>
                              </a:solidFill>
                              <a:latin typeface="Times New Roman" panose="02020603050405020304" pitchFamily="18" charset="0"/>
                              <a:cs typeface="Times New Roman" panose="02020603050405020304" pitchFamily="18" charset="0"/>
                            </a:rPr>
                            <a:t>63.6</a:t>
                          </a:r>
                          <a:endParaRPr lang="zh-CN" altLang="en-US" b="0" dirty="0">
                            <a:ln>
                              <a:noFill/>
                            </a:ln>
                            <a:solidFill>
                              <a:srgbClr val="000066"/>
                            </a:solidFill>
                            <a:latin typeface="Times New Roman" panose="02020603050405020304" pitchFamily="18" charset="0"/>
                            <a:cs typeface="Times New Roman" panose="02020603050405020304" pitchFamily="18" charset="0"/>
                          </a:endParaRPr>
                        </a:p>
                      </a:txBody>
                      <a:tcPr anchor="ctr">
                        <a:lnL w="12700" cap="flat" cmpd="sng" algn="ctr">
                          <a:solidFill>
                            <a:srgbClr val="000066"/>
                          </a:solidFill>
                          <a:prstDash val="solid"/>
                          <a:round/>
                          <a:headEnd type="none" w="med" len="med"/>
                          <a:tailEnd type="none" w="med" len="med"/>
                        </a:lnL>
                        <a:lnR w="12700" cap="flat" cmpd="sng" algn="ctr">
                          <a:solidFill>
                            <a:srgbClr val="000066"/>
                          </a:solidFill>
                          <a:prstDash val="solid"/>
                          <a:round/>
                          <a:headEnd type="none" w="med" len="med"/>
                          <a:tailEnd type="none" w="med" len="med"/>
                        </a:lnR>
                        <a:lnT w="12700" cap="flat" cmpd="sng" algn="ctr">
                          <a:solidFill>
                            <a:srgbClr val="000066"/>
                          </a:solidFill>
                          <a:prstDash val="solid"/>
                          <a:round/>
                          <a:headEnd type="none" w="med" len="med"/>
                          <a:tailEnd type="none" w="med" len="med"/>
                        </a:lnT>
                        <a:lnB w="12700" cap="flat" cmpd="sng" algn="ctr">
                          <a:solidFill>
                            <a:srgbClr val="000066"/>
                          </a:solidFill>
                          <a:prstDash val="solid"/>
                          <a:round/>
                          <a:headEnd type="none" w="med" len="med"/>
                          <a:tailEnd type="none" w="med" len="med"/>
                        </a:lnB>
                        <a:solidFill>
                          <a:schemeClr val="tx1">
                            <a:lumMod val="20000"/>
                            <a:lumOff val="80000"/>
                          </a:schemeClr>
                        </a:solidFill>
                      </a:tcPr>
                    </a:tc>
                    <a:tc>
                      <a:txBody>
                        <a:bodyPr/>
                        <a:lstStyle/>
                        <a:p>
                          <a:pPr algn="ctr"/>
                          <a:r>
                            <a:rPr lang="en-US" altLang="zh-CN" b="0" dirty="0">
                              <a:ln>
                                <a:noFill/>
                              </a:ln>
                              <a:solidFill>
                                <a:srgbClr val="000066"/>
                              </a:solidFill>
                              <a:latin typeface="Times New Roman" panose="02020603050405020304" pitchFamily="18" charset="0"/>
                              <a:cs typeface="Times New Roman" panose="02020603050405020304" pitchFamily="18" charset="0"/>
                            </a:rPr>
                            <a:t>54.4</a:t>
                          </a:r>
                          <a:endParaRPr lang="zh-CN" altLang="en-US" b="0" dirty="0">
                            <a:ln>
                              <a:noFill/>
                            </a:ln>
                            <a:solidFill>
                              <a:srgbClr val="000066"/>
                            </a:solidFill>
                            <a:latin typeface="Times New Roman" panose="02020603050405020304" pitchFamily="18" charset="0"/>
                            <a:cs typeface="Times New Roman" panose="02020603050405020304" pitchFamily="18" charset="0"/>
                          </a:endParaRPr>
                        </a:p>
                      </a:txBody>
                      <a:tcPr anchor="ctr">
                        <a:lnL w="12700" cap="flat" cmpd="sng" algn="ctr">
                          <a:solidFill>
                            <a:srgbClr val="000066"/>
                          </a:solidFill>
                          <a:prstDash val="solid"/>
                          <a:round/>
                          <a:headEnd type="none" w="med" len="med"/>
                          <a:tailEnd type="none" w="med" len="med"/>
                        </a:lnL>
                        <a:lnR w="12700" cap="flat" cmpd="sng" algn="ctr">
                          <a:solidFill>
                            <a:srgbClr val="000066"/>
                          </a:solidFill>
                          <a:prstDash val="solid"/>
                          <a:round/>
                          <a:headEnd type="none" w="med" len="med"/>
                          <a:tailEnd type="none" w="med" len="med"/>
                        </a:lnR>
                        <a:lnT w="12700" cap="flat" cmpd="sng" algn="ctr">
                          <a:solidFill>
                            <a:srgbClr val="000066"/>
                          </a:solidFill>
                          <a:prstDash val="solid"/>
                          <a:round/>
                          <a:headEnd type="none" w="med" len="med"/>
                          <a:tailEnd type="none" w="med" len="med"/>
                        </a:lnT>
                        <a:lnB w="12700" cap="flat" cmpd="sng" algn="ctr">
                          <a:solidFill>
                            <a:srgbClr val="000066"/>
                          </a:solidFill>
                          <a:prstDash val="solid"/>
                          <a:round/>
                          <a:headEnd type="none" w="med" len="med"/>
                          <a:tailEnd type="none" w="med" len="med"/>
                        </a:lnB>
                        <a:solidFill>
                          <a:schemeClr val="tx1">
                            <a:lumMod val="20000"/>
                            <a:lumOff val="80000"/>
                          </a:schemeClr>
                        </a:solidFill>
                      </a:tcPr>
                    </a:tc>
                    <a:tc>
                      <a:txBody>
                        <a:bodyPr/>
                        <a:lstStyle/>
                        <a:p>
                          <a:pPr algn="ctr"/>
                          <a:r>
                            <a:rPr lang="en-US" altLang="zh-CN" b="0" dirty="0">
                              <a:ln>
                                <a:noFill/>
                              </a:ln>
                              <a:solidFill>
                                <a:srgbClr val="000066"/>
                              </a:solidFill>
                              <a:latin typeface="Times New Roman" panose="02020603050405020304" pitchFamily="18" charset="0"/>
                              <a:cs typeface="Times New Roman" panose="02020603050405020304" pitchFamily="18" charset="0"/>
                            </a:rPr>
                            <a:t>75.3</a:t>
                          </a:r>
                          <a:endParaRPr lang="zh-CN" altLang="en-US" b="0" dirty="0">
                            <a:ln>
                              <a:noFill/>
                            </a:ln>
                            <a:solidFill>
                              <a:srgbClr val="000066"/>
                            </a:solidFill>
                            <a:latin typeface="Times New Roman" panose="02020603050405020304" pitchFamily="18" charset="0"/>
                            <a:cs typeface="Times New Roman" panose="02020603050405020304" pitchFamily="18" charset="0"/>
                          </a:endParaRPr>
                        </a:p>
                      </a:txBody>
                      <a:tcPr anchor="ctr">
                        <a:lnL w="12700" cap="flat" cmpd="sng" algn="ctr">
                          <a:solidFill>
                            <a:srgbClr val="000066"/>
                          </a:solidFill>
                          <a:prstDash val="solid"/>
                          <a:round/>
                          <a:headEnd type="none" w="med" len="med"/>
                          <a:tailEnd type="none" w="med" len="med"/>
                        </a:lnL>
                        <a:lnR w="12700" cap="flat" cmpd="sng" algn="ctr">
                          <a:solidFill>
                            <a:srgbClr val="000066"/>
                          </a:solidFill>
                          <a:prstDash val="solid"/>
                          <a:round/>
                          <a:headEnd type="none" w="med" len="med"/>
                          <a:tailEnd type="none" w="med" len="med"/>
                        </a:lnR>
                        <a:lnT w="12700" cap="flat" cmpd="sng" algn="ctr">
                          <a:solidFill>
                            <a:srgbClr val="000066"/>
                          </a:solidFill>
                          <a:prstDash val="solid"/>
                          <a:round/>
                          <a:headEnd type="none" w="med" len="med"/>
                          <a:tailEnd type="none" w="med" len="med"/>
                        </a:lnT>
                        <a:lnB w="12700" cap="flat" cmpd="sng" algn="ctr">
                          <a:solidFill>
                            <a:srgbClr val="000066"/>
                          </a:solidFill>
                          <a:prstDash val="solid"/>
                          <a:round/>
                          <a:headEnd type="none" w="med" len="med"/>
                          <a:tailEnd type="none" w="med" len="med"/>
                        </a:lnB>
                        <a:solidFill>
                          <a:schemeClr val="tx1">
                            <a:lumMod val="20000"/>
                            <a:lumOff val="80000"/>
                          </a:schemeClr>
                        </a:solidFill>
                      </a:tcPr>
                    </a:tc>
                    <a:tc>
                      <a:txBody>
                        <a:bodyPr/>
                        <a:lstStyle/>
                        <a:p>
                          <a:pPr algn="ctr"/>
                          <a:r>
                            <a:rPr lang="en-US" altLang="zh-CN" b="0" dirty="0">
                              <a:ln>
                                <a:noFill/>
                              </a:ln>
                              <a:solidFill>
                                <a:srgbClr val="000066"/>
                              </a:solidFill>
                              <a:latin typeface="Times New Roman" panose="02020603050405020304" pitchFamily="18" charset="0"/>
                              <a:cs typeface="Times New Roman" panose="02020603050405020304" pitchFamily="18" charset="0"/>
                            </a:rPr>
                            <a:t>48.1</a:t>
                          </a:r>
                          <a:endParaRPr lang="zh-CN" altLang="en-US" b="0" dirty="0">
                            <a:ln>
                              <a:noFill/>
                            </a:ln>
                            <a:solidFill>
                              <a:srgbClr val="000066"/>
                            </a:solidFill>
                            <a:latin typeface="Times New Roman" panose="02020603050405020304" pitchFamily="18" charset="0"/>
                            <a:cs typeface="Times New Roman" panose="02020603050405020304" pitchFamily="18" charset="0"/>
                          </a:endParaRPr>
                        </a:p>
                      </a:txBody>
                      <a:tcPr anchor="ctr">
                        <a:lnL w="12700" cap="flat" cmpd="sng" algn="ctr">
                          <a:solidFill>
                            <a:srgbClr val="000066"/>
                          </a:solidFill>
                          <a:prstDash val="solid"/>
                          <a:round/>
                          <a:headEnd type="none" w="med" len="med"/>
                          <a:tailEnd type="none" w="med" len="med"/>
                        </a:lnL>
                        <a:lnR w="12700" cap="flat" cmpd="sng" algn="ctr">
                          <a:solidFill>
                            <a:srgbClr val="000066"/>
                          </a:solidFill>
                          <a:prstDash val="solid"/>
                          <a:round/>
                          <a:headEnd type="none" w="med" len="med"/>
                          <a:tailEnd type="none" w="med" len="med"/>
                        </a:lnR>
                        <a:lnT w="12700" cap="flat" cmpd="sng" algn="ctr">
                          <a:solidFill>
                            <a:srgbClr val="000066"/>
                          </a:solidFill>
                          <a:prstDash val="solid"/>
                          <a:round/>
                          <a:headEnd type="none" w="med" len="med"/>
                          <a:tailEnd type="none" w="med" len="med"/>
                        </a:lnT>
                        <a:lnB w="12700" cap="flat" cmpd="sng" algn="ctr">
                          <a:solidFill>
                            <a:srgbClr val="000066"/>
                          </a:solidFill>
                          <a:prstDash val="solid"/>
                          <a:round/>
                          <a:headEnd type="none" w="med" len="med"/>
                          <a:tailEnd type="none" w="med" len="med"/>
                        </a:lnB>
                        <a:solidFill>
                          <a:schemeClr val="tx1">
                            <a:lumMod val="20000"/>
                            <a:lumOff val="80000"/>
                          </a:schemeClr>
                        </a:solidFill>
                      </a:tcPr>
                    </a:tc>
                    <a:extLst>
                      <a:ext uri="{0D108BD9-81ED-4DB2-BD59-A6C34878D82A}">
                        <a16:rowId xmlns:a16="http://schemas.microsoft.com/office/drawing/2014/main" val="1774595110"/>
                      </a:ext>
                    </a:extLst>
                  </a:tr>
                  <a:tr h="370840">
                    <a:tc>
                      <a:txBody>
                        <a:bodyPr/>
                        <a:lstStyle/>
                        <a:p>
                          <a:endParaRPr lang="zh-CN"/>
                        </a:p>
                      </a:txBody>
                      <a:tcPr anchor="ctr">
                        <a:lnL w="12700" cap="flat" cmpd="sng" algn="ctr">
                          <a:solidFill>
                            <a:srgbClr val="000066"/>
                          </a:solidFill>
                          <a:prstDash val="solid"/>
                          <a:round/>
                          <a:headEnd type="none" w="med" len="med"/>
                          <a:tailEnd type="none" w="med" len="med"/>
                        </a:lnL>
                        <a:lnR w="12700" cap="flat" cmpd="sng" algn="ctr">
                          <a:solidFill>
                            <a:srgbClr val="000066"/>
                          </a:solidFill>
                          <a:prstDash val="solid"/>
                          <a:round/>
                          <a:headEnd type="none" w="med" len="med"/>
                          <a:tailEnd type="none" w="med" len="med"/>
                        </a:lnR>
                        <a:lnT w="12700" cap="flat" cmpd="sng" algn="ctr">
                          <a:solidFill>
                            <a:srgbClr val="000066"/>
                          </a:solidFill>
                          <a:prstDash val="solid"/>
                          <a:round/>
                          <a:headEnd type="none" w="med" len="med"/>
                          <a:tailEnd type="none" w="med" len="med"/>
                        </a:lnT>
                        <a:lnB w="12700" cap="flat" cmpd="sng" algn="ctr">
                          <a:solidFill>
                            <a:srgbClr val="000066"/>
                          </a:solidFill>
                          <a:prstDash val="solid"/>
                          <a:round/>
                          <a:headEnd type="none" w="med" len="med"/>
                          <a:tailEnd type="none" w="med" len="med"/>
                        </a:lnB>
                        <a:blipFill>
                          <a:blip r:embed="rId2"/>
                          <a:stretch>
                            <a:fillRect l="-424" t="-206557" r="-325000" b="-324590"/>
                          </a:stretch>
                        </a:blipFill>
                      </a:tcPr>
                    </a:tc>
                    <a:tc>
                      <a:txBody>
                        <a:bodyPr/>
                        <a:lstStyle/>
                        <a:p>
                          <a:pPr algn="ctr"/>
                          <a:r>
                            <a:rPr lang="en-US" altLang="zh-CN" b="0" dirty="0">
                              <a:ln>
                                <a:noFill/>
                              </a:ln>
                              <a:solidFill>
                                <a:srgbClr val="000066"/>
                              </a:solidFill>
                              <a:latin typeface="Times New Roman" panose="02020603050405020304" pitchFamily="18" charset="0"/>
                              <a:cs typeface="Times New Roman" panose="02020603050405020304" pitchFamily="18" charset="0"/>
                            </a:rPr>
                            <a:t>2</a:t>
                          </a:r>
                          <a:endParaRPr lang="zh-CN" altLang="en-US" b="0" dirty="0">
                            <a:ln>
                              <a:noFill/>
                            </a:ln>
                            <a:solidFill>
                              <a:srgbClr val="000066"/>
                            </a:solidFill>
                            <a:latin typeface="Times New Roman" panose="02020603050405020304" pitchFamily="18" charset="0"/>
                            <a:cs typeface="Times New Roman" panose="02020603050405020304" pitchFamily="18" charset="0"/>
                          </a:endParaRPr>
                        </a:p>
                      </a:txBody>
                      <a:tcPr anchor="ctr">
                        <a:lnL w="12700" cap="flat" cmpd="sng" algn="ctr">
                          <a:solidFill>
                            <a:srgbClr val="000066"/>
                          </a:solidFill>
                          <a:prstDash val="solid"/>
                          <a:round/>
                          <a:headEnd type="none" w="med" len="med"/>
                          <a:tailEnd type="none" w="med" len="med"/>
                        </a:lnL>
                        <a:lnR w="12700" cap="flat" cmpd="sng" algn="ctr">
                          <a:solidFill>
                            <a:srgbClr val="000066"/>
                          </a:solidFill>
                          <a:prstDash val="solid"/>
                          <a:round/>
                          <a:headEnd type="none" w="med" len="med"/>
                          <a:tailEnd type="none" w="med" len="med"/>
                        </a:lnR>
                        <a:lnT w="12700" cap="flat" cmpd="sng" algn="ctr">
                          <a:solidFill>
                            <a:srgbClr val="000066"/>
                          </a:solidFill>
                          <a:prstDash val="solid"/>
                          <a:round/>
                          <a:headEnd type="none" w="med" len="med"/>
                          <a:tailEnd type="none" w="med" len="med"/>
                        </a:lnT>
                        <a:lnB w="12700" cap="flat" cmpd="sng" algn="ctr">
                          <a:solidFill>
                            <a:srgbClr val="000066"/>
                          </a:solidFill>
                          <a:prstDash val="solid"/>
                          <a:round/>
                          <a:headEnd type="none" w="med" len="med"/>
                          <a:tailEnd type="none" w="med" len="med"/>
                        </a:lnB>
                        <a:solidFill>
                          <a:schemeClr val="tx1">
                            <a:lumMod val="20000"/>
                            <a:lumOff val="80000"/>
                          </a:schemeClr>
                        </a:solidFill>
                      </a:tcPr>
                    </a:tc>
                    <a:tc>
                      <a:txBody>
                        <a:bodyPr/>
                        <a:lstStyle/>
                        <a:p>
                          <a:pPr algn="ctr"/>
                          <a:r>
                            <a:rPr lang="en-US" altLang="zh-CN" b="0" dirty="0">
                              <a:ln>
                                <a:noFill/>
                              </a:ln>
                              <a:solidFill>
                                <a:srgbClr val="000066"/>
                              </a:solidFill>
                              <a:latin typeface="Times New Roman" panose="02020603050405020304" pitchFamily="18" charset="0"/>
                              <a:cs typeface="Times New Roman" panose="02020603050405020304" pitchFamily="18" charset="0"/>
                            </a:rPr>
                            <a:t>2</a:t>
                          </a:r>
                          <a:endParaRPr lang="zh-CN" altLang="en-US" b="0" dirty="0">
                            <a:ln>
                              <a:noFill/>
                            </a:ln>
                            <a:solidFill>
                              <a:srgbClr val="000066"/>
                            </a:solidFill>
                            <a:latin typeface="Times New Roman" panose="02020603050405020304" pitchFamily="18" charset="0"/>
                            <a:cs typeface="Times New Roman" panose="02020603050405020304" pitchFamily="18" charset="0"/>
                          </a:endParaRPr>
                        </a:p>
                      </a:txBody>
                      <a:tcPr anchor="ctr">
                        <a:lnL w="12700" cap="flat" cmpd="sng" algn="ctr">
                          <a:solidFill>
                            <a:srgbClr val="000066"/>
                          </a:solidFill>
                          <a:prstDash val="solid"/>
                          <a:round/>
                          <a:headEnd type="none" w="med" len="med"/>
                          <a:tailEnd type="none" w="med" len="med"/>
                        </a:lnL>
                        <a:lnR w="12700" cap="flat" cmpd="sng" algn="ctr">
                          <a:solidFill>
                            <a:srgbClr val="000066"/>
                          </a:solidFill>
                          <a:prstDash val="solid"/>
                          <a:round/>
                          <a:headEnd type="none" w="med" len="med"/>
                          <a:tailEnd type="none" w="med" len="med"/>
                        </a:lnR>
                        <a:lnT w="12700" cap="flat" cmpd="sng" algn="ctr">
                          <a:solidFill>
                            <a:srgbClr val="000066"/>
                          </a:solidFill>
                          <a:prstDash val="solid"/>
                          <a:round/>
                          <a:headEnd type="none" w="med" len="med"/>
                          <a:tailEnd type="none" w="med" len="med"/>
                        </a:lnT>
                        <a:lnB w="12700" cap="flat" cmpd="sng" algn="ctr">
                          <a:solidFill>
                            <a:srgbClr val="000066"/>
                          </a:solidFill>
                          <a:prstDash val="solid"/>
                          <a:round/>
                          <a:headEnd type="none" w="med" len="med"/>
                          <a:tailEnd type="none" w="med" len="med"/>
                        </a:lnB>
                        <a:solidFill>
                          <a:schemeClr val="tx1">
                            <a:lumMod val="20000"/>
                            <a:lumOff val="80000"/>
                          </a:schemeClr>
                        </a:solidFill>
                      </a:tcPr>
                    </a:tc>
                    <a:tc>
                      <a:txBody>
                        <a:bodyPr/>
                        <a:lstStyle/>
                        <a:p>
                          <a:pPr algn="ctr"/>
                          <a:r>
                            <a:rPr lang="en-US" altLang="zh-CN" b="0" dirty="0">
                              <a:ln>
                                <a:noFill/>
                              </a:ln>
                              <a:solidFill>
                                <a:srgbClr val="000066"/>
                              </a:solidFill>
                              <a:latin typeface="Times New Roman" panose="02020603050405020304" pitchFamily="18" charset="0"/>
                              <a:cs typeface="Times New Roman" panose="02020603050405020304" pitchFamily="18" charset="0"/>
                            </a:rPr>
                            <a:t>2</a:t>
                          </a:r>
                          <a:endParaRPr lang="zh-CN" altLang="en-US" b="0" dirty="0">
                            <a:ln>
                              <a:noFill/>
                            </a:ln>
                            <a:solidFill>
                              <a:srgbClr val="000066"/>
                            </a:solidFill>
                            <a:latin typeface="Times New Roman" panose="02020603050405020304" pitchFamily="18" charset="0"/>
                            <a:cs typeface="Times New Roman" panose="02020603050405020304" pitchFamily="18" charset="0"/>
                          </a:endParaRPr>
                        </a:p>
                      </a:txBody>
                      <a:tcPr anchor="ctr">
                        <a:lnL w="12700" cap="flat" cmpd="sng" algn="ctr">
                          <a:solidFill>
                            <a:srgbClr val="000066"/>
                          </a:solidFill>
                          <a:prstDash val="solid"/>
                          <a:round/>
                          <a:headEnd type="none" w="med" len="med"/>
                          <a:tailEnd type="none" w="med" len="med"/>
                        </a:lnL>
                        <a:lnR w="12700" cap="flat" cmpd="sng" algn="ctr">
                          <a:solidFill>
                            <a:srgbClr val="000066"/>
                          </a:solidFill>
                          <a:prstDash val="solid"/>
                          <a:round/>
                          <a:headEnd type="none" w="med" len="med"/>
                          <a:tailEnd type="none" w="med" len="med"/>
                        </a:lnR>
                        <a:lnT w="12700" cap="flat" cmpd="sng" algn="ctr">
                          <a:solidFill>
                            <a:srgbClr val="000066"/>
                          </a:solidFill>
                          <a:prstDash val="solid"/>
                          <a:round/>
                          <a:headEnd type="none" w="med" len="med"/>
                          <a:tailEnd type="none" w="med" len="med"/>
                        </a:lnT>
                        <a:lnB w="12700" cap="flat" cmpd="sng" algn="ctr">
                          <a:solidFill>
                            <a:srgbClr val="000066"/>
                          </a:solidFill>
                          <a:prstDash val="solid"/>
                          <a:round/>
                          <a:headEnd type="none" w="med" len="med"/>
                          <a:tailEnd type="none" w="med" len="med"/>
                        </a:lnB>
                        <a:solidFill>
                          <a:schemeClr val="tx1">
                            <a:lumMod val="20000"/>
                            <a:lumOff val="80000"/>
                          </a:schemeClr>
                        </a:solidFill>
                      </a:tcPr>
                    </a:tc>
                    <a:tc>
                      <a:txBody>
                        <a:bodyPr/>
                        <a:lstStyle/>
                        <a:p>
                          <a:pPr algn="ctr"/>
                          <a:r>
                            <a:rPr lang="en-US" altLang="zh-CN" b="0" dirty="0">
                              <a:ln>
                                <a:noFill/>
                              </a:ln>
                              <a:solidFill>
                                <a:srgbClr val="000066"/>
                              </a:solidFill>
                              <a:latin typeface="Times New Roman" panose="02020603050405020304" pitchFamily="18" charset="0"/>
                              <a:cs typeface="Times New Roman" panose="02020603050405020304" pitchFamily="18" charset="0"/>
                            </a:rPr>
                            <a:t>3</a:t>
                          </a:r>
                          <a:endParaRPr lang="zh-CN" altLang="en-US" b="0" dirty="0">
                            <a:ln>
                              <a:noFill/>
                            </a:ln>
                            <a:solidFill>
                              <a:srgbClr val="000066"/>
                            </a:solidFill>
                            <a:latin typeface="Times New Roman" panose="02020603050405020304" pitchFamily="18" charset="0"/>
                            <a:cs typeface="Times New Roman" panose="02020603050405020304" pitchFamily="18" charset="0"/>
                          </a:endParaRPr>
                        </a:p>
                      </a:txBody>
                      <a:tcPr anchor="ctr">
                        <a:lnL w="12700" cap="flat" cmpd="sng" algn="ctr">
                          <a:solidFill>
                            <a:srgbClr val="000066"/>
                          </a:solidFill>
                          <a:prstDash val="solid"/>
                          <a:round/>
                          <a:headEnd type="none" w="med" len="med"/>
                          <a:tailEnd type="none" w="med" len="med"/>
                        </a:lnL>
                        <a:lnR w="12700" cap="flat" cmpd="sng" algn="ctr">
                          <a:solidFill>
                            <a:srgbClr val="000066"/>
                          </a:solidFill>
                          <a:prstDash val="solid"/>
                          <a:round/>
                          <a:headEnd type="none" w="med" len="med"/>
                          <a:tailEnd type="none" w="med" len="med"/>
                        </a:lnR>
                        <a:lnT w="12700" cap="flat" cmpd="sng" algn="ctr">
                          <a:solidFill>
                            <a:srgbClr val="000066"/>
                          </a:solidFill>
                          <a:prstDash val="solid"/>
                          <a:round/>
                          <a:headEnd type="none" w="med" len="med"/>
                          <a:tailEnd type="none" w="med" len="med"/>
                        </a:lnT>
                        <a:lnB w="12700" cap="flat" cmpd="sng" algn="ctr">
                          <a:solidFill>
                            <a:srgbClr val="000066"/>
                          </a:solidFill>
                          <a:prstDash val="solid"/>
                          <a:round/>
                          <a:headEnd type="none" w="med" len="med"/>
                          <a:tailEnd type="none" w="med" len="med"/>
                        </a:lnB>
                        <a:solidFill>
                          <a:schemeClr val="tx1">
                            <a:lumMod val="20000"/>
                            <a:lumOff val="80000"/>
                          </a:schemeClr>
                        </a:solidFill>
                      </a:tcPr>
                    </a:tc>
                    <a:tc>
                      <a:txBody>
                        <a:bodyPr/>
                        <a:lstStyle/>
                        <a:p>
                          <a:pPr algn="ctr"/>
                          <a:r>
                            <a:rPr lang="en-US" altLang="zh-CN" b="0" dirty="0">
                              <a:ln>
                                <a:noFill/>
                              </a:ln>
                              <a:solidFill>
                                <a:srgbClr val="000066"/>
                              </a:solidFill>
                              <a:latin typeface="Times New Roman" panose="02020603050405020304" pitchFamily="18" charset="0"/>
                              <a:cs typeface="Times New Roman" panose="02020603050405020304" pitchFamily="18" charset="0"/>
                            </a:rPr>
                            <a:t>2</a:t>
                          </a:r>
                          <a:endParaRPr lang="zh-CN" altLang="en-US" b="0" dirty="0">
                            <a:ln>
                              <a:noFill/>
                            </a:ln>
                            <a:solidFill>
                              <a:srgbClr val="000066"/>
                            </a:solidFill>
                            <a:latin typeface="Times New Roman" panose="02020603050405020304" pitchFamily="18" charset="0"/>
                            <a:cs typeface="Times New Roman" panose="02020603050405020304" pitchFamily="18" charset="0"/>
                          </a:endParaRPr>
                        </a:p>
                      </a:txBody>
                      <a:tcPr anchor="ctr">
                        <a:lnL w="12700" cap="flat" cmpd="sng" algn="ctr">
                          <a:solidFill>
                            <a:srgbClr val="000066"/>
                          </a:solidFill>
                          <a:prstDash val="solid"/>
                          <a:round/>
                          <a:headEnd type="none" w="med" len="med"/>
                          <a:tailEnd type="none" w="med" len="med"/>
                        </a:lnL>
                        <a:lnR w="12700" cap="flat" cmpd="sng" algn="ctr">
                          <a:solidFill>
                            <a:srgbClr val="000066"/>
                          </a:solidFill>
                          <a:prstDash val="solid"/>
                          <a:round/>
                          <a:headEnd type="none" w="med" len="med"/>
                          <a:tailEnd type="none" w="med" len="med"/>
                        </a:lnR>
                        <a:lnT w="12700" cap="flat" cmpd="sng" algn="ctr">
                          <a:solidFill>
                            <a:srgbClr val="000066"/>
                          </a:solidFill>
                          <a:prstDash val="solid"/>
                          <a:round/>
                          <a:headEnd type="none" w="med" len="med"/>
                          <a:tailEnd type="none" w="med" len="med"/>
                        </a:lnT>
                        <a:lnB w="12700" cap="flat" cmpd="sng" algn="ctr">
                          <a:solidFill>
                            <a:srgbClr val="000066"/>
                          </a:solidFill>
                          <a:prstDash val="solid"/>
                          <a:round/>
                          <a:headEnd type="none" w="med" len="med"/>
                          <a:tailEnd type="none" w="med" len="med"/>
                        </a:lnB>
                        <a:solidFill>
                          <a:schemeClr val="tx1">
                            <a:lumMod val="20000"/>
                            <a:lumOff val="80000"/>
                          </a:schemeClr>
                        </a:solidFill>
                      </a:tcPr>
                    </a:tc>
                    <a:extLst>
                      <a:ext uri="{0D108BD9-81ED-4DB2-BD59-A6C34878D82A}">
                        <a16:rowId xmlns:a16="http://schemas.microsoft.com/office/drawing/2014/main" val="3859055015"/>
                      </a:ext>
                    </a:extLst>
                  </a:tr>
                  <a:tr h="370840">
                    <a:tc>
                      <a:txBody>
                        <a:bodyPr/>
                        <a:lstStyle/>
                        <a:p>
                          <a:endParaRPr lang="zh-CN"/>
                        </a:p>
                      </a:txBody>
                      <a:tcPr anchor="ctr">
                        <a:lnL w="12700" cap="flat" cmpd="sng" algn="ctr">
                          <a:solidFill>
                            <a:srgbClr val="000066"/>
                          </a:solidFill>
                          <a:prstDash val="solid"/>
                          <a:round/>
                          <a:headEnd type="none" w="med" len="med"/>
                          <a:tailEnd type="none" w="med" len="med"/>
                        </a:lnL>
                        <a:lnR w="12700" cap="flat" cmpd="sng" algn="ctr">
                          <a:solidFill>
                            <a:srgbClr val="000066"/>
                          </a:solidFill>
                          <a:prstDash val="solid"/>
                          <a:round/>
                          <a:headEnd type="none" w="med" len="med"/>
                          <a:tailEnd type="none" w="med" len="med"/>
                        </a:lnR>
                        <a:lnT w="12700" cap="flat" cmpd="sng" algn="ctr">
                          <a:solidFill>
                            <a:srgbClr val="000066"/>
                          </a:solidFill>
                          <a:prstDash val="solid"/>
                          <a:round/>
                          <a:headEnd type="none" w="med" len="med"/>
                          <a:tailEnd type="none" w="med" len="med"/>
                        </a:lnT>
                        <a:lnB w="12700" cap="flat" cmpd="sng" algn="ctr">
                          <a:solidFill>
                            <a:srgbClr val="000066"/>
                          </a:solidFill>
                          <a:prstDash val="solid"/>
                          <a:round/>
                          <a:headEnd type="none" w="med" len="med"/>
                          <a:tailEnd type="none" w="med" len="med"/>
                        </a:lnB>
                        <a:blipFill>
                          <a:blip r:embed="rId2"/>
                          <a:stretch>
                            <a:fillRect l="-424" t="-306557" r="-325000" b="-224590"/>
                          </a:stretch>
                        </a:blipFill>
                      </a:tcPr>
                    </a:tc>
                    <a:tc>
                      <a:txBody>
                        <a:bodyPr/>
                        <a:lstStyle/>
                        <a:p>
                          <a:pPr algn="ctr"/>
                          <a:r>
                            <a:rPr lang="en-US" altLang="zh-CN" b="0" dirty="0">
                              <a:ln>
                                <a:noFill/>
                              </a:ln>
                              <a:solidFill>
                                <a:srgbClr val="000066"/>
                              </a:solidFill>
                              <a:latin typeface="Times New Roman" panose="02020603050405020304" pitchFamily="18" charset="0"/>
                              <a:cs typeface="Times New Roman" panose="02020603050405020304" pitchFamily="18" charset="0"/>
                            </a:rPr>
                            <a:t>93.6</a:t>
                          </a:r>
                          <a:endParaRPr lang="zh-CN" altLang="en-US" b="0" dirty="0">
                            <a:ln>
                              <a:noFill/>
                            </a:ln>
                            <a:solidFill>
                              <a:srgbClr val="000066"/>
                            </a:solidFill>
                            <a:latin typeface="Times New Roman" panose="02020603050405020304" pitchFamily="18" charset="0"/>
                            <a:cs typeface="Times New Roman" panose="02020603050405020304" pitchFamily="18" charset="0"/>
                          </a:endParaRPr>
                        </a:p>
                      </a:txBody>
                      <a:tcPr anchor="ctr">
                        <a:lnL w="12700" cap="flat" cmpd="sng" algn="ctr">
                          <a:solidFill>
                            <a:srgbClr val="000066"/>
                          </a:solidFill>
                          <a:prstDash val="solid"/>
                          <a:round/>
                          <a:headEnd type="none" w="med" len="med"/>
                          <a:tailEnd type="none" w="med" len="med"/>
                        </a:lnL>
                        <a:lnR w="12700" cap="flat" cmpd="sng" algn="ctr">
                          <a:solidFill>
                            <a:srgbClr val="000066"/>
                          </a:solidFill>
                          <a:prstDash val="solid"/>
                          <a:round/>
                          <a:headEnd type="none" w="med" len="med"/>
                          <a:tailEnd type="none" w="med" len="med"/>
                        </a:lnR>
                        <a:lnT w="12700" cap="flat" cmpd="sng" algn="ctr">
                          <a:solidFill>
                            <a:srgbClr val="000066"/>
                          </a:solidFill>
                          <a:prstDash val="solid"/>
                          <a:round/>
                          <a:headEnd type="none" w="med" len="med"/>
                          <a:tailEnd type="none" w="med" len="med"/>
                        </a:lnT>
                        <a:lnB w="12700" cap="flat" cmpd="sng" algn="ctr">
                          <a:solidFill>
                            <a:srgbClr val="000066"/>
                          </a:solidFill>
                          <a:prstDash val="solid"/>
                          <a:round/>
                          <a:headEnd type="none" w="med" len="med"/>
                          <a:tailEnd type="none" w="med" len="med"/>
                        </a:lnB>
                        <a:solidFill>
                          <a:schemeClr val="tx1">
                            <a:lumMod val="20000"/>
                            <a:lumOff val="80000"/>
                          </a:schemeClr>
                        </a:solidFill>
                      </a:tcPr>
                    </a:tc>
                    <a:tc>
                      <a:txBody>
                        <a:bodyPr/>
                        <a:lstStyle/>
                        <a:p>
                          <a:pPr algn="ctr"/>
                          <a:r>
                            <a:rPr lang="en-US" altLang="zh-CN" b="0" dirty="0">
                              <a:ln>
                                <a:noFill/>
                              </a:ln>
                              <a:solidFill>
                                <a:srgbClr val="000066"/>
                              </a:solidFill>
                              <a:latin typeface="Times New Roman" panose="02020603050405020304" pitchFamily="18" charset="0"/>
                              <a:cs typeface="Times New Roman" panose="02020603050405020304" pitchFamily="18" charset="0"/>
                            </a:rPr>
                            <a:t>63.6</a:t>
                          </a:r>
                          <a:endParaRPr lang="zh-CN" altLang="en-US" b="0" dirty="0">
                            <a:ln>
                              <a:noFill/>
                            </a:ln>
                            <a:solidFill>
                              <a:srgbClr val="000066"/>
                            </a:solidFill>
                            <a:latin typeface="Times New Roman" panose="02020603050405020304" pitchFamily="18" charset="0"/>
                            <a:cs typeface="Times New Roman" panose="02020603050405020304" pitchFamily="18" charset="0"/>
                          </a:endParaRPr>
                        </a:p>
                      </a:txBody>
                      <a:tcPr anchor="ctr">
                        <a:lnL w="12700" cap="flat" cmpd="sng" algn="ctr">
                          <a:solidFill>
                            <a:srgbClr val="000066"/>
                          </a:solidFill>
                          <a:prstDash val="solid"/>
                          <a:round/>
                          <a:headEnd type="none" w="med" len="med"/>
                          <a:tailEnd type="none" w="med" len="med"/>
                        </a:lnL>
                        <a:lnR w="12700" cap="flat" cmpd="sng" algn="ctr">
                          <a:solidFill>
                            <a:srgbClr val="000066"/>
                          </a:solidFill>
                          <a:prstDash val="solid"/>
                          <a:round/>
                          <a:headEnd type="none" w="med" len="med"/>
                          <a:tailEnd type="none" w="med" len="med"/>
                        </a:lnR>
                        <a:lnT w="12700" cap="flat" cmpd="sng" algn="ctr">
                          <a:solidFill>
                            <a:srgbClr val="000066"/>
                          </a:solidFill>
                          <a:prstDash val="solid"/>
                          <a:round/>
                          <a:headEnd type="none" w="med" len="med"/>
                          <a:tailEnd type="none" w="med" len="med"/>
                        </a:lnT>
                        <a:lnB w="12700" cap="flat" cmpd="sng" algn="ctr">
                          <a:solidFill>
                            <a:srgbClr val="000066"/>
                          </a:solidFill>
                          <a:prstDash val="solid"/>
                          <a:round/>
                          <a:headEnd type="none" w="med" len="med"/>
                          <a:tailEnd type="none" w="med" len="med"/>
                        </a:lnB>
                        <a:solidFill>
                          <a:schemeClr val="tx1">
                            <a:lumMod val="20000"/>
                            <a:lumOff val="80000"/>
                          </a:schemeClr>
                        </a:solidFill>
                      </a:tcPr>
                    </a:tc>
                    <a:tc>
                      <a:txBody>
                        <a:bodyPr/>
                        <a:lstStyle/>
                        <a:p>
                          <a:pPr algn="ctr"/>
                          <a:r>
                            <a:rPr lang="en-US" altLang="zh-CN" b="0" dirty="0">
                              <a:ln>
                                <a:noFill/>
                              </a:ln>
                              <a:solidFill>
                                <a:srgbClr val="000066"/>
                              </a:solidFill>
                              <a:latin typeface="Times New Roman" panose="02020603050405020304" pitchFamily="18" charset="0"/>
                              <a:cs typeface="Times New Roman" panose="02020603050405020304" pitchFamily="18" charset="0"/>
                            </a:rPr>
                            <a:t>54.4</a:t>
                          </a:r>
                          <a:endParaRPr lang="zh-CN" altLang="en-US" b="0" dirty="0">
                            <a:ln>
                              <a:noFill/>
                            </a:ln>
                            <a:solidFill>
                              <a:srgbClr val="000066"/>
                            </a:solidFill>
                            <a:latin typeface="Times New Roman" panose="02020603050405020304" pitchFamily="18" charset="0"/>
                            <a:cs typeface="Times New Roman" panose="02020603050405020304" pitchFamily="18" charset="0"/>
                          </a:endParaRPr>
                        </a:p>
                      </a:txBody>
                      <a:tcPr anchor="ctr">
                        <a:lnL w="12700" cap="flat" cmpd="sng" algn="ctr">
                          <a:solidFill>
                            <a:srgbClr val="000066"/>
                          </a:solidFill>
                          <a:prstDash val="solid"/>
                          <a:round/>
                          <a:headEnd type="none" w="med" len="med"/>
                          <a:tailEnd type="none" w="med" len="med"/>
                        </a:lnL>
                        <a:lnR w="12700" cap="flat" cmpd="sng" algn="ctr">
                          <a:solidFill>
                            <a:srgbClr val="000066"/>
                          </a:solidFill>
                          <a:prstDash val="solid"/>
                          <a:round/>
                          <a:headEnd type="none" w="med" len="med"/>
                          <a:tailEnd type="none" w="med" len="med"/>
                        </a:lnR>
                        <a:lnT w="12700" cap="flat" cmpd="sng" algn="ctr">
                          <a:solidFill>
                            <a:srgbClr val="000066"/>
                          </a:solidFill>
                          <a:prstDash val="solid"/>
                          <a:round/>
                          <a:headEnd type="none" w="med" len="med"/>
                          <a:tailEnd type="none" w="med" len="med"/>
                        </a:lnT>
                        <a:lnB w="12700" cap="flat" cmpd="sng" algn="ctr">
                          <a:solidFill>
                            <a:srgbClr val="000066"/>
                          </a:solidFill>
                          <a:prstDash val="solid"/>
                          <a:round/>
                          <a:headEnd type="none" w="med" len="med"/>
                          <a:tailEnd type="none" w="med" len="med"/>
                        </a:lnB>
                        <a:solidFill>
                          <a:schemeClr val="tx1">
                            <a:lumMod val="20000"/>
                            <a:lumOff val="80000"/>
                          </a:schemeClr>
                        </a:solidFill>
                      </a:tcPr>
                    </a:tc>
                    <a:tc>
                      <a:txBody>
                        <a:bodyPr/>
                        <a:lstStyle/>
                        <a:p>
                          <a:pPr algn="ctr"/>
                          <a:r>
                            <a:rPr lang="en-US" altLang="zh-CN" b="0" dirty="0">
                              <a:ln>
                                <a:noFill/>
                              </a:ln>
                              <a:solidFill>
                                <a:srgbClr val="000066"/>
                              </a:solidFill>
                              <a:latin typeface="Times New Roman" panose="02020603050405020304" pitchFamily="18" charset="0"/>
                              <a:cs typeface="Times New Roman" panose="02020603050405020304" pitchFamily="18" charset="0"/>
                            </a:rPr>
                            <a:t>50.2</a:t>
                          </a:r>
                          <a:endParaRPr lang="zh-CN" altLang="en-US" b="0" dirty="0">
                            <a:ln>
                              <a:noFill/>
                            </a:ln>
                            <a:solidFill>
                              <a:srgbClr val="000066"/>
                            </a:solidFill>
                            <a:latin typeface="Times New Roman" panose="02020603050405020304" pitchFamily="18" charset="0"/>
                            <a:cs typeface="Times New Roman" panose="02020603050405020304" pitchFamily="18" charset="0"/>
                          </a:endParaRPr>
                        </a:p>
                      </a:txBody>
                      <a:tcPr anchor="ctr">
                        <a:lnL w="12700" cap="flat" cmpd="sng" algn="ctr">
                          <a:solidFill>
                            <a:srgbClr val="000066"/>
                          </a:solidFill>
                          <a:prstDash val="solid"/>
                          <a:round/>
                          <a:headEnd type="none" w="med" len="med"/>
                          <a:tailEnd type="none" w="med" len="med"/>
                        </a:lnL>
                        <a:lnR w="12700" cap="flat" cmpd="sng" algn="ctr">
                          <a:solidFill>
                            <a:srgbClr val="000066"/>
                          </a:solidFill>
                          <a:prstDash val="solid"/>
                          <a:round/>
                          <a:headEnd type="none" w="med" len="med"/>
                          <a:tailEnd type="none" w="med" len="med"/>
                        </a:lnR>
                        <a:lnT w="12700" cap="flat" cmpd="sng" algn="ctr">
                          <a:solidFill>
                            <a:srgbClr val="000066"/>
                          </a:solidFill>
                          <a:prstDash val="solid"/>
                          <a:round/>
                          <a:headEnd type="none" w="med" len="med"/>
                          <a:tailEnd type="none" w="med" len="med"/>
                        </a:lnT>
                        <a:lnB w="12700" cap="flat" cmpd="sng" algn="ctr">
                          <a:solidFill>
                            <a:srgbClr val="000066"/>
                          </a:solidFill>
                          <a:prstDash val="solid"/>
                          <a:round/>
                          <a:headEnd type="none" w="med" len="med"/>
                          <a:tailEnd type="none" w="med" len="med"/>
                        </a:lnB>
                        <a:solidFill>
                          <a:schemeClr val="tx1">
                            <a:lumMod val="20000"/>
                            <a:lumOff val="80000"/>
                          </a:schemeClr>
                        </a:solidFill>
                      </a:tcPr>
                    </a:tc>
                    <a:tc>
                      <a:txBody>
                        <a:bodyPr/>
                        <a:lstStyle/>
                        <a:p>
                          <a:pPr algn="ctr"/>
                          <a:r>
                            <a:rPr lang="en-US" altLang="zh-CN" b="0" dirty="0">
                              <a:ln>
                                <a:noFill/>
                              </a:ln>
                              <a:solidFill>
                                <a:srgbClr val="000066"/>
                              </a:solidFill>
                              <a:latin typeface="Times New Roman" panose="02020603050405020304" pitchFamily="18" charset="0"/>
                              <a:cs typeface="Times New Roman" panose="02020603050405020304" pitchFamily="18" charset="0"/>
                            </a:rPr>
                            <a:t>48.1</a:t>
                          </a:r>
                          <a:endParaRPr lang="zh-CN" altLang="en-US" b="0" dirty="0">
                            <a:ln>
                              <a:noFill/>
                            </a:ln>
                            <a:solidFill>
                              <a:srgbClr val="000066"/>
                            </a:solidFill>
                            <a:latin typeface="Times New Roman" panose="02020603050405020304" pitchFamily="18" charset="0"/>
                            <a:cs typeface="Times New Roman" panose="02020603050405020304" pitchFamily="18" charset="0"/>
                          </a:endParaRPr>
                        </a:p>
                      </a:txBody>
                      <a:tcPr anchor="ctr">
                        <a:lnL w="12700" cap="flat" cmpd="sng" algn="ctr">
                          <a:solidFill>
                            <a:srgbClr val="000066"/>
                          </a:solidFill>
                          <a:prstDash val="solid"/>
                          <a:round/>
                          <a:headEnd type="none" w="med" len="med"/>
                          <a:tailEnd type="none" w="med" len="med"/>
                        </a:lnL>
                        <a:lnR w="12700" cap="flat" cmpd="sng" algn="ctr">
                          <a:solidFill>
                            <a:srgbClr val="000066"/>
                          </a:solidFill>
                          <a:prstDash val="solid"/>
                          <a:round/>
                          <a:headEnd type="none" w="med" len="med"/>
                          <a:tailEnd type="none" w="med" len="med"/>
                        </a:lnR>
                        <a:lnT w="12700" cap="flat" cmpd="sng" algn="ctr">
                          <a:solidFill>
                            <a:srgbClr val="000066"/>
                          </a:solidFill>
                          <a:prstDash val="solid"/>
                          <a:round/>
                          <a:headEnd type="none" w="med" len="med"/>
                          <a:tailEnd type="none" w="med" len="med"/>
                        </a:lnT>
                        <a:lnB w="12700" cap="flat" cmpd="sng" algn="ctr">
                          <a:solidFill>
                            <a:srgbClr val="000066"/>
                          </a:solidFill>
                          <a:prstDash val="solid"/>
                          <a:round/>
                          <a:headEnd type="none" w="med" len="med"/>
                          <a:tailEnd type="none" w="med" len="med"/>
                        </a:lnB>
                        <a:solidFill>
                          <a:schemeClr val="tx1">
                            <a:lumMod val="20000"/>
                            <a:lumOff val="80000"/>
                          </a:schemeClr>
                        </a:solidFill>
                      </a:tcPr>
                    </a:tc>
                    <a:extLst>
                      <a:ext uri="{0D108BD9-81ED-4DB2-BD59-A6C34878D82A}">
                        <a16:rowId xmlns:a16="http://schemas.microsoft.com/office/drawing/2014/main" val="879460779"/>
                      </a:ext>
                    </a:extLst>
                  </a:tr>
                  <a:tr h="370840">
                    <a:tc>
                      <a:txBody>
                        <a:bodyPr/>
                        <a:lstStyle/>
                        <a:p>
                          <a:endParaRPr lang="zh-CN"/>
                        </a:p>
                      </a:txBody>
                      <a:tcPr anchor="ctr">
                        <a:lnL w="12700" cap="flat" cmpd="sng" algn="ctr">
                          <a:solidFill>
                            <a:srgbClr val="000066"/>
                          </a:solidFill>
                          <a:prstDash val="solid"/>
                          <a:round/>
                          <a:headEnd type="none" w="med" len="med"/>
                          <a:tailEnd type="none" w="med" len="med"/>
                        </a:lnL>
                        <a:lnR w="12700" cap="flat" cmpd="sng" algn="ctr">
                          <a:solidFill>
                            <a:srgbClr val="000066"/>
                          </a:solidFill>
                          <a:prstDash val="solid"/>
                          <a:round/>
                          <a:headEnd type="none" w="med" len="med"/>
                          <a:tailEnd type="none" w="med" len="med"/>
                        </a:lnR>
                        <a:lnT w="12700" cap="flat" cmpd="sng" algn="ctr">
                          <a:solidFill>
                            <a:srgbClr val="000066"/>
                          </a:solidFill>
                          <a:prstDash val="solid"/>
                          <a:round/>
                          <a:headEnd type="none" w="med" len="med"/>
                          <a:tailEnd type="none" w="med" len="med"/>
                        </a:lnT>
                        <a:lnB w="12700" cap="flat" cmpd="sng" algn="ctr">
                          <a:solidFill>
                            <a:srgbClr val="000066"/>
                          </a:solidFill>
                          <a:prstDash val="solid"/>
                          <a:round/>
                          <a:headEnd type="none" w="med" len="med"/>
                          <a:tailEnd type="none" w="med" len="med"/>
                        </a:lnB>
                        <a:blipFill>
                          <a:blip r:embed="rId2"/>
                          <a:stretch>
                            <a:fillRect l="-424" t="-406557" r="-325000" b="-124590"/>
                          </a:stretch>
                        </a:blipFill>
                      </a:tcPr>
                    </a:tc>
                    <a:tc>
                      <a:txBody>
                        <a:bodyPr/>
                        <a:lstStyle/>
                        <a:p>
                          <a:pPr algn="ctr"/>
                          <a:r>
                            <a:rPr lang="en-US" altLang="zh-CN" b="0" dirty="0">
                              <a:ln>
                                <a:noFill/>
                              </a:ln>
                              <a:solidFill>
                                <a:srgbClr val="000066"/>
                              </a:solidFill>
                              <a:latin typeface="Times New Roman" panose="02020603050405020304" pitchFamily="18" charset="0"/>
                              <a:cs typeface="Times New Roman" panose="02020603050405020304" pitchFamily="18" charset="0"/>
                            </a:rPr>
                            <a:t>-0.0287</a:t>
                          </a:r>
                          <a:endParaRPr lang="zh-CN" altLang="en-US" b="0" dirty="0">
                            <a:ln>
                              <a:noFill/>
                            </a:ln>
                            <a:solidFill>
                              <a:srgbClr val="000066"/>
                            </a:solidFill>
                            <a:latin typeface="Times New Roman" panose="02020603050405020304" pitchFamily="18" charset="0"/>
                            <a:cs typeface="Times New Roman" panose="02020603050405020304" pitchFamily="18" charset="0"/>
                          </a:endParaRPr>
                        </a:p>
                      </a:txBody>
                      <a:tcPr anchor="ctr">
                        <a:lnL w="12700" cap="flat" cmpd="sng" algn="ctr">
                          <a:solidFill>
                            <a:srgbClr val="000066"/>
                          </a:solidFill>
                          <a:prstDash val="solid"/>
                          <a:round/>
                          <a:headEnd type="none" w="med" len="med"/>
                          <a:tailEnd type="none" w="med" len="med"/>
                        </a:lnL>
                        <a:lnR w="12700" cap="flat" cmpd="sng" algn="ctr">
                          <a:solidFill>
                            <a:srgbClr val="000066"/>
                          </a:solidFill>
                          <a:prstDash val="solid"/>
                          <a:round/>
                          <a:headEnd type="none" w="med" len="med"/>
                          <a:tailEnd type="none" w="med" len="med"/>
                        </a:lnR>
                        <a:lnT w="12700" cap="flat" cmpd="sng" algn="ctr">
                          <a:solidFill>
                            <a:srgbClr val="000066"/>
                          </a:solidFill>
                          <a:prstDash val="solid"/>
                          <a:round/>
                          <a:headEnd type="none" w="med" len="med"/>
                          <a:tailEnd type="none" w="med" len="med"/>
                        </a:lnT>
                        <a:lnB w="12700" cap="flat" cmpd="sng" algn="ctr">
                          <a:solidFill>
                            <a:srgbClr val="000066"/>
                          </a:solidFill>
                          <a:prstDash val="solid"/>
                          <a:round/>
                          <a:headEnd type="none" w="med" len="med"/>
                          <a:tailEnd type="none" w="med" len="med"/>
                        </a:lnB>
                        <a:solidFill>
                          <a:schemeClr val="tx1">
                            <a:lumMod val="20000"/>
                            <a:lumOff val="80000"/>
                          </a:schemeClr>
                        </a:solidFill>
                      </a:tcPr>
                    </a:tc>
                    <a:tc>
                      <a:txBody>
                        <a:bodyPr/>
                        <a:lstStyle/>
                        <a:p>
                          <a:pPr algn="ctr"/>
                          <a:r>
                            <a:rPr lang="en-US" altLang="zh-CN" b="0" dirty="0">
                              <a:ln>
                                <a:noFill/>
                              </a:ln>
                              <a:solidFill>
                                <a:srgbClr val="000066"/>
                              </a:solidFill>
                              <a:latin typeface="Times New Roman" panose="02020603050405020304" pitchFamily="18" charset="0"/>
                              <a:cs typeface="Times New Roman" panose="02020603050405020304" pitchFamily="18" charset="0"/>
                            </a:rPr>
                            <a:t>-0.1965</a:t>
                          </a:r>
                          <a:endParaRPr lang="zh-CN" altLang="en-US" b="0" dirty="0">
                            <a:ln>
                              <a:noFill/>
                            </a:ln>
                            <a:solidFill>
                              <a:srgbClr val="000066"/>
                            </a:solidFill>
                            <a:latin typeface="Times New Roman" panose="02020603050405020304" pitchFamily="18" charset="0"/>
                            <a:cs typeface="Times New Roman" panose="02020603050405020304" pitchFamily="18" charset="0"/>
                          </a:endParaRPr>
                        </a:p>
                      </a:txBody>
                      <a:tcPr anchor="ctr">
                        <a:lnL w="12700" cap="flat" cmpd="sng" algn="ctr">
                          <a:solidFill>
                            <a:srgbClr val="000066"/>
                          </a:solidFill>
                          <a:prstDash val="solid"/>
                          <a:round/>
                          <a:headEnd type="none" w="med" len="med"/>
                          <a:tailEnd type="none" w="med" len="med"/>
                        </a:lnL>
                        <a:lnR w="12700" cap="flat" cmpd="sng" algn="ctr">
                          <a:solidFill>
                            <a:srgbClr val="000066"/>
                          </a:solidFill>
                          <a:prstDash val="solid"/>
                          <a:round/>
                          <a:headEnd type="none" w="med" len="med"/>
                          <a:tailEnd type="none" w="med" len="med"/>
                        </a:lnR>
                        <a:lnT w="12700" cap="flat" cmpd="sng" algn="ctr">
                          <a:solidFill>
                            <a:srgbClr val="000066"/>
                          </a:solidFill>
                          <a:prstDash val="solid"/>
                          <a:round/>
                          <a:headEnd type="none" w="med" len="med"/>
                          <a:tailEnd type="none" w="med" len="med"/>
                        </a:lnT>
                        <a:lnB w="12700" cap="flat" cmpd="sng" algn="ctr">
                          <a:solidFill>
                            <a:srgbClr val="000066"/>
                          </a:solidFill>
                          <a:prstDash val="solid"/>
                          <a:round/>
                          <a:headEnd type="none" w="med" len="med"/>
                          <a:tailEnd type="none" w="med" len="med"/>
                        </a:lnB>
                        <a:solidFill>
                          <a:schemeClr val="tx1">
                            <a:lumMod val="20000"/>
                            <a:lumOff val="80000"/>
                          </a:schemeClr>
                        </a:solidFill>
                      </a:tcPr>
                    </a:tc>
                    <a:tc>
                      <a:txBody>
                        <a:bodyPr/>
                        <a:lstStyle/>
                        <a:p>
                          <a:pPr algn="ctr"/>
                          <a:r>
                            <a:rPr lang="en-US" altLang="zh-CN" b="0" dirty="0">
                              <a:ln>
                                <a:noFill/>
                              </a:ln>
                              <a:solidFill>
                                <a:srgbClr val="000066"/>
                              </a:solidFill>
                              <a:latin typeface="Times New Roman" panose="02020603050405020304" pitchFamily="18" charset="0"/>
                              <a:cs typeface="Times New Roman" panose="02020603050405020304" pitchFamily="18" charset="0"/>
                            </a:rPr>
                            <a:t>-0.2644</a:t>
                          </a:r>
                          <a:endParaRPr lang="zh-CN" altLang="en-US" b="0" dirty="0">
                            <a:ln>
                              <a:noFill/>
                            </a:ln>
                            <a:solidFill>
                              <a:srgbClr val="000066"/>
                            </a:solidFill>
                            <a:latin typeface="Times New Roman" panose="02020603050405020304" pitchFamily="18" charset="0"/>
                            <a:cs typeface="Times New Roman" panose="02020603050405020304" pitchFamily="18" charset="0"/>
                          </a:endParaRPr>
                        </a:p>
                      </a:txBody>
                      <a:tcPr anchor="ctr">
                        <a:lnL w="12700" cap="flat" cmpd="sng" algn="ctr">
                          <a:solidFill>
                            <a:srgbClr val="000066"/>
                          </a:solidFill>
                          <a:prstDash val="solid"/>
                          <a:round/>
                          <a:headEnd type="none" w="med" len="med"/>
                          <a:tailEnd type="none" w="med" len="med"/>
                        </a:lnL>
                        <a:lnR w="12700" cap="flat" cmpd="sng" algn="ctr">
                          <a:solidFill>
                            <a:srgbClr val="000066"/>
                          </a:solidFill>
                          <a:prstDash val="solid"/>
                          <a:round/>
                          <a:headEnd type="none" w="med" len="med"/>
                          <a:tailEnd type="none" w="med" len="med"/>
                        </a:lnR>
                        <a:lnT w="12700" cap="flat" cmpd="sng" algn="ctr">
                          <a:solidFill>
                            <a:srgbClr val="000066"/>
                          </a:solidFill>
                          <a:prstDash val="solid"/>
                          <a:round/>
                          <a:headEnd type="none" w="med" len="med"/>
                          <a:tailEnd type="none" w="med" len="med"/>
                        </a:lnT>
                        <a:lnB w="12700" cap="flat" cmpd="sng" algn="ctr">
                          <a:solidFill>
                            <a:srgbClr val="000066"/>
                          </a:solidFill>
                          <a:prstDash val="solid"/>
                          <a:round/>
                          <a:headEnd type="none" w="med" len="med"/>
                          <a:tailEnd type="none" w="med" len="med"/>
                        </a:lnB>
                        <a:solidFill>
                          <a:schemeClr val="tx1">
                            <a:lumMod val="20000"/>
                            <a:lumOff val="80000"/>
                          </a:schemeClr>
                        </a:solidFill>
                      </a:tcPr>
                    </a:tc>
                    <a:tc>
                      <a:txBody>
                        <a:bodyPr/>
                        <a:lstStyle/>
                        <a:p>
                          <a:pPr algn="ctr"/>
                          <a:r>
                            <a:rPr lang="en-US" altLang="zh-CN" b="0" dirty="0">
                              <a:ln>
                                <a:noFill/>
                              </a:ln>
                              <a:solidFill>
                                <a:srgbClr val="000066"/>
                              </a:solidFill>
                              <a:latin typeface="Times New Roman" panose="02020603050405020304" pitchFamily="18" charset="0"/>
                              <a:cs typeface="Times New Roman" panose="02020603050405020304" pitchFamily="18" charset="0"/>
                            </a:rPr>
                            <a:t>-0.2993</a:t>
                          </a:r>
                          <a:endParaRPr lang="zh-CN" altLang="en-US" b="0" dirty="0">
                            <a:ln>
                              <a:noFill/>
                            </a:ln>
                            <a:solidFill>
                              <a:srgbClr val="000066"/>
                            </a:solidFill>
                            <a:latin typeface="Times New Roman" panose="02020603050405020304" pitchFamily="18" charset="0"/>
                            <a:cs typeface="Times New Roman" panose="02020603050405020304" pitchFamily="18" charset="0"/>
                          </a:endParaRPr>
                        </a:p>
                      </a:txBody>
                      <a:tcPr anchor="ctr">
                        <a:lnL w="12700" cap="flat" cmpd="sng" algn="ctr">
                          <a:solidFill>
                            <a:srgbClr val="000066"/>
                          </a:solidFill>
                          <a:prstDash val="solid"/>
                          <a:round/>
                          <a:headEnd type="none" w="med" len="med"/>
                          <a:tailEnd type="none" w="med" len="med"/>
                        </a:lnL>
                        <a:lnR w="12700" cap="flat" cmpd="sng" algn="ctr">
                          <a:solidFill>
                            <a:srgbClr val="000066"/>
                          </a:solidFill>
                          <a:prstDash val="solid"/>
                          <a:round/>
                          <a:headEnd type="none" w="med" len="med"/>
                          <a:tailEnd type="none" w="med" len="med"/>
                        </a:lnR>
                        <a:lnT w="12700" cap="flat" cmpd="sng" algn="ctr">
                          <a:solidFill>
                            <a:srgbClr val="000066"/>
                          </a:solidFill>
                          <a:prstDash val="solid"/>
                          <a:round/>
                          <a:headEnd type="none" w="med" len="med"/>
                          <a:tailEnd type="none" w="med" len="med"/>
                        </a:lnT>
                        <a:lnB w="12700" cap="flat" cmpd="sng" algn="ctr">
                          <a:solidFill>
                            <a:srgbClr val="000066"/>
                          </a:solidFill>
                          <a:prstDash val="solid"/>
                          <a:round/>
                          <a:headEnd type="none" w="med" len="med"/>
                          <a:tailEnd type="none" w="med" len="med"/>
                        </a:lnB>
                        <a:solidFill>
                          <a:schemeClr val="tx1">
                            <a:lumMod val="20000"/>
                            <a:lumOff val="80000"/>
                          </a:schemeClr>
                        </a:solidFill>
                      </a:tcPr>
                    </a:tc>
                    <a:tc>
                      <a:txBody>
                        <a:bodyPr/>
                        <a:lstStyle/>
                        <a:p>
                          <a:pPr algn="ctr"/>
                          <a:r>
                            <a:rPr lang="en-US" altLang="zh-CN" b="0" dirty="0">
                              <a:ln>
                                <a:noFill/>
                              </a:ln>
                              <a:solidFill>
                                <a:srgbClr val="000066"/>
                              </a:solidFill>
                              <a:latin typeface="Times New Roman" panose="02020603050405020304" pitchFamily="18" charset="0"/>
                              <a:cs typeface="Times New Roman" panose="02020603050405020304" pitchFamily="18" charset="0"/>
                            </a:rPr>
                            <a:t>0.3179</a:t>
                          </a:r>
                          <a:endParaRPr lang="zh-CN" altLang="en-US" b="0" dirty="0">
                            <a:ln>
                              <a:noFill/>
                            </a:ln>
                            <a:solidFill>
                              <a:srgbClr val="000066"/>
                            </a:solidFill>
                            <a:latin typeface="Times New Roman" panose="02020603050405020304" pitchFamily="18" charset="0"/>
                            <a:cs typeface="Times New Roman" panose="02020603050405020304" pitchFamily="18" charset="0"/>
                          </a:endParaRPr>
                        </a:p>
                      </a:txBody>
                      <a:tcPr anchor="ctr">
                        <a:lnL w="12700" cap="flat" cmpd="sng" algn="ctr">
                          <a:solidFill>
                            <a:srgbClr val="000066"/>
                          </a:solidFill>
                          <a:prstDash val="solid"/>
                          <a:round/>
                          <a:headEnd type="none" w="med" len="med"/>
                          <a:tailEnd type="none" w="med" len="med"/>
                        </a:lnL>
                        <a:lnR w="12700" cap="flat" cmpd="sng" algn="ctr">
                          <a:solidFill>
                            <a:srgbClr val="000066"/>
                          </a:solidFill>
                          <a:prstDash val="solid"/>
                          <a:round/>
                          <a:headEnd type="none" w="med" len="med"/>
                          <a:tailEnd type="none" w="med" len="med"/>
                        </a:lnR>
                        <a:lnT w="12700" cap="flat" cmpd="sng" algn="ctr">
                          <a:solidFill>
                            <a:srgbClr val="000066"/>
                          </a:solidFill>
                          <a:prstDash val="solid"/>
                          <a:round/>
                          <a:headEnd type="none" w="med" len="med"/>
                          <a:tailEnd type="none" w="med" len="med"/>
                        </a:lnT>
                        <a:lnB w="12700" cap="flat" cmpd="sng" algn="ctr">
                          <a:solidFill>
                            <a:srgbClr val="000066"/>
                          </a:solidFill>
                          <a:prstDash val="solid"/>
                          <a:round/>
                          <a:headEnd type="none" w="med" len="med"/>
                          <a:tailEnd type="none" w="med" len="med"/>
                        </a:lnB>
                        <a:solidFill>
                          <a:schemeClr val="tx1">
                            <a:lumMod val="20000"/>
                            <a:lumOff val="80000"/>
                          </a:schemeClr>
                        </a:solidFill>
                      </a:tcPr>
                    </a:tc>
                    <a:extLst>
                      <a:ext uri="{0D108BD9-81ED-4DB2-BD59-A6C34878D82A}">
                        <a16:rowId xmlns:a16="http://schemas.microsoft.com/office/drawing/2014/main" val="1758945092"/>
                      </a:ext>
                    </a:extLst>
                  </a:tr>
                  <a:tr h="370840">
                    <a:tc>
                      <a:txBody>
                        <a:bodyPr/>
                        <a:lstStyle/>
                        <a:p>
                          <a:endParaRPr lang="zh-CN"/>
                        </a:p>
                      </a:txBody>
                      <a:tcPr anchor="ctr">
                        <a:lnL w="12700" cap="flat" cmpd="sng" algn="ctr">
                          <a:solidFill>
                            <a:srgbClr val="000066"/>
                          </a:solidFill>
                          <a:prstDash val="solid"/>
                          <a:round/>
                          <a:headEnd type="none" w="med" len="med"/>
                          <a:tailEnd type="none" w="med" len="med"/>
                        </a:lnL>
                        <a:lnR w="12700" cap="flat" cmpd="sng" algn="ctr">
                          <a:solidFill>
                            <a:srgbClr val="000066"/>
                          </a:solidFill>
                          <a:prstDash val="solid"/>
                          <a:round/>
                          <a:headEnd type="none" w="med" len="med"/>
                          <a:tailEnd type="none" w="med" len="med"/>
                        </a:lnR>
                        <a:lnT w="12700" cap="flat" cmpd="sng" algn="ctr">
                          <a:solidFill>
                            <a:srgbClr val="000066"/>
                          </a:solidFill>
                          <a:prstDash val="solid"/>
                          <a:round/>
                          <a:headEnd type="none" w="med" len="med"/>
                          <a:tailEnd type="none" w="med" len="med"/>
                        </a:lnT>
                        <a:lnB w="12700" cap="flat" cmpd="sng" algn="ctr">
                          <a:solidFill>
                            <a:srgbClr val="000066"/>
                          </a:solidFill>
                          <a:prstDash val="solid"/>
                          <a:round/>
                          <a:headEnd type="none" w="med" len="med"/>
                          <a:tailEnd type="none" w="med" len="med"/>
                        </a:lnB>
                        <a:blipFill>
                          <a:blip r:embed="rId2"/>
                          <a:stretch>
                            <a:fillRect l="-424" t="-506557" r="-325000" b="-24590"/>
                          </a:stretch>
                        </a:blipFill>
                      </a:tcPr>
                    </a:tc>
                    <a:tc>
                      <a:txBody>
                        <a:bodyPr/>
                        <a:lstStyle/>
                        <a:p>
                          <a:pPr algn="ctr"/>
                          <a:r>
                            <a:rPr lang="en-US" altLang="zh-CN" b="0" dirty="0">
                              <a:ln>
                                <a:noFill/>
                              </a:ln>
                              <a:solidFill>
                                <a:srgbClr val="000066"/>
                              </a:solidFill>
                              <a:latin typeface="Times New Roman" panose="02020603050405020304" pitchFamily="18" charset="0"/>
                              <a:cs typeface="Times New Roman" panose="02020603050405020304" pitchFamily="18" charset="0"/>
                            </a:rPr>
                            <a:t>1.6990</a:t>
                          </a:r>
                          <a:endParaRPr lang="zh-CN" altLang="en-US" b="0" dirty="0">
                            <a:ln>
                              <a:noFill/>
                            </a:ln>
                            <a:solidFill>
                              <a:srgbClr val="000066"/>
                            </a:solidFill>
                            <a:latin typeface="Times New Roman" panose="02020603050405020304" pitchFamily="18" charset="0"/>
                            <a:cs typeface="Times New Roman" panose="02020603050405020304" pitchFamily="18" charset="0"/>
                          </a:endParaRPr>
                        </a:p>
                      </a:txBody>
                      <a:tcPr anchor="ctr">
                        <a:lnL w="12700" cap="flat" cmpd="sng" algn="ctr">
                          <a:solidFill>
                            <a:srgbClr val="000066"/>
                          </a:solidFill>
                          <a:prstDash val="solid"/>
                          <a:round/>
                          <a:headEnd type="none" w="med" len="med"/>
                          <a:tailEnd type="none" w="med" len="med"/>
                        </a:lnL>
                        <a:lnR w="12700" cap="flat" cmpd="sng" algn="ctr">
                          <a:solidFill>
                            <a:srgbClr val="000066"/>
                          </a:solidFill>
                          <a:prstDash val="solid"/>
                          <a:round/>
                          <a:headEnd type="none" w="med" len="med"/>
                          <a:tailEnd type="none" w="med" len="med"/>
                        </a:lnR>
                        <a:lnT w="12700" cap="flat" cmpd="sng" algn="ctr">
                          <a:solidFill>
                            <a:srgbClr val="000066"/>
                          </a:solidFill>
                          <a:prstDash val="solid"/>
                          <a:round/>
                          <a:headEnd type="none" w="med" len="med"/>
                          <a:tailEnd type="none" w="med" len="med"/>
                        </a:lnT>
                        <a:lnB w="12700" cap="flat" cmpd="sng" algn="ctr">
                          <a:solidFill>
                            <a:srgbClr val="000066"/>
                          </a:solidFill>
                          <a:prstDash val="solid"/>
                          <a:round/>
                          <a:headEnd type="none" w="med" len="med"/>
                          <a:tailEnd type="none" w="med" len="med"/>
                        </a:lnB>
                        <a:solidFill>
                          <a:schemeClr val="tx1">
                            <a:lumMod val="20000"/>
                            <a:lumOff val="80000"/>
                          </a:schemeClr>
                        </a:solidFill>
                      </a:tcPr>
                    </a:tc>
                    <a:tc>
                      <a:txBody>
                        <a:bodyPr/>
                        <a:lstStyle/>
                        <a:p>
                          <a:pPr algn="ctr"/>
                          <a:r>
                            <a:rPr lang="en-US" altLang="zh-CN" b="0" dirty="0">
                              <a:ln>
                                <a:noFill/>
                              </a:ln>
                              <a:solidFill>
                                <a:srgbClr val="000066"/>
                              </a:solidFill>
                              <a:latin typeface="Times New Roman" panose="02020603050405020304" pitchFamily="18" charset="0"/>
                              <a:cs typeface="Times New Roman" panose="02020603050405020304" pitchFamily="18" charset="0"/>
                            </a:rPr>
                            <a:t>1.8451</a:t>
                          </a:r>
                          <a:endParaRPr lang="zh-CN" altLang="en-US" b="0" dirty="0">
                            <a:ln>
                              <a:noFill/>
                            </a:ln>
                            <a:solidFill>
                              <a:srgbClr val="000066"/>
                            </a:solidFill>
                            <a:latin typeface="Times New Roman" panose="02020603050405020304" pitchFamily="18" charset="0"/>
                            <a:cs typeface="Times New Roman" panose="02020603050405020304" pitchFamily="18" charset="0"/>
                          </a:endParaRPr>
                        </a:p>
                      </a:txBody>
                      <a:tcPr anchor="ctr">
                        <a:lnL w="12700" cap="flat" cmpd="sng" algn="ctr">
                          <a:solidFill>
                            <a:srgbClr val="000066"/>
                          </a:solidFill>
                          <a:prstDash val="solid"/>
                          <a:round/>
                          <a:headEnd type="none" w="med" len="med"/>
                          <a:tailEnd type="none" w="med" len="med"/>
                        </a:lnL>
                        <a:lnR w="12700" cap="flat" cmpd="sng" algn="ctr">
                          <a:solidFill>
                            <a:srgbClr val="000066"/>
                          </a:solidFill>
                          <a:prstDash val="solid"/>
                          <a:round/>
                          <a:headEnd type="none" w="med" len="med"/>
                          <a:tailEnd type="none" w="med" len="med"/>
                        </a:lnR>
                        <a:lnT w="12700" cap="flat" cmpd="sng" algn="ctr">
                          <a:solidFill>
                            <a:srgbClr val="000066"/>
                          </a:solidFill>
                          <a:prstDash val="solid"/>
                          <a:round/>
                          <a:headEnd type="none" w="med" len="med"/>
                          <a:tailEnd type="none" w="med" len="med"/>
                        </a:lnT>
                        <a:lnB w="12700" cap="flat" cmpd="sng" algn="ctr">
                          <a:solidFill>
                            <a:srgbClr val="000066"/>
                          </a:solidFill>
                          <a:prstDash val="solid"/>
                          <a:round/>
                          <a:headEnd type="none" w="med" len="med"/>
                          <a:tailEnd type="none" w="med" len="med"/>
                        </a:lnB>
                        <a:solidFill>
                          <a:schemeClr val="tx1">
                            <a:lumMod val="20000"/>
                            <a:lumOff val="80000"/>
                          </a:schemeClr>
                        </a:solidFill>
                      </a:tcPr>
                    </a:tc>
                    <a:tc>
                      <a:txBody>
                        <a:bodyPr/>
                        <a:lstStyle/>
                        <a:p>
                          <a:pPr algn="ctr"/>
                          <a:r>
                            <a:rPr lang="en-US" altLang="zh-CN" b="0" dirty="0">
                              <a:ln>
                                <a:noFill/>
                              </a:ln>
                              <a:solidFill>
                                <a:srgbClr val="000066"/>
                              </a:solidFill>
                              <a:latin typeface="Times New Roman" panose="02020603050405020304" pitchFamily="18" charset="0"/>
                              <a:cs typeface="Times New Roman" panose="02020603050405020304" pitchFamily="18" charset="0"/>
                            </a:rPr>
                            <a:t>1.9031</a:t>
                          </a:r>
                          <a:endParaRPr lang="zh-CN" altLang="en-US" b="0" dirty="0">
                            <a:ln>
                              <a:noFill/>
                            </a:ln>
                            <a:solidFill>
                              <a:srgbClr val="000066"/>
                            </a:solidFill>
                            <a:latin typeface="Times New Roman" panose="02020603050405020304" pitchFamily="18" charset="0"/>
                            <a:cs typeface="Times New Roman" panose="02020603050405020304" pitchFamily="18" charset="0"/>
                          </a:endParaRPr>
                        </a:p>
                      </a:txBody>
                      <a:tcPr anchor="ctr">
                        <a:lnL w="12700" cap="flat" cmpd="sng" algn="ctr">
                          <a:solidFill>
                            <a:srgbClr val="000066"/>
                          </a:solidFill>
                          <a:prstDash val="solid"/>
                          <a:round/>
                          <a:headEnd type="none" w="med" len="med"/>
                          <a:tailEnd type="none" w="med" len="med"/>
                        </a:lnL>
                        <a:lnR w="12700" cap="flat" cmpd="sng" algn="ctr">
                          <a:solidFill>
                            <a:srgbClr val="000066"/>
                          </a:solidFill>
                          <a:prstDash val="solid"/>
                          <a:round/>
                          <a:headEnd type="none" w="med" len="med"/>
                          <a:tailEnd type="none" w="med" len="med"/>
                        </a:lnR>
                        <a:lnT w="12700" cap="flat" cmpd="sng" algn="ctr">
                          <a:solidFill>
                            <a:srgbClr val="000066"/>
                          </a:solidFill>
                          <a:prstDash val="solid"/>
                          <a:round/>
                          <a:headEnd type="none" w="med" len="med"/>
                          <a:tailEnd type="none" w="med" len="med"/>
                        </a:lnT>
                        <a:lnB w="12700" cap="flat" cmpd="sng" algn="ctr">
                          <a:solidFill>
                            <a:srgbClr val="000066"/>
                          </a:solidFill>
                          <a:prstDash val="solid"/>
                          <a:round/>
                          <a:headEnd type="none" w="med" len="med"/>
                          <a:tailEnd type="none" w="med" len="med"/>
                        </a:lnB>
                        <a:solidFill>
                          <a:schemeClr val="tx1">
                            <a:lumMod val="20000"/>
                            <a:lumOff val="80000"/>
                          </a:schemeClr>
                        </a:solidFill>
                      </a:tcPr>
                    </a:tc>
                    <a:tc>
                      <a:txBody>
                        <a:bodyPr/>
                        <a:lstStyle/>
                        <a:p>
                          <a:pPr algn="ctr"/>
                          <a:r>
                            <a:rPr lang="en-US" altLang="zh-CN" b="0" dirty="0">
                              <a:ln>
                                <a:noFill/>
                              </a:ln>
                              <a:solidFill>
                                <a:srgbClr val="000066"/>
                              </a:solidFill>
                              <a:latin typeface="Times New Roman" panose="02020603050405020304" pitchFamily="18" charset="0"/>
                              <a:cs typeface="Times New Roman" panose="02020603050405020304" pitchFamily="18" charset="0"/>
                            </a:rPr>
                            <a:t>1.9542</a:t>
                          </a:r>
                          <a:endParaRPr lang="zh-CN" altLang="en-US" b="0" dirty="0">
                            <a:ln>
                              <a:noFill/>
                            </a:ln>
                            <a:solidFill>
                              <a:srgbClr val="000066"/>
                            </a:solidFill>
                            <a:latin typeface="Times New Roman" panose="02020603050405020304" pitchFamily="18" charset="0"/>
                            <a:cs typeface="Times New Roman" panose="02020603050405020304" pitchFamily="18" charset="0"/>
                          </a:endParaRPr>
                        </a:p>
                      </a:txBody>
                      <a:tcPr anchor="ctr">
                        <a:lnL w="12700" cap="flat" cmpd="sng" algn="ctr">
                          <a:solidFill>
                            <a:srgbClr val="000066"/>
                          </a:solidFill>
                          <a:prstDash val="solid"/>
                          <a:round/>
                          <a:headEnd type="none" w="med" len="med"/>
                          <a:tailEnd type="none" w="med" len="med"/>
                        </a:lnL>
                        <a:lnR w="12700" cap="flat" cmpd="sng" algn="ctr">
                          <a:solidFill>
                            <a:srgbClr val="000066"/>
                          </a:solidFill>
                          <a:prstDash val="solid"/>
                          <a:round/>
                          <a:headEnd type="none" w="med" len="med"/>
                          <a:tailEnd type="none" w="med" len="med"/>
                        </a:lnR>
                        <a:lnT w="12700" cap="flat" cmpd="sng" algn="ctr">
                          <a:solidFill>
                            <a:srgbClr val="000066"/>
                          </a:solidFill>
                          <a:prstDash val="solid"/>
                          <a:round/>
                          <a:headEnd type="none" w="med" len="med"/>
                          <a:tailEnd type="none" w="med" len="med"/>
                        </a:lnT>
                        <a:lnB w="12700" cap="flat" cmpd="sng" algn="ctr">
                          <a:solidFill>
                            <a:srgbClr val="000066"/>
                          </a:solidFill>
                          <a:prstDash val="solid"/>
                          <a:round/>
                          <a:headEnd type="none" w="med" len="med"/>
                          <a:tailEnd type="none" w="med" len="med"/>
                        </a:lnB>
                        <a:solidFill>
                          <a:schemeClr val="tx1">
                            <a:lumMod val="20000"/>
                            <a:lumOff val="80000"/>
                          </a:schemeClr>
                        </a:solidFill>
                      </a:tcPr>
                    </a:tc>
                    <a:tc>
                      <a:txBody>
                        <a:bodyPr/>
                        <a:lstStyle/>
                        <a:p>
                          <a:pPr algn="ctr"/>
                          <a:r>
                            <a:rPr lang="en-US" altLang="zh-CN" b="0" dirty="0">
                              <a:ln>
                                <a:noFill/>
                              </a:ln>
                              <a:solidFill>
                                <a:srgbClr val="000066"/>
                              </a:solidFill>
                              <a:latin typeface="Times New Roman" panose="02020603050405020304" pitchFamily="18" charset="0"/>
                              <a:cs typeface="Times New Roman" panose="02020603050405020304" pitchFamily="18" charset="0"/>
                            </a:rPr>
                            <a:t>2.0000</a:t>
                          </a:r>
                          <a:endParaRPr lang="zh-CN" altLang="en-US" b="0" dirty="0">
                            <a:ln>
                              <a:noFill/>
                            </a:ln>
                            <a:solidFill>
                              <a:srgbClr val="000066"/>
                            </a:solidFill>
                            <a:latin typeface="Times New Roman" panose="02020603050405020304" pitchFamily="18" charset="0"/>
                            <a:cs typeface="Times New Roman" panose="02020603050405020304" pitchFamily="18" charset="0"/>
                          </a:endParaRPr>
                        </a:p>
                      </a:txBody>
                      <a:tcPr anchor="ctr">
                        <a:lnL w="12700" cap="flat" cmpd="sng" algn="ctr">
                          <a:solidFill>
                            <a:srgbClr val="000066"/>
                          </a:solidFill>
                          <a:prstDash val="solid"/>
                          <a:round/>
                          <a:headEnd type="none" w="med" len="med"/>
                          <a:tailEnd type="none" w="med" len="med"/>
                        </a:lnL>
                        <a:lnR w="12700" cap="flat" cmpd="sng" algn="ctr">
                          <a:solidFill>
                            <a:srgbClr val="000066"/>
                          </a:solidFill>
                          <a:prstDash val="solid"/>
                          <a:round/>
                          <a:headEnd type="none" w="med" len="med"/>
                          <a:tailEnd type="none" w="med" len="med"/>
                        </a:lnR>
                        <a:lnT w="12700" cap="flat" cmpd="sng" algn="ctr">
                          <a:solidFill>
                            <a:srgbClr val="000066"/>
                          </a:solidFill>
                          <a:prstDash val="solid"/>
                          <a:round/>
                          <a:headEnd type="none" w="med" len="med"/>
                          <a:tailEnd type="none" w="med" len="med"/>
                        </a:lnT>
                        <a:lnB w="12700" cap="flat" cmpd="sng" algn="ctr">
                          <a:solidFill>
                            <a:srgbClr val="000066"/>
                          </a:solidFill>
                          <a:prstDash val="solid"/>
                          <a:round/>
                          <a:headEnd type="none" w="med" len="med"/>
                          <a:tailEnd type="none" w="med" len="med"/>
                        </a:lnB>
                        <a:solidFill>
                          <a:schemeClr val="tx1">
                            <a:lumMod val="20000"/>
                            <a:lumOff val="80000"/>
                          </a:schemeClr>
                        </a:solidFill>
                      </a:tcPr>
                    </a:tc>
                    <a:extLst>
                      <a:ext uri="{0D108BD9-81ED-4DB2-BD59-A6C34878D82A}">
                        <a16:rowId xmlns:a16="http://schemas.microsoft.com/office/drawing/2014/main" val="2621850140"/>
                      </a:ext>
                    </a:extLst>
                  </a:tr>
                </a:tbl>
              </a:graphicData>
            </a:graphic>
          </p:graphicFrame>
        </mc:Fallback>
      </mc:AlternateContent>
      <p:sp>
        <p:nvSpPr>
          <p:cNvPr id="6" name="文本框 5">
            <a:extLst>
              <a:ext uri="{FF2B5EF4-FFF2-40B4-BE49-F238E27FC236}">
                <a16:creationId xmlns:a16="http://schemas.microsoft.com/office/drawing/2014/main" id="{6376CA99-0942-D5DC-B9EE-468A474CA5D5}"/>
              </a:ext>
            </a:extLst>
          </p:cNvPr>
          <p:cNvSpPr txBox="1"/>
          <p:nvPr/>
        </p:nvSpPr>
        <p:spPr>
          <a:xfrm>
            <a:off x="3083496" y="4509120"/>
            <a:ext cx="2592288" cy="369332"/>
          </a:xfrm>
          <a:prstGeom prst="rect">
            <a:avLst/>
          </a:prstGeom>
          <a:noFill/>
        </p:spPr>
        <p:txBody>
          <a:bodyPr wrap="square" rtlCol="0">
            <a:spAutoFit/>
          </a:bodyPr>
          <a:lstStyle/>
          <a:p>
            <a:r>
              <a:rPr lang="zh-CN" altLang="en-US" b="1" dirty="0">
                <a:latin typeface="华文中宋" panose="02010600040101010101" pitchFamily="2" charset="-122"/>
                <a:ea typeface="华文中宋" panose="02010600040101010101" pitchFamily="2" charset="-122"/>
              </a:rPr>
              <a:t>表</a:t>
            </a:r>
            <a:r>
              <a:rPr lang="en-US" altLang="zh-CN" b="1" dirty="0">
                <a:latin typeface="华文中宋" panose="02010600040101010101" pitchFamily="2" charset="-122"/>
                <a:ea typeface="华文中宋" panose="02010600040101010101" pitchFamily="2" charset="-122"/>
              </a:rPr>
              <a:t>1 </a:t>
            </a:r>
            <a:r>
              <a:rPr lang="zh-CN" altLang="en-US" b="1" dirty="0">
                <a:latin typeface="华文中宋" panose="02010600040101010101" pitchFamily="2" charset="-122"/>
                <a:ea typeface="华文中宋" panose="02010600040101010101" pitchFamily="2" charset="-122"/>
              </a:rPr>
              <a:t>波长与频率的关系</a:t>
            </a:r>
          </a:p>
        </p:txBody>
      </p:sp>
      <mc:AlternateContent xmlns:mc="http://schemas.openxmlformats.org/markup-compatibility/2006" xmlns:a14="http://schemas.microsoft.com/office/drawing/2010/main">
        <mc:Choice Requires="a14">
          <p:sp>
            <p:nvSpPr>
              <p:cNvPr id="7" name="文本框 6">
                <a:extLst>
                  <a:ext uri="{FF2B5EF4-FFF2-40B4-BE49-F238E27FC236}">
                    <a16:creationId xmlns:a16="http://schemas.microsoft.com/office/drawing/2014/main" id="{C9FEC1BB-62D7-46D4-F3E1-D6DDD63BD11E}"/>
                  </a:ext>
                </a:extLst>
              </p:cNvPr>
              <p:cNvSpPr txBox="1"/>
              <p:nvPr/>
            </p:nvSpPr>
            <p:spPr>
              <a:xfrm>
                <a:off x="755576" y="1087249"/>
                <a:ext cx="7037126" cy="646331"/>
              </a:xfrm>
              <a:prstGeom prst="rect">
                <a:avLst/>
              </a:prstGeom>
              <a:noFill/>
            </p:spPr>
            <p:txBody>
              <a:bodyPr wrap="square" rtlCol="0">
                <a:spAutoFit/>
              </a:bodyPr>
              <a:lstStyle/>
              <a:p>
                <a:pPr indent="457200" algn="just"/>
                <a:r>
                  <a:rPr lang="zh-CN" altLang="en-US" b="1" dirty="0">
                    <a:latin typeface="Times New Roman" panose="02020603050405020304" pitchFamily="18" charset="0"/>
                    <a:ea typeface="华文中宋" panose="02010600040101010101" pitchFamily="2" charset="-122"/>
                    <a:cs typeface="Times New Roman" panose="02020603050405020304" pitchFamily="18" charset="0"/>
                  </a:rPr>
                  <a:t>波长</a:t>
                </a:r>
                <a:r>
                  <a:rPr lang="en-US" altLang="zh-CN" b="1" dirty="0">
                    <a:latin typeface="Times New Roman" panose="02020603050405020304" pitchFamily="18" charset="0"/>
                    <a:ea typeface="华文中宋" panose="02010600040101010101" pitchFamily="2" charset="-122"/>
                    <a:cs typeface="Times New Roman" panose="02020603050405020304" pitchFamily="18" charset="0"/>
                  </a:rPr>
                  <a:t>(</a:t>
                </a:r>
                <a14:m>
                  <m:oMath xmlns:m="http://schemas.openxmlformats.org/officeDocument/2006/math">
                    <m:r>
                      <a:rPr lang="zh-CN" altLang="en-US" b="1" i="1" smtClean="0">
                        <a:latin typeface="Cambria Math" panose="02040503050406030204" pitchFamily="18" charset="0"/>
                      </a:rPr>
                      <m:t>𝝀</m:t>
                    </m:r>
                  </m:oMath>
                </a14:m>
                <a:r>
                  <a:rPr lang="en-US" altLang="zh-CN" b="1" dirty="0">
                    <a:latin typeface="Times New Roman" panose="02020603050405020304" pitchFamily="18" charset="0"/>
                    <a:ea typeface="华文中宋" panose="02010600040101010101" pitchFamily="2" charset="-122"/>
                    <a:cs typeface="Times New Roman" panose="02020603050405020304" pitchFamily="18" charset="0"/>
                  </a:rPr>
                  <a:t>)</a:t>
                </a:r>
                <a:r>
                  <a:rPr lang="zh-CN" altLang="en-US" b="1" dirty="0">
                    <a:latin typeface="Times New Roman" panose="02020603050405020304" pitchFamily="18" charset="0"/>
                    <a:ea typeface="华文中宋" panose="02010600040101010101" pitchFamily="2" charset="-122"/>
                    <a:cs typeface="Times New Roman" panose="02020603050405020304" pitchFamily="18" charset="0"/>
                  </a:rPr>
                  <a:t>与频率</a:t>
                </a:r>
                <a:r>
                  <a:rPr lang="en-US" altLang="zh-CN" b="1" dirty="0">
                    <a:latin typeface="Times New Roman" panose="02020603050405020304" pitchFamily="18" charset="0"/>
                    <a:ea typeface="华文中宋" panose="02010600040101010101" pitchFamily="2" charset="-122"/>
                    <a:cs typeface="Times New Roman" panose="02020603050405020304" pitchFamily="18" charset="0"/>
                  </a:rPr>
                  <a:t>(f)</a:t>
                </a:r>
                <a:r>
                  <a:rPr lang="zh-CN" altLang="en-US" b="1" dirty="0">
                    <a:latin typeface="Times New Roman" panose="02020603050405020304" pitchFamily="18" charset="0"/>
                    <a:ea typeface="华文中宋" panose="02010600040101010101" pitchFamily="2" charset="-122"/>
                    <a:cs typeface="Times New Roman" panose="02020603050405020304" pitchFamily="18" charset="0"/>
                  </a:rPr>
                  <a:t>关系的数据记录，实验中砝码个数为</a:t>
                </a:r>
                <a:r>
                  <a:rPr lang="en-US" altLang="zh-CN" b="1" dirty="0">
                    <a:latin typeface="Times New Roman" panose="02020603050405020304" pitchFamily="18" charset="0"/>
                    <a:ea typeface="华文中宋" panose="02010600040101010101" pitchFamily="2" charset="-122"/>
                    <a:cs typeface="Times New Roman" panose="02020603050405020304" pitchFamily="18" charset="0"/>
                  </a:rPr>
                  <a:t>8</a:t>
                </a:r>
                <a:r>
                  <a:rPr lang="zh-CN" altLang="en-US" b="1" dirty="0">
                    <a:latin typeface="Times New Roman" panose="02020603050405020304" pitchFamily="18" charset="0"/>
                    <a:ea typeface="华文中宋" panose="02010600040101010101" pitchFamily="2" charset="-122"/>
                    <a:cs typeface="Times New Roman" panose="02020603050405020304" pitchFamily="18" charset="0"/>
                  </a:rPr>
                  <a:t>。其中</a:t>
                </a:r>
                <a14:m>
                  <m:oMath xmlns:m="http://schemas.openxmlformats.org/officeDocument/2006/math">
                    <m:r>
                      <a:rPr lang="en-US" altLang="zh-CN" b="1" i="1" smtClean="0">
                        <a:latin typeface="Cambria Math" panose="02040503050406030204" pitchFamily="18" charset="0"/>
                        <a:ea typeface="华文中宋" panose="02010600040101010101" pitchFamily="2" charset="-122"/>
                        <a:cs typeface="Times New Roman" panose="02020603050405020304" pitchFamily="18" charset="0"/>
                      </a:rPr>
                      <m:t>𝑳</m:t>
                    </m:r>
                  </m:oMath>
                </a14:m>
                <a:r>
                  <a:rPr lang="zh-CN" altLang="en-US" b="1" dirty="0">
                    <a:latin typeface="Times New Roman" panose="02020603050405020304" pitchFamily="18" charset="0"/>
                    <a:ea typeface="华文中宋" panose="02010600040101010101" pitchFamily="2" charset="-122"/>
                    <a:cs typeface="Times New Roman" panose="02020603050405020304" pitchFamily="18" charset="0"/>
                  </a:rPr>
                  <a:t>是实验中记录的</a:t>
                </a:r>
                <a14:m>
                  <m:oMath xmlns:m="http://schemas.openxmlformats.org/officeDocument/2006/math">
                    <m:r>
                      <a:rPr lang="en-US" altLang="zh-CN" b="1" i="1" smtClean="0">
                        <a:latin typeface="Cambria Math" panose="02040503050406030204" pitchFamily="18" charset="0"/>
                        <a:ea typeface="华文中宋" panose="02010600040101010101" pitchFamily="2" charset="-122"/>
                        <a:cs typeface="Times New Roman" panose="02020603050405020304" pitchFamily="18" charset="0"/>
                      </a:rPr>
                      <m:t>𝒏</m:t>
                    </m:r>
                  </m:oMath>
                </a14:m>
                <a:r>
                  <a:rPr lang="zh-CN" altLang="en-US" b="1" dirty="0">
                    <a:latin typeface="Times New Roman" panose="02020603050405020304" pitchFamily="18" charset="0"/>
                    <a:ea typeface="华文中宋" panose="02010600040101010101" pitchFamily="2" charset="-122"/>
                    <a:cs typeface="Times New Roman" panose="02020603050405020304" pitchFamily="18" charset="0"/>
                  </a:rPr>
                  <a:t>个半波的长度。</a:t>
                </a:r>
              </a:p>
            </p:txBody>
          </p:sp>
        </mc:Choice>
        <mc:Fallback xmlns="">
          <p:sp>
            <p:nvSpPr>
              <p:cNvPr id="7" name="文本框 6">
                <a:extLst>
                  <a:ext uri="{FF2B5EF4-FFF2-40B4-BE49-F238E27FC236}">
                    <a16:creationId xmlns:a16="http://schemas.microsoft.com/office/drawing/2014/main" id="{C9FEC1BB-62D7-46D4-F3E1-D6DDD63BD11E}"/>
                  </a:ext>
                </a:extLst>
              </p:cNvPr>
              <p:cNvSpPr txBox="1">
                <a:spLocks noRot="1" noChangeAspect="1" noMove="1" noResize="1" noEditPoints="1" noAdjustHandles="1" noChangeArrowheads="1" noChangeShapeType="1" noTextEdit="1"/>
              </p:cNvSpPr>
              <p:nvPr/>
            </p:nvSpPr>
            <p:spPr>
              <a:xfrm>
                <a:off x="755576" y="1087249"/>
                <a:ext cx="7037126" cy="646331"/>
              </a:xfrm>
              <a:prstGeom prst="rect">
                <a:avLst/>
              </a:prstGeom>
              <a:blipFill>
                <a:blip r:embed="rId3"/>
                <a:stretch>
                  <a:fillRect l="-780" t="-4717" b="-14151"/>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1627720638"/>
      </p:ext>
    </p:extLst>
  </p:cSld>
  <p:clrMapOvr>
    <a:masterClrMapping/>
  </p:clrMapOvr>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图表 3">
            <a:extLst>
              <a:ext uri="{FF2B5EF4-FFF2-40B4-BE49-F238E27FC236}">
                <a16:creationId xmlns:a16="http://schemas.microsoft.com/office/drawing/2014/main" id="{64A82612-A808-3F30-D855-DB9CA1D1119C}"/>
              </a:ext>
            </a:extLst>
          </p:cNvPr>
          <p:cNvGraphicFramePr>
            <a:graphicFrameLocks/>
          </p:cNvGraphicFramePr>
          <p:nvPr>
            <p:extLst>
              <p:ext uri="{D42A27DB-BD31-4B8C-83A1-F6EECF244321}">
                <p14:modId xmlns:p14="http://schemas.microsoft.com/office/powerpoint/2010/main" val="1743892866"/>
              </p:ext>
            </p:extLst>
          </p:nvPr>
        </p:nvGraphicFramePr>
        <p:xfrm>
          <a:off x="2123728" y="2413992"/>
          <a:ext cx="4572000" cy="2743200"/>
        </p:xfrm>
        <a:graphic>
          <a:graphicData uri="http://schemas.openxmlformats.org/drawingml/2006/chart">
            <c:chart xmlns:c="http://schemas.openxmlformats.org/drawingml/2006/chart" xmlns:r="http://schemas.openxmlformats.org/officeDocument/2006/relationships" r:id="rId2"/>
          </a:graphicData>
        </a:graphic>
      </p:graphicFrame>
      <p:sp>
        <p:nvSpPr>
          <p:cNvPr id="5" name="文本框 4">
            <a:extLst>
              <a:ext uri="{FF2B5EF4-FFF2-40B4-BE49-F238E27FC236}">
                <a16:creationId xmlns:a16="http://schemas.microsoft.com/office/drawing/2014/main" id="{38C36E7C-82BB-9432-E21D-D94B9D41CD3C}"/>
              </a:ext>
            </a:extLst>
          </p:cNvPr>
          <p:cNvSpPr txBox="1"/>
          <p:nvPr/>
        </p:nvSpPr>
        <p:spPr>
          <a:xfrm>
            <a:off x="3023828" y="5229200"/>
            <a:ext cx="2808312" cy="369332"/>
          </a:xfrm>
          <a:prstGeom prst="rect">
            <a:avLst/>
          </a:prstGeom>
          <a:noFill/>
        </p:spPr>
        <p:txBody>
          <a:bodyPr wrap="square" rtlCol="0">
            <a:spAutoFit/>
          </a:bodyPr>
          <a:lstStyle/>
          <a:p>
            <a:r>
              <a:rPr lang="zh-CN" altLang="en-US" b="1" dirty="0">
                <a:latin typeface="华文中宋" panose="02010600040101010101" pitchFamily="2" charset="-122"/>
                <a:ea typeface="华文中宋" panose="02010600040101010101" pitchFamily="2" charset="-122"/>
              </a:rPr>
              <a:t>图</a:t>
            </a:r>
            <a:r>
              <a:rPr lang="en-US" altLang="zh-CN" b="1" dirty="0">
                <a:latin typeface="华文中宋" panose="02010600040101010101" pitchFamily="2" charset="-122"/>
                <a:ea typeface="华文中宋" panose="02010600040101010101" pitchFamily="2" charset="-122"/>
              </a:rPr>
              <a:t>1 </a:t>
            </a:r>
            <a:r>
              <a:rPr lang="zh-CN" altLang="en-US" b="1" dirty="0">
                <a:latin typeface="华文中宋" panose="02010600040101010101" pitchFamily="2" charset="-122"/>
                <a:ea typeface="华文中宋" panose="02010600040101010101" pitchFamily="2" charset="-122"/>
              </a:rPr>
              <a:t>波长对数</a:t>
            </a:r>
            <a:r>
              <a:rPr lang="en-US" altLang="zh-CN" b="1" dirty="0">
                <a:latin typeface="华文中宋" panose="02010600040101010101" pitchFamily="2" charset="-122"/>
                <a:ea typeface="华文中宋" panose="02010600040101010101" pitchFamily="2" charset="-122"/>
              </a:rPr>
              <a:t>-</a:t>
            </a:r>
            <a:r>
              <a:rPr lang="zh-CN" altLang="en-US" b="1" dirty="0">
                <a:latin typeface="华文中宋" panose="02010600040101010101" pitchFamily="2" charset="-122"/>
                <a:ea typeface="华文中宋" panose="02010600040101010101" pitchFamily="2" charset="-122"/>
              </a:rPr>
              <a:t>频率对数图</a:t>
            </a:r>
          </a:p>
        </p:txBody>
      </p:sp>
      <mc:AlternateContent xmlns:mc="http://schemas.openxmlformats.org/markup-compatibility/2006" xmlns:a14="http://schemas.microsoft.com/office/drawing/2010/main">
        <mc:Choice Requires="a14">
          <p:sp>
            <p:nvSpPr>
              <p:cNvPr id="6" name="文本框 5">
                <a:extLst>
                  <a:ext uri="{FF2B5EF4-FFF2-40B4-BE49-F238E27FC236}">
                    <a16:creationId xmlns:a16="http://schemas.microsoft.com/office/drawing/2014/main" id="{C731F60A-97A7-EB4A-4659-A7D0BBD2BAAC}"/>
                  </a:ext>
                </a:extLst>
              </p:cNvPr>
              <p:cNvSpPr txBox="1"/>
              <p:nvPr/>
            </p:nvSpPr>
            <p:spPr>
              <a:xfrm>
                <a:off x="1403648" y="1106488"/>
                <a:ext cx="6048672" cy="923330"/>
              </a:xfrm>
              <a:prstGeom prst="rect">
                <a:avLst/>
              </a:prstGeom>
              <a:noFill/>
            </p:spPr>
            <p:txBody>
              <a:bodyPr wrap="square" rtlCol="0">
                <a:spAutoFit/>
              </a:bodyPr>
              <a:lstStyle/>
              <a:p>
                <a:pPr indent="457200"/>
                <a:r>
                  <a:rPr lang="zh-CN" altLang="en-US" b="1" dirty="0">
                    <a:latin typeface="华文中宋" panose="02010600040101010101" pitchFamily="2" charset="-122"/>
                    <a:ea typeface="华文中宋" panose="02010600040101010101" pitchFamily="2" charset="-122"/>
                  </a:rPr>
                  <a:t>波长对数</a:t>
                </a:r>
                <a:r>
                  <a:rPr lang="en-US" altLang="zh-CN" b="1" dirty="0">
                    <a:latin typeface="华文中宋" panose="02010600040101010101" pitchFamily="2" charset="-122"/>
                    <a:ea typeface="华文中宋" panose="02010600040101010101" pitchFamily="2" charset="-122"/>
                  </a:rPr>
                  <a:t>-</a:t>
                </a:r>
                <a:r>
                  <a:rPr lang="zh-CN" altLang="en-US" b="1" dirty="0">
                    <a:latin typeface="华文中宋" panose="02010600040101010101" pitchFamily="2" charset="-122"/>
                    <a:ea typeface="华文中宋" panose="02010600040101010101" pitchFamily="2" charset="-122"/>
                  </a:rPr>
                  <a:t>频率对数图，红色虚线为线性拟合结果。由图可知</a:t>
                </a:r>
                <a14:m>
                  <m:oMath xmlns:m="http://schemas.openxmlformats.org/officeDocument/2006/math">
                    <m:r>
                      <a:rPr lang="en-US" altLang="zh-CN" b="1" i="1" dirty="0">
                        <a:latin typeface="Cambria Math" panose="02040503050406030204" pitchFamily="18" charset="0"/>
                      </a:rPr>
                      <m:t>𝒍𝒐𝒈</m:t>
                    </m:r>
                    <m:r>
                      <a:rPr lang="en-US" altLang="zh-CN" b="1" i="1" dirty="0">
                        <a:latin typeface="Cambria Math" panose="02040503050406030204" pitchFamily="18" charset="0"/>
                      </a:rPr>
                      <m:t>⁡(</m:t>
                    </m:r>
                    <m:r>
                      <a:rPr lang="zh-CN" altLang="en-US" b="1" i="1" dirty="0">
                        <a:latin typeface="Cambria Math" panose="02040503050406030204" pitchFamily="18" charset="0"/>
                      </a:rPr>
                      <m:t>𝝀</m:t>
                    </m:r>
                    <m:r>
                      <a:rPr lang="en-US" altLang="zh-CN" b="1" i="1" dirty="0">
                        <a:latin typeface="Cambria Math" panose="02040503050406030204" pitchFamily="18" charset="0"/>
                      </a:rPr>
                      <m:t>)</m:t>
                    </m:r>
                  </m:oMath>
                </a14:m>
                <a:r>
                  <a:rPr lang="zh-CN" altLang="en-US" b="1" dirty="0">
                    <a:latin typeface="华文中宋" panose="02010600040101010101" pitchFamily="2" charset="-122"/>
                    <a:ea typeface="华文中宋" panose="02010600040101010101" pitchFamily="2" charset="-122"/>
                  </a:rPr>
                  <a:t>与</a:t>
                </a:r>
                <a14:m>
                  <m:oMath xmlns:m="http://schemas.openxmlformats.org/officeDocument/2006/math">
                    <m:r>
                      <a:rPr lang="en-US" altLang="zh-CN" b="1" i="1" smtClean="0">
                        <a:latin typeface="Cambria Math" panose="02040503050406030204" pitchFamily="18" charset="0"/>
                      </a:rPr>
                      <m:t>𝒍𝒐𝒈</m:t>
                    </m:r>
                    <m:r>
                      <a:rPr lang="en-US" altLang="zh-CN" b="1" i="1" smtClean="0">
                        <a:latin typeface="Cambria Math" panose="02040503050406030204" pitchFamily="18" charset="0"/>
                      </a:rPr>
                      <m:t>⁡(</m:t>
                    </m:r>
                    <m:r>
                      <a:rPr lang="en-US" altLang="zh-CN" b="1" i="1" smtClean="0">
                        <a:latin typeface="Cambria Math" panose="02040503050406030204" pitchFamily="18" charset="0"/>
                      </a:rPr>
                      <m:t>𝒇</m:t>
                    </m:r>
                    <m:r>
                      <a:rPr lang="en-US" altLang="zh-CN" b="1" i="1" smtClean="0">
                        <a:latin typeface="Cambria Math" panose="02040503050406030204" pitchFamily="18" charset="0"/>
                      </a:rPr>
                      <m:t>)</m:t>
                    </m:r>
                  </m:oMath>
                </a14:m>
                <a:r>
                  <a:rPr lang="zh-CN" altLang="en-US" b="1" dirty="0">
                    <a:latin typeface="华文中宋" panose="02010600040101010101" pitchFamily="2" charset="-122"/>
                    <a:ea typeface="华文中宋" panose="02010600040101010101" pitchFamily="2" charset="-122"/>
                  </a:rPr>
                  <a:t>呈线性关系，斜率接近</a:t>
                </a:r>
                <a:r>
                  <a:rPr lang="en-US" altLang="zh-CN" b="1" dirty="0">
                    <a:latin typeface="华文中宋" panose="02010600040101010101" pitchFamily="2" charset="-122"/>
                    <a:ea typeface="华文中宋" panose="02010600040101010101" pitchFamily="2" charset="-122"/>
                  </a:rPr>
                  <a:t>-1</a:t>
                </a:r>
                <a:r>
                  <a:rPr lang="zh-CN" altLang="en-US" b="1" dirty="0">
                    <a:latin typeface="华文中宋" panose="02010600040101010101" pitchFamily="2" charset="-122"/>
                    <a:ea typeface="华文中宋" panose="02010600040101010101" pitchFamily="2" charset="-122"/>
                  </a:rPr>
                  <a:t>，相关系数接近</a:t>
                </a:r>
                <a:r>
                  <a:rPr lang="en-US" altLang="zh-CN" b="1" dirty="0">
                    <a:latin typeface="华文中宋" panose="02010600040101010101" pitchFamily="2" charset="-122"/>
                    <a:ea typeface="华文中宋" panose="02010600040101010101" pitchFamily="2" charset="-122"/>
                  </a:rPr>
                  <a:t>1</a:t>
                </a:r>
                <a:r>
                  <a:rPr lang="zh-CN" altLang="en-US" b="1" dirty="0">
                    <a:latin typeface="华文中宋" panose="02010600040101010101" pitchFamily="2" charset="-122"/>
                    <a:ea typeface="华文中宋" panose="02010600040101010101" pitchFamily="2" charset="-122"/>
                  </a:rPr>
                  <a:t>，较好地验证了公式</a:t>
                </a:r>
                <a:r>
                  <a:rPr lang="en-US" altLang="zh-CN" b="1" dirty="0">
                    <a:latin typeface="华文中宋" panose="02010600040101010101" pitchFamily="2" charset="-122"/>
                    <a:ea typeface="华文中宋" panose="02010600040101010101" pitchFamily="2" charset="-122"/>
                  </a:rPr>
                  <a:t>(5)</a:t>
                </a:r>
                <a:r>
                  <a:rPr lang="zh-CN" altLang="en-US" b="1" dirty="0">
                    <a:latin typeface="华文中宋" panose="02010600040101010101" pitchFamily="2" charset="-122"/>
                    <a:ea typeface="华文中宋" panose="02010600040101010101" pitchFamily="2" charset="-122"/>
                  </a:rPr>
                  <a:t>中波长与频率的关系。</a:t>
                </a:r>
              </a:p>
            </p:txBody>
          </p:sp>
        </mc:Choice>
        <mc:Fallback xmlns="">
          <p:sp>
            <p:nvSpPr>
              <p:cNvPr id="6" name="文本框 5">
                <a:extLst>
                  <a:ext uri="{FF2B5EF4-FFF2-40B4-BE49-F238E27FC236}">
                    <a16:creationId xmlns:a16="http://schemas.microsoft.com/office/drawing/2014/main" id="{C731F60A-97A7-EB4A-4659-A7D0BBD2BAAC}"/>
                  </a:ext>
                </a:extLst>
              </p:cNvPr>
              <p:cNvSpPr txBox="1">
                <a:spLocks noRot="1" noChangeAspect="1" noMove="1" noResize="1" noEditPoints="1" noAdjustHandles="1" noChangeArrowheads="1" noChangeShapeType="1" noTextEdit="1"/>
              </p:cNvSpPr>
              <p:nvPr/>
            </p:nvSpPr>
            <p:spPr>
              <a:xfrm>
                <a:off x="1403648" y="1106488"/>
                <a:ext cx="6048672" cy="923330"/>
              </a:xfrm>
              <a:prstGeom prst="rect">
                <a:avLst/>
              </a:prstGeom>
              <a:blipFill>
                <a:blip r:embed="rId3"/>
                <a:stretch>
                  <a:fillRect l="-806" t="-3974" r="-302" b="-9934"/>
                </a:stretch>
              </a:blipFill>
            </p:spPr>
            <p:txBody>
              <a:bodyPr/>
              <a:lstStyle/>
              <a:p>
                <a:r>
                  <a:rPr lang="zh-CN" altLang="en-US">
                    <a:noFill/>
                  </a:rPr>
                  <a:t> </a:t>
                </a:r>
              </a:p>
            </p:txBody>
          </p:sp>
        </mc:Fallback>
      </mc:AlternateContent>
      <p:sp>
        <p:nvSpPr>
          <p:cNvPr id="7" name="Rectangle 5">
            <a:extLst>
              <a:ext uri="{FF2B5EF4-FFF2-40B4-BE49-F238E27FC236}">
                <a16:creationId xmlns:a16="http://schemas.microsoft.com/office/drawing/2014/main" id="{8E05309C-4A74-41AE-F764-66568642E2E9}"/>
              </a:ext>
            </a:extLst>
          </p:cNvPr>
          <p:cNvSpPr>
            <a:spLocks noChangeArrowheads="1"/>
          </p:cNvSpPr>
          <p:nvPr/>
        </p:nvSpPr>
        <p:spPr bwMode="auto">
          <a:xfrm>
            <a:off x="229671" y="42336"/>
            <a:ext cx="8532031" cy="584775"/>
          </a:xfrm>
          <a:prstGeom prst="rect">
            <a:avLst/>
          </a:prstGeom>
          <a:noFill/>
          <a:ln w="9525" algn="ctr">
            <a:noFill/>
            <a:miter lim="800000"/>
            <a:headEnd/>
            <a:tailEnd/>
          </a:ln>
          <a:effectLst/>
        </p:spPr>
        <p:txBody>
          <a:bodyPr wrap="square">
            <a:spAutoFit/>
          </a:bodyPr>
          <a:lstStyle/>
          <a:p>
            <a:pPr eaLnBrk="1" hangingPunct="1"/>
            <a:r>
              <a:rPr lang="zh-CN" altLang="en-US" sz="3200" b="1" dirty="0">
                <a:solidFill>
                  <a:srgbClr val="FF0000"/>
                </a:solidFill>
                <a:latin typeface="微软雅黑" panose="020B0503020204020204" pitchFamily="34" charset="-122"/>
                <a:ea typeface="微软雅黑" panose="020B0503020204020204" pitchFamily="34" charset="-122"/>
              </a:rPr>
              <a:t>五  数据记录和处理</a:t>
            </a:r>
            <a:endParaRPr lang="zh-CN" altLang="en-US" sz="2400" b="1" dirty="0">
              <a:solidFill>
                <a:srgbClr val="FF0000"/>
              </a:solidFill>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3461020173"/>
      </p:ext>
    </p:extLst>
  </p:cSld>
  <p:clrMapOvr>
    <a:masterClrMapping/>
  </p:clrMapOvr>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a:extLst>
              <a:ext uri="{FF2B5EF4-FFF2-40B4-BE49-F238E27FC236}">
                <a16:creationId xmlns:a16="http://schemas.microsoft.com/office/drawing/2014/main" id="{DF4F468B-0788-4E52-B416-3D83960B55F8}"/>
              </a:ext>
            </a:extLst>
          </p:cNvPr>
          <p:cNvSpPr txBox="1"/>
          <p:nvPr/>
        </p:nvSpPr>
        <p:spPr>
          <a:xfrm>
            <a:off x="539552" y="1484784"/>
            <a:ext cx="1604112" cy="425758"/>
          </a:xfrm>
          <a:prstGeom prst="rect">
            <a:avLst/>
          </a:prstGeom>
          <a:noFill/>
        </p:spPr>
        <p:txBody>
          <a:bodyPr wrap="square" rtlCol="0">
            <a:spAutoFit/>
          </a:bodyPr>
          <a:lstStyle/>
          <a:p>
            <a:pPr>
              <a:lnSpc>
                <a:spcPts val="2600"/>
              </a:lnSpc>
              <a:spcAft>
                <a:spcPts val="600"/>
              </a:spcAft>
            </a:pPr>
            <a:r>
              <a:rPr lang="zh-CN" altLang="en-US" sz="2400" dirty="0">
                <a:latin typeface="华文中宋" panose="02010600040101010101" pitchFamily="2" charset="-122"/>
                <a:ea typeface="华文中宋" panose="02010600040101010101" pitchFamily="2" charset="-122"/>
              </a:rPr>
              <a:t>思考题：</a:t>
            </a:r>
          </a:p>
        </p:txBody>
      </p:sp>
      <p:sp>
        <p:nvSpPr>
          <p:cNvPr id="3" name="文本框 2">
            <a:extLst>
              <a:ext uri="{FF2B5EF4-FFF2-40B4-BE49-F238E27FC236}">
                <a16:creationId xmlns:a16="http://schemas.microsoft.com/office/drawing/2014/main" id="{FA3E3662-388E-BB3B-0733-58E0D848BEEA}"/>
              </a:ext>
            </a:extLst>
          </p:cNvPr>
          <p:cNvSpPr txBox="1"/>
          <p:nvPr/>
        </p:nvSpPr>
        <p:spPr>
          <a:xfrm>
            <a:off x="1115616" y="2276872"/>
            <a:ext cx="7272808" cy="1200329"/>
          </a:xfrm>
          <a:prstGeom prst="rect">
            <a:avLst/>
          </a:prstGeom>
          <a:noFill/>
        </p:spPr>
        <p:txBody>
          <a:bodyPr wrap="square" rtlCol="0">
            <a:spAutoFit/>
          </a:bodyPr>
          <a:lstStyle/>
          <a:p>
            <a:pPr marL="342900" indent="-342900">
              <a:buFont typeface="+mj-lt"/>
              <a:buAutoNum type="arabicPeriod"/>
            </a:pPr>
            <a:r>
              <a:rPr lang="zh-CN" altLang="en-US" dirty="0">
                <a:latin typeface="华文中宋" panose="02010600040101010101" pitchFamily="2" charset="-122"/>
                <a:ea typeface="华文中宋" panose="02010600040101010101" pitchFamily="2" charset="-122"/>
              </a:rPr>
              <a:t>为何波源的簧片的振动频率尽可能避开振动源的机械固有频率？</a:t>
            </a:r>
            <a:endParaRPr lang="en-US" altLang="zh-CN" dirty="0">
              <a:latin typeface="华文中宋" panose="02010600040101010101" pitchFamily="2" charset="-122"/>
              <a:ea typeface="华文中宋" panose="02010600040101010101" pitchFamily="2" charset="-122"/>
            </a:endParaRPr>
          </a:p>
          <a:p>
            <a:pPr marL="342900" indent="-342900">
              <a:buFont typeface="+mj-lt"/>
              <a:buAutoNum type="arabicPeriod"/>
            </a:pPr>
            <a:r>
              <a:rPr lang="zh-CN" altLang="en-US" dirty="0">
                <a:latin typeface="华文中宋" panose="02010600040101010101" pitchFamily="2" charset="-122"/>
                <a:ea typeface="华文中宋" panose="02010600040101010101" pitchFamily="2" charset="-122"/>
              </a:rPr>
              <a:t>弦线的粗细和弹性对实验各有什么影响，应如何选择？</a:t>
            </a:r>
            <a:endParaRPr lang="en-US" altLang="zh-CN" dirty="0">
              <a:latin typeface="华文中宋" panose="02010600040101010101" pitchFamily="2" charset="-122"/>
              <a:ea typeface="华文中宋" panose="02010600040101010101" pitchFamily="2" charset="-122"/>
            </a:endParaRPr>
          </a:p>
          <a:p>
            <a:pPr marL="342900" indent="-342900">
              <a:buFont typeface="+mj-lt"/>
              <a:buAutoNum type="arabicPeriod"/>
            </a:pPr>
            <a:r>
              <a:rPr lang="zh-CN" altLang="en-US" dirty="0">
                <a:latin typeface="华文中宋" panose="02010600040101010101" pitchFamily="2" charset="-122"/>
                <a:ea typeface="华文中宋" panose="02010600040101010101" pitchFamily="2" charset="-122"/>
              </a:rPr>
              <a:t>为何振动幅度一定时，振动簧片的频率越低，实际振动幅度越大？（提示：惯性）</a:t>
            </a:r>
          </a:p>
        </p:txBody>
      </p:sp>
    </p:spTree>
    <p:extLst>
      <p:ext uri="{BB962C8B-B14F-4D97-AF65-F5344CB8AC3E}">
        <p14:creationId xmlns:p14="http://schemas.microsoft.com/office/powerpoint/2010/main" val="3183271776"/>
      </p:ext>
    </p:extLst>
  </p:cSld>
  <p:clrMapOvr>
    <a:masterClrMapping/>
  </p:clrMapOvr>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图片 2"/>
          <p:cNvPicPr>
            <a:picLocks noChangeAspect="1"/>
          </p:cNvPicPr>
          <p:nvPr/>
        </p:nvPicPr>
        <p:blipFill>
          <a:blip r:embed="rId4"/>
          <a:stretch>
            <a:fillRect/>
          </a:stretch>
        </p:blipFill>
        <p:spPr>
          <a:xfrm>
            <a:off x="-1" y="0"/>
            <a:ext cx="9144001" cy="6858000"/>
          </a:xfrm>
          <a:prstGeom prst="rect">
            <a:avLst/>
          </a:prstGeom>
        </p:spPr>
      </p:pic>
      <p:grpSp>
        <p:nvGrpSpPr>
          <p:cNvPr id="2" name="Group 11"/>
          <p:cNvGrpSpPr/>
          <p:nvPr/>
        </p:nvGrpSpPr>
        <p:grpSpPr>
          <a:xfrm>
            <a:off x="1908175" y="1687513"/>
            <a:ext cx="5873750" cy="2897187"/>
            <a:chOff x="1202" y="1063"/>
            <a:chExt cx="3700" cy="1825"/>
          </a:xfrm>
        </p:grpSpPr>
        <p:sp>
          <p:nvSpPr>
            <p:cNvPr id="12297" name="Text Box 5"/>
            <p:cNvSpPr txBox="1"/>
            <p:nvPr/>
          </p:nvSpPr>
          <p:spPr>
            <a:xfrm>
              <a:off x="1561" y="1063"/>
              <a:ext cx="116" cy="330"/>
            </a:xfrm>
            <a:prstGeom prst="rect">
              <a:avLst/>
            </a:prstGeom>
            <a:noFill/>
            <a:ln w="9525">
              <a:noFill/>
            </a:ln>
          </p:spPr>
          <p:txBody>
            <a:bodyPr wrap="none">
              <a:spAutoFit/>
            </a:bodyPr>
            <a:lstStyle/>
            <a:p>
              <a:endParaRPr lang="zh-CN" altLang="en-US" sz="2800" b="1" dirty="0">
                <a:solidFill>
                  <a:srgbClr val="33CC33"/>
                </a:solidFill>
                <a:latin typeface="华文新魏" panose="02010800040101010101" pitchFamily="2" charset="-122"/>
                <a:ea typeface="华文新魏" panose="02010800040101010101" pitchFamily="2" charset="-122"/>
              </a:endParaRPr>
            </a:p>
          </p:txBody>
        </p:sp>
        <p:sp>
          <p:nvSpPr>
            <p:cNvPr id="12295" name="Text Box 7"/>
            <p:cNvSpPr txBox="1"/>
            <p:nvPr/>
          </p:nvSpPr>
          <p:spPr>
            <a:xfrm>
              <a:off x="1202" y="2523"/>
              <a:ext cx="3700" cy="365"/>
            </a:xfrm>
            <a:prstGeom prst="rect">
              <a:avLst/>
            </a:prstGeom>
            <a:noFill/>
            <a:ln w="9525">
              <a:noFill/>
            </a:ln>
          </p:spPr>
          <p:txBody>
            <a:bodyPr wrap="none">
              <a:spAutoFit/>
            </a:bodyPr>
            <a:lstStyle/>
            <a:p>
              <a:r>
                <a:rPr lang="zh-CN" altLang="en-US" sz="3200" b="1" dirty="0">
                  <a:solidFill>
                    <a:srgbClr val="00CC66"/>
                  </a:solidFill>
                  <a:latin typeface="Times New Roman" panose="02020603050405020304" pitchFamily="18" charset="0"/>
                  <a:ea typeface="华文行楷" panose="02010800040101010101" pitchFamily="2" charset="-122"/>
                </a:rPr>
                <a:t>深圳大学大学物理教学实验中心</a:t>
              </a:r>
            </a:p>
          </p:txBody>
        </p:sp>
      </p:grpSp>
      <p:sp>
        <p:nvSpPr>
          <p:cNvPr id="12292" name="WordArt 9"/>
          <p:cNvSpPr>
            <a:spLocks noTextEdit="1"/>
          </p:cNvSpPr>
          <p:nvPr/>
        </p:nvSpPr>
        <p:spPr>
          <a:xfrm>
            <a:off x="3348038" y="4724400"/>
            <a:ext cx="2895600" cy="1219200"/>
          </a:xfrm>
          <a:prstGeom prst="rect">
            <a:avLst/>
          </a:prstGeom>
        </p:spPr>
        <p:txBody>
          <a:bodyPr wrap="none" fromWordArt="1">
            <a:prstTxWarp prst="textPlain">
              <a:avLst>
                <a:gd name="adj" fmla="val 50000"/>
              </a:avLst>
            </a:prstTxWarp>
            <a:normAutofit/>
            <a:scene3d>
              <a:camera prst="legacyObliqueBottomLeft">
                <a:rot lat="0" lon="0" rev="0"/>
              </a:camera>
              <a:lightRig rig="legacyFlat3" dir="t"/>
            </a:scene3d>
            <a:sp3d extrusionH="430200" prstMaterial="legacyMatte">
              <a:extrusionClr>
                <a:srgbClr val="FF66FF"/>
              </a:extrusionClr>
            </a:sp3d>
          </a:bodyPr>
          <a:lstStyle/>
          <a:p>
            <a:pPr algn="ctr"/>
            <a:r>
              <a:rPr lang="zh-CN" altLang="en-US" sz="5400">
                <a:gradFill rotWithShape="1">
                  <a:gsLst>
                    <a:gs pos="0">
                      <a:srgbClr val="FF66FF"/>
                    </a:gs>
                    <a:gs pos="100000">
                      <a:schemeClr val="hlink"/>
                    </a:gs>
                  </a:gsLst>
                  <a:lin ang="5400000" scaled="1"/>
                  <a:tileRect/>
                </a:gradFill>
                <a:latin typeface="华文行楷" panose="02010800040101010101" pitchFamily="2" charset="-122"/>
                <a:ea typeface="华文行楷" panose="02010800040101010101" pitchFamily="2" charset="-122"/>
              </a:rPr>
              <a:t>再见！</a:t>
            </a:r>
          </a:p>
        </p:txBody>
      </p:sp>
      <p:pic>
        <p:nvPicPr>
          <p:cNvPr id="591882" name="006.06. 梦中的婚礼 MARIAGE D' AMOUR.mp3">
            <a:hlinkClick r:id="" action="ppaction://media"/>
          </p:cNvPr>
          <p:cNvPicPr>
            <a:picLocks noRot="1" noChangeAspect="1"/>
          </p:cNvPicPr>
          <p:nvPr>
            <a:audioFile r:link="rId2"/>
            <p:extLst>
              <p:ext uri="{DAA4B4D4-6D71-4841-9C94-3DE7FCFB9230}">
                <p14:media xmlns:p14="http://schemas.microsoft.com/office/powerpoint/2010/main" r:link="rId1"/>
              </p:ext>
            </p:extLst>
          </p:nvPr>
        </p:nvPicPr>
        <p:blipFill>
          <a:blip r:embed="rId5"/>
          <a:stretch>
            <a:fillRect/>
          </a:stretch>
        </p:blipFill>
        <p:spPr>
          <a:xfrm>
            <a:off x="7596188" y="6553200"/>
            <a:ext cx="304800" cy="304800"/>
          </a:xfrm>
          <a:prstGeom prst="rect">
            <a:avLst/>
          </a:prstGeom>
          <a:noFill/>
          <a:ln w="9525">
            <a:noFill/>
          </a:ln>
        </p:spPr>
      </p:pic>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64" presetClass="path" presetSubtype="0" accel="50000" decel="50000" fill="hold" nodeType="afterEffect">
                                  <p:stCondLst>
                                    <p:cond delay="0"/>
                                  </p:stCondLst>
                                  <p:childTnLst>
                                    <p:animMotion origin="layout" path="M 0 0  L 0 -0.33333  E" pathEditMode="relative" ptsTypes="">
                                      <p:cBhvr>
                                        <p:cTn id="6" dur="2000" fill="hold"/>
                                        <p:tgtEl>
                                          <p:spTgt spid="2"/>
                                        </p:tgtEl>
                                        <p:attrNameLst>
                                          <p:attrName>ppt_x</p:attrName>
                                          <p:attrName>ppt_y</p:attrName>
                                        </p:attrNameLst>
                                      </p:cBhvr>
                                    </p:animMotion>
                                  </p:childTnLst>
                                </p:cTn>
                              </p:par>
                              <p:par>
                                <p:cTn id="7" presetID="51" presetClass="entr" presetSubtype="0" fill="hold" nodeType="withEffect">
                                  <p:stCondLst>
                                    <p:cond delay="0"/>
                                  </p:stCondLst>
                                  <p:childTnLst>
                                    <p:set>
                                      <p:cBhvr>
                                        <p:cTn id="8" dur="1" fill="hold">
                                          <p:stCondLst>
                                            <p:cond delay="0"/>
                                          </p:stCondLst>
                                        </p:cTn>
                                        <p:tgtEl>
                                          <p:spTgt spid="12292"/>
                                        </p:tgtEl>
                                        <p:attrNameLst>
                                          <p:attrName>style.visibility</p:attrName>
                                        </p:attrNameLst>
                                      </p:cBhvr>
                                      <p:to>
                                        <p:strVal val="visible"/>
                                      </p:to>
                                    </p:set>
                                    <p:animEffect transition="in" filter="fade">
                                      <p:cBhvr>
                                        <p:cTn id="9" dur="770" decel="100000"/>
                                        <p:tgtEl>
                                          <p:spTgt spid="12292"/>
                                        </p:tgtEl>
                                      </p:cBhvr>
                                    </p:animEffect>
                                    <p:animScale>
                                      <p:cBhvr>
                                        <p:cTn id="10" dur="770" decel="100000"/>
                                        <p:tgtEl>
                                          <p:spTgt spid="12292"/>
                                        </p:tgtEl>
                                      </p:cBhvr>
                                      <p:from x="10000" y="10000"/>
                                      <p:to x="200000" y="450000"/>
                                    </p:animScale>
                                    <p:animScale>
                                      <p:cBhvr>
                                        <p:cTn id="11" dur="1230" accel="100000" fill="hold">
                                          <p:stCondLst>
                                            <p:cond delay="770"/>
                                          </p:stCondLst>
                                        </p:cTn>
                                        <p:tgtEl>
                                          <p:spTgt spid="12292"/>
                                        </p:tgtEl>
                                      </p:cBhvr>
                                      <p:from x="200000" y="450000"/>
                                      <p:to x="100000" y="100000"/>
                                    </p:animScale>
                                    <p:set>
                                      <p:cBhvr>
                                        <p:cTn id="12" dur="770" fill="hold"/>
                                        <p:tgtEl>
                                          <p:spTgt spid="12292"/>
                                        </p:tgtEl>
                                        <p:attrNameLst>
                                          <p:attrName>ppt_x</p:attrName>
                                        </p:attrNameLst>
                                      </p:cBhvr>
                                      <p:to>
                                        <p:strVal val="(0.5)"/>
                                      </p:to>
                                    </p:set>
                                    <p:anim from="(0.5)" to="(#ppt_x)" calcmode="lin" valueType="num">
                                      <p:cBhvr>
                                        <p:cTn id="13" dur="1230" accel="100000" fill="hold">
                                          <p:stCondLst>
                                            <p:cond delay="770"/>
                                          </p:stCondLst>
                                        </p:cTn>
                                        <p:tgtEl>
                                          <p:spTgt spid="12292"/>
                                        </p:tgtEl>
                                        <p:attrNameLst>
                                          <p:attrName>ppt_x</p:attrName>
                                        </p:attrNameLst>
                                      </p:cBhvr>
                                    </p:anim>
                                    <p:set>
                                      <p:cBhvr>
                                        <p:cTn id="14" dur="770" fill="hold"/>
                                        <p:tgtEl>
                                          <p:spTgt spid="12292"/>
                                        </p:tgtEl>
                                        <p:attrNameLst>
                                          <p:attrName>ppt_y</p:attrName>
                                        </p:attrNameLst>
                                      </p:cBhvr>
                                      <p:to>
                                        <p:strVal val="(#ppt_y+0.4)"/>
                                      </p:to>
                                    </p:set>
                                    <p:anim from="(#ppt_y+0.4)" to="(#ppt_y)" calcmode="lin" valueType="num">
                                      <p:cBhvr>
                                        <p:cTn id="15" dur="1230" accel="100000" fill="hold">
                                          <p:stCondLst>
                                            <p:cond delay="770"/>
                                          </p:stCondLst>
                                        </p:cTn>
                                        <p:tgtEl>
                                          <p:spTgt spid="12292"/>
                                        </p:tgtEl>
                                        <p:attrNameLst>
                                          <p:attrName>ppt_y</p:attrName>
                                        </p:attrNameLst>
                                      </p:cBhvr>
                                    </p:anim>
                                  </p:childTnLst>
                                </p:cTn>
                              </p:par>
                            </p:childTnLst>
                          </p:cTn>
                        </p:par>
                      </p:childTnLst>
                    </p:cTn>
                  </p:par>
                </p:childTnLst>
              </p:cTn>
              <p:prevCondLst>
                <p:cond evt="onPrev" delay="0">
                  <p:tgtEl>
                    <p:sldTgt/>
                  </p:tgtEl>
                </p:cond>
              </p:prevCondLst>
              <p:nextCondLst>
                <p:cond evt="onNext" delay="0">
                  <p:tgtEl>
                    <p:sldTgt/>
                  </p:tgtEl>
                </p:cond>
              </p:nextCondLst>
            </p:seq>
            <p:audio>
              <p:cMediaNode>
                <p:cTn id="16" fill="hold" display="0">
                  <p:stCondLst>
                    <p:cond delay="indefinite"/>
                  </p:stCondLst>
                  <p:endCondLst>
                    <p:cond evt="onNext" delay="0">
                      <p:tgtEl>
                        <p:sldTgt/>
                      </p:tgtEl>
                    </p:cond>
                    <p:cond evt="onPrev" delay="0">
                      <p:tgtEl>
                        <p:sldTgt/>
                      </p:tgtEl>
                    </p:cond>
                    <p:cond evt="onStopAudio" delay="0">
                      <p:tgtEl>
                        <p:sldTgt/>
                      </p:tgtEl>
                    </p:cond>
                  </p:endCondLst>
                </p:cTn>
                <p:tgtEl>
                  <p:spTgt spid="591882"/>
                </p:tgtEl>
              </p:cMediaNode>
            </p:audio>
          </p:childTnLst>
        </p:cTn>
      </p:par>
    </p:tnLst>
  </p:timing>
</p:sld>
</file>

<file path=ppt/theme/theme1.xml><?xml version="1.0" encoding="utf-8"?>
<a:theme xmlns:a="http://schemas.openxmlformats.org/drawingml/2006/main" name="古瓶荷花">
  <a:themeElements>
    <a:clrScheme name="古瓶荷花 1">
      <a:dk1>
        <a:srgbClr val="0033CC"/>
      </a:dk1>
      <a:lt1>
        <a:srgbClr val="FFFFFF"/>
      </a:lt1>
      <a:dk2>
        <a:srgbClr val="007572"/>
      </a:dk2>
      <a:lt2>
        <a:srgbClr val="C0C0C0"/>
      </a:lt2>
      <a:accent1>
        <a:srgbClr val="CCECFF"/>
      </a:accent1>
      <a:accent2>
        <a:srgbClr val="3399FF"/>
      </a:accent2>
      <a:accent3>
        <a:srgbClr val="FFFFFF"/>
      </a:accent3>
      <a:accent4>
        <a:srgbClr val="002AAE"/>
      </a:accent4>
      <a:accent5>
        <a:srgbClr val="E2F4FF"/>
      </a:accent5>
      <a:accent6>
        <a:srgbClr val="2D8AE7"/>
      </a:accent6>
      <a:hlink>
        <a:srgbClr val="CC0066"/>
      </a:hlink>
      <a:folHlink>
        <a:srgbClr val="7D7DA9"/>
      </a:folHlink>
    </a:clrScheme>
    <a:fontScheme name="古瓶荷花">
      <a:majorFont>
        <a:latin typeface="Arial"/>
        <a:ea typeface="宋体"/>
        <a:cs typeface=""/>
      </a:majorFont>
      <a:minorFont>
        <a:latin typeface="Arial"/>
        <a:ea typeface="宋体"/>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raClrScheme>
      <a:clrScheme name="古瓶荷花 1">
        <a:dk1>
          <a:srgbClr val="0033CC"/>
        </a:dk1>
        <a:lt1>
          <a:srgbClr val="FFFFFF"/>
        </a:lt1>
        <a:dk2>
          <a:srgbClr val="007572"/>
        </a:dk2>
        <a:lt2>
          <a:srgbClr val="C0C0C0"/>
        </a:lt2>
        <a:accent1>
          <a:srgbClr val="CCECFF"/>
        </a:accent1>
        <a:accent2>
          <a:srgbClr val="3399FF"/>
        </a:accent2>
        <a:accent3>
          <a:srgbClr val="FFFFFF"/>
        </a:accent3>
        <a:accent4>
          <a:srgbClr val="002AAE"/>
        </a:accent4>
        <a:accent5>
          <a:srgbClr val="E2F4FF"/>
        </a:accent5>
        <a:accent6>
          <a:srgbClr val="2D8AE7"/>
        </a:accent6>
        <a:hlink>
          <a:srgbClr val="CC0066"/>
        </a:hlink>
        <a:folHlink>
          <a:srgbClr val="7D7DA9"/>
        </a:folHlink>
      </a:clrScheme>
      <a:clrMap bg1="lt1" tx1="dk1" bg2="lt2" tx2="dk2" accent1="accent1" accent2="accent2" accent3="accent3" accent4="accent4" accent5="accent5" accent6="accent6" hlink="hlink" folHlink="folHlink"/>
    </a:extraClrScheme>
    <a:extraClrScheme>
      <a:clrScheme name="古瓶荷花 2">
        <a:dk1>
          <a:srgbClr val="007A77"/>
        </a:dk1>
        <a:lt1>
          <a:srgbClr val="EFF6EE"/>
        </a:lt1>
        <a:dk2>
          <a:srgbClr val="0066CC"/>
        </a:dk2>
        <a:lt2>
          <a:srgbClr val="C0C0C0"/>
        </a:lt2>
        <a:accent1>
          <a:srgbClr val="E7EEE6"/>
        </a:accent1>
        <a:accent2>
          <a:srgbClr val="FF9933"/>
        </a:accent2>
        <a:accent3>
          <a:srgbClr val="F6FAF5"/>
        </a:accent3>
        <a:accent4>
          <a:srgbClr val="006765"/>
        </a:accent4>
        <a:accent5>
          <a:srgbClr val="F1F5F0"/>
        </a:accent5>
        <a:accent6>
          <a:srgbClr val="E78A2D"/>
        </a:accent6>
        <a:hlink>
          <a:srgbClr val="636395"/>
        </a:hlink>
        <a:folHlink>
          <a:srgbClr val="CC3300"/>
        </a:folHlink>
      </a:clrScheme>
      <a:clrMap bg1="lt1" tx1="dk1" bg2="lt2" tx2="dk2" accent1="accent1" accent2="accent2" accent3="accent3" accent4="accent4" accent5="accent5" accent6="accent6" hlink="hlink" folHlink="folHlink"/>
    </a:extraClrScheme>
    <a:extraClrScheme>
      <a:clrScheme name="古瓶荷花 3">
        <a:dk1>
          <a:srgbClr val="000000"/>
        </a:dk1>
        <a:lt1>
          <a:srgbClr val="CCFFCC"/>
        </a:lt1>
        <a:dk2>
          <a:srgbClr val="E88A00"/>
        </a:dk2>
        <a:lt2>
          <a:srgbClr val="C0C0C0"/>
        </a:lt2>
        <a:accent1>
          <a:srgbClr val="CCECFF"/>
        </a:accent1>
        <a:accent2>
          <a:srgbClr val="336600"/>
        </a:accent2>
        <a:accent3>
          <a:srgbClr val="E2FFE2"/>
        </a:accent3>
        <a:accent4>
          <a:srgbClr val="000000"/>
        </a:accent4>
        <a:accent5>
          <a:srgbClr val="E2F4FF"/>
        </a:accent5>
        <a:accent6>
          <a:srgbClr val="2D5C00"/>
        </a:accent6>
        <a:hlink>
          <a:srgbClr val="3333CC"/>
        </a:hlink>
        <a:folHlink>
          <a:srgbClr val="3399FF"/>
        </a:folHlink>
      </a:clrScheme>
      <a:clrMap bg1="lt1" tx1="dk1" bg2="lt2" tx2="dk2" accent1="accent1" accent2="accent2" accent3="accent3" accent4="accent4" accent5="accent5" accent6="accent6" hlink="hlink" folHlink="folHlink"/>
    </a:extraClrScheme>
    <a:extraClrScheme>
      <a:clrScheme name="古瓶荷花 4">
        <a:dk1>
          <a:srgbClr val="000000"/>
        </a:dk1>
        <a:lt1>
          <a:srgbClr val="FFFFCC"/>
        </a:lt1>
        <a:dk2>
          <a:srgbClr val="CC3300"/>
        </a:dk2>
        <a:lt2>
          <a:srgbClr val="C0C0C0"/>
        </a:lt2>
        <a:accent1>
          <a:srgbClr val="FFFFCC"/>
        </a:accent1>
        <a:accent2>
          <a:srgbClr val="339933"/>
        </a:accent2>
        <a:accent3>
          <a:srgbClr val="FFFFE2"/>
        </a:accent3>
        <a:accent4>
          <a:srgbClr val="000000"/>
        </a:accent4>
        <a:accent5>
          <a:srgbClr val="FFFFE2"/>
        </a:accent5>
        <a:accent6>
          <a:srgbClr val="2D8A2D"/>
        </a:accent6>
        <a:hlink>
          <a:srgbClr val="0066FF"/>
        </a:hlink>
        <a:folHlink>
          <a:srgbClr val="6F6F9F"/>
        </a:folHlink>
      </a:clrScheme>
      <a:clrMap bg1="lt1" tx1="dk1" bg2="lt2" tx2="dk2" accent1="accent1" accent2="accent2" accent3="accent3" accent4="accent4" accent5="accent5" accent6="accent6" hlink="hlink" folHlink="folHlink"/>
    </a:extraClrScheme>
    <a:extraClrScheme>
      <a:clrScheme name="古瓶荷花 5">
        <a:dk1>
          <a:srgbClr val="636395"/>
        </a:dk1>
        <a:lt1>
          <a:srgbClr val="FFE2C5"/>
        </a:lt1>
        <a:dk2>
          <a:srgbClr val="000000"/>
        </a:dk2>
        <a:lt2>
          <a:srgbClr val="C0C0C0"/>
        </a:lt2>
        <a:accent1>
          <a:srgbClr val="FFE1E1"/>
        </a:accent1>
        <a:accent2>
          <a:srgbClr val="FF9933"/>
        </a:accent2>
        <a:accent3>
          <a:srgbClr val="FFEEDF"/>
        </a:accent3>
        <a:accent4>
          <a:srgbClr val="53537E"/>
        </a:accent4>
        <a:accent5>
          <a:srgbClr val="FFEEEE"/>
        </a:accent5>
        <a:accent6>
          <a:srgbClr val="E78A2D"/>
        </a:accent6>
        <a:hlink>
          <a:srgbClr val="008080"/>
        </a:hlink>
        <a:folHlink>
          <a:srgbClr val="3399FF"/>
        </a:folHlink>
      </a:clrScheme>
      <a:clrMap bg1="lt1" tx1="dk1" bg2="lt2" tx2="dk2" accent1="accent1" accent2="accent2" accent3="accent3" accent4="accent4" accent5="accent5" accent6="accent6" hlink="hlink" folHlink="folHlink"/>
    </a:extraClrScheme>
    <a:extraClrScheme>
      <a:clrScheme name="古瓶荷花 6">
        <a:dk1>
          <a:srgbClr val="626292"/>
        </a:dk1>
        <a:lt1>
          <a:srgbClr val="CCECFF"/>
        </a:lt1>
        <a:dk2>
          <a:srgbClr val="3333CC"/>
        </a:dk2>
        <a:lt2>
          <a:srgbClr val="C0C0C0"/>
        </a:lt2>
        <a:accent1>
          <a:srgbClr val="D9F1FF"/>
        </a:accent1>
        <a:accent2>
          <a:srgbClr val="FF9900"/>
        </a:accent2>
        <a:accent3>
          <a:srgbClr val="E2F4FF"/>
        </a:accent3>
        <a:accent4>
          <a:srgbClr val="53537C"/>
        </a:accent4>
        <a:accent5>
          <a:srgbClr val="E9F7FF"/>
        </a:accent5>
        <a:accent6>
          <a:srgbClr val="E78A00"/>
        </a:accent6>
        <a:hlink>
          <a:srgbClr val="CC0066"/>
        </a:hlink>
        <a:folHlink>
          <a:srgbClr val="009999"/>
        </a:folHlink>
      </a:clrScheme>
      <a:clrMap bg1="lt1" tx1="dk1" bg2="lt2" tx2="dk2" accent1="accent1" accent2="accent2" accent3="accent3" accent4="accent4" accent5="accent5" accent6="accent6" hlink="hlink" folHlink="folHlink"/>
    </a:extraClrScheme>
    <a:extraClrScheme>
      <a:clrScheme name="古瓶荷花 7">
        <a:dk1>
          <a:srgbClr val="0066CC"/>
        </a:dk1>
        <a:lt1>
          <a:srgbClr val="FFE1E1"/>
        </a:lt1>
        <a:dk2>
          <a:srgbClr val="006600"/>
        </a:dk2>
        <a:lt2>
          <a:srgbClr val="C0C0C0"/>
        </a:lt2>
        <a:accent1>
          <a:srgbClr val="FFFFCC"/>
        </a:accent1>
        <a:accent2>
          <a:srgbClr val="009999"/>
        </a:accent2>
        <a:accent3>
          <a:srgbClr val="FFEEEE"/>
        </a:accent3>
        <a:accent4>
          <a:srgbClr val="0056AE"/>
        </a:accent4>
        <a:accent5>
          <a:srgbClr val="FFFFE2"/>
        </a:accent5>
        <a:accent6>
          <a:srgbClr val="008A8A"/>
        </a:accent6>
        <a:hlink>
          <a:srgbClr val="EC0000"/>
        </a:hlink>
        <a:folHlink>
          <a:srgbClr val="0099FF"/>
        </a:folHlink>
      </a:clrScheme>
      <a:clrMap bg1="lt1" tx1="dk1" bg2="lt2" tx2="dk2" accent1="accent1" accent2="accent2" accent3="accent3" accent4="accent4" accent5="accent5" accent6="accent6" hlink="hlink" folHlink="folHlink"/>
    </a:extraClrScheme>
    <a:extraClrScheme>
      <a:clrScheme name="古瓶荷花 8">
        <a:dk1>
          <a:srgbClr val="292929"/>
        </a:dk1>
        <a:lt1>
          <a:srgbClr val="DDDDDD"/>
        </a:lt1>
        <a:dk2>
          <a:srgbClr val="0066CC"/>
        </a:dk2>
        <a:lt2>
          <a:srgbClr val="B2B2B2"/>
        </a:lt2>
        <a:accent1>
          <a:srgbClr val="CACADC"/>
        </a:accent1>
        <a:accent2>
          <a:srgbClr val="FFCC00"/>
        </a:accent2>
        <a:accent3>
          <a:srgbClr val="EBEBEB"/>
        </a:accent3>
        <a:accent4>
          <a:srgbClr val="212121"/>
        </a:accent4>
        <a:accent5>
          <a:srgbClr val="E1E1EB"/>
        </a:accent5>
        <a:accent6>
          <a:srgbClr val="E7B900"/>
        </a:accent6>
        <a:hlink>
          <a:srgbClr val="008080"/>
        </a:hlink>
        <a:folHlink>
          <a:srgbClr val="7D7DA9"/>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CDESIGNK</Template>
  <TotalTime>9902</TotalTime>
  <Words>1829</Words>
  <Application>Microsoft Office PowerPoint</Application>
  <PresentationFormat>全屏显示(4:3)</PresentationFormat>
  <Paragraphs>195</Paragraphs>
  <Slides>17</Slides>
  <Notes>1</Notes>
  <HiddenSlides>0</HiddenSlides>
  <MMClips>1</MMClips>
  <ScaleCrop>false</ScaleCrop>
  <HeadingPairs>
    <vt:vector size="6" baseType="variant">
      <vt:variant>
        <vt:lpstr>已用的字体</vt:lpstr>
      </vt:variant>
      <vt:variant>
        <vt:i4>11</vt:i4>
      </vt:variant>
      <vt:variant>
        <vt:lpstr>主题</vt:lpstr>
      </vt:variant>
      <vt:variant>
        <vt:i4>1</vt:i4>
      </vt:variant>
      <vt:variant>
        <vt:lpstr>幻灯片标题</vt:lpstr>
      </vt:variant>
      <vt:variant>
        <vt:i4>17</vt:i4>
      </vt:variant>
    </vt:vector>
  </HeadingPairs>
  <TitlesOfParts>
    <vt:vector size="29" baseType="lpstr">
      <vt:lpstr>等线</vt:lpstr>
      <vt:lpstr>华文隶书</vt:lpstr>
      <vt:lpstr>华文新魏</vt:lpstr>
      <vt:lpstr>华文行楷</vt:lpstr>
      <vt:lpstr>华文中宋</vt:lpstr>
      <vt:lpstr>宋体</vt:lpstr>
      <vt:lpstr>微软雅黑</vt:lpstr>
      <vt:lpstr>Arial</vt:lpstr>
      <vt:lpstr>Cambria Math</vt:lpstr>
      <vt:lpstr>Times New Roman</vt:lpstr>
      <vt:lpstr>Wingdings</vt:lpstr>
      <vt:lpstr>古瓶荷花</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Microsoft</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大学物理实验</dc:title>
  <dc:creator>User</dc:creator>
  <cp:lastModifiedBy>Jianwei Li</cp:lastModifiedBy>
  <cp:revision>257</cp:revision>
  <dcterms:created xsi:type="dcterms:W3CDTF">2007-03-01T02:00:05Z</dcterms:created>
  <dcterms:modified xsi:type="dcterms:W3CDTF">2023-03-21T06:50:54Z</dcterms:modified>
</cp:coreProperties>
</file>