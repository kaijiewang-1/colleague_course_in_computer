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1" r:id="rId3"/>
  </p:sldMasterIdLst>
  <p:notesMasterIdLst>
    <p:notesMasterId r:id="rId7"/>
  </p:notesMasterIdLst>
  <p:sldIdLst>
    <p:sldId id="2390" r:id="rId4"/>
    <p:sldId id="2392" r:id="rId5"/>
    <p:sldId id="2393" r:id="rId6"/>
    <p:sldId id="2394" r:id="rId8"/>
    <p:sldId id="2435" r:id="rId9"/>
    <p:sldId id="2395" r:id="rId10"/>
    <p:sldId id="2396" r:id="rId11"/>
    <p:sldId id="2397" r:id="rId12"/>
    <p:sldId id="2398" r:id="rId13"/>
    <p:sldId id="2399" r:id="rId14"/>
    <p:sldId id="2400" r:id="rId15"/>
    <p:sldId id="2401" r:id="rId16"/>
    <p:sldId id="2436" r:id="rId17"/>
    <p:sldId id="2406" r:id="rId18"/>
    <p:sldId id="2407" r:id="rId19"/>
    <p:sldId id="2419" r:id="rId20"/>
    <p:sldId id="2420" r:id="rId21"/>
    <p:sldId id="2421" r:id="rId22"/>
    <p:sldId id="2422" r:id="rId23"/>
    <p:sldId id="2423" r:id="rId24"/>
    <p:sldId id="2425" r:id="rId25"/>
    <p:sldId id="2439" r:id="rId26"/>
    <p:sldId id="2472" r:id="rId27"/>
    <p:sldId id="2426" r:id="rId28"/>
    <p:sldId id="2482" r:id="rId29"/>
    <p:sldId id="2427" r:id="rId30"/>
  </p:sldIdLst>
  <p:sldSz cx="10080625" cy="6858000"/>
  <p:notesSz cx="6708775" cy="9774555"/>
  <p:defaultTextStyle>
    <a:defPPr>
      <a:defRPr lang="ko-KR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000" b="0" i="0" u="none" kern="1200" baseline="0">
        <a:solidFill>
          <a:schemeClr val="tx1"/>
        </a:solidFill>
        <a:latin typeface="Gulim" pitchFamily="34" charset="-127"/>
        <a:ea typeface="Gulim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 userDrawn="1">
          <p15:clr>
            <a:srgbClr val="A4A3A4"/>
          </p15:clr>
        </p15:guide>
        <p15:guide id="2" orient="horz" pos="1071" userDrawn="1">
          <p15:clr>
            <a:srgbClr val="A4A3A4"/>
          </p15:clr>
        </p15:guide>
        <p15:guide id="3" pos="181" userDrawn="1">
          <p15:clr>
            <a:srgbClr val="A4A3A4"/>
          </p15:clr>
        </p15:guide>
        <p15:guide id="4" pos="6169" userDrawn="1">
          <p15:clr>
            <a:srgbClr val="A4A3A4"/>
          </p15:clr>
        </p15:guide>
        <p15:guide id="5" pos="3175" userDrawn="1">
          <p15:clr>
            <a:srgbClr val="A4A3A4"/>
          </p15:clr>
        </p15:guide>
        <p15:guide id="6" pos="10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333399"/>
    <a:srgbClr val="55AF84"/>
    <a:srgbClr val="B2B2B2"/>
    <a:srgbClr val="EAEAEA"/>
    <a:srgbClr val="C0C0C0"/>
    <a:srgbClr val="969696"/>
    <a:srgbClr val="FF0000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showOutlineIcons="0">
    <p:restoredLeft sz="15620"/>
    <p:restoredTop sz="66575"/>
  </p:normalViewPr>
  <p:slideViewPr>
    <p:cSldViewPr snapToObjects="1" showGuides="1">
      <p:cViewPr varScale="1">
        <p:scale>
          <a:sx n="65" d="100"/>
          <a:sy n="65" d="100"/>
        </p:scale>
        <p:origin x="1536" y="60"/>
      </p:cViewPr>
      <p:guideLst>
        <p:guide orient="horz" pos="3884"/>
        <p:guide orient="horz" pos="1071"/>
        <p:guide pos="181"/>
        <p:guide pos="6169"/>
        <p:guide pos="3175"/>
        <p:guide pos="1096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66" d="100"/>
        <a:sy n="66" d="100"/>
      </p:scale>
      <p:origin x="0" y="-8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8300" cy="488950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  <a:defRPr sz="13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0475" y="0"/>
            <a:ext cx="2908300" cy="488950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t" anchorCtr="0" compatLnSpc="1"/>
          <a:lstStyle>
            <a:lvl1pPr algn="r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  <a:defRPr sz="13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r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  <p:sp>
        <p:nvSpPr>
          <p:cNvPr id="3076" name="Rectangle 4"/>
          <p:cNvSpPr>
            <a:spLocks noGrp="1"/>
          </p:cNvSpPr>
          <p:nvPr>
            <p:ph type="sldImg" idx="2"/>
          </p:nvPr>
        </p:nvSpPr>
        <p:spPr>
          <a:xfrm>
            <a:off x="609600" y="733425"/>
            <a:ext cx="5495925" cy="366395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5350" y="4641850"/>
            <a:ext cx="4916488" cy="4397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마스터 텍스트 스타일을 편집합니다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둘째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셋째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넷째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宋体" panose="02010600030101010101" pitchFamily="2" charset="-122"/>
                <a:cs typeface="+mn-cs"/>
              </a:rPr>
              <a:t>다섯째 수준</a:t>
            </a: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85288"/>
            <a:ext cx="2908300" cy="488950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 typeface="Wingdings" panose="05000000000000000000" pitchFamily="2" charset="2"/>
              <a:buNone/>
              <a:defRPr sz="1300"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itchFamily="34" charset="-127"/>
              <a:cs typeface="Tahoma" panose="020B0604030504040204" pitchFamily="34" charset="0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0475" y="9285288"/>
            <a:ext cx="2908300" cy="488950"/>
          </a:xfrm>
          <a:prstGeom prst="rect">
            <a:avLst/>
          </a:prstGeom>
          <a:noFill/>
          <a:ln>
            <a:noFill/>
          </a:ln>
        </p:spPr>
        <p:txBody>
          <a:bodyPr vert="horz" wrap="square" lIns="94651" tIns="47326" rIns="94651" bIns="47326" numCol="1" anchor="b" anchorCtr="0" compatLnSpc="1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itchFamily="34" charset="-127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65163" y="733425"/>
            <a:ext cx="5384800" cy="3663950"/>
          </a:xfrm>
          <a:ln/>
        </p:spPr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4651" tIns="47326" rIns="94651" bIns="47326" anchor="ctr" anchorCtr="0"/>
          <a:p>
            <a:pPr lvl="0"/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00475" y="9285288"/>
            <a:ext cx="2908300" cy="488950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665163" y="733425"/>
            <a:ext cx="5384800" cy="3663950"/>
          </a:xfrm>
          <a:ln/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4651" tIns="47326" rIns="94651" bIns="47326" anchor="ctr" anchorCtr="0"/>
          <a:p>
            <a:pPr lvl="0"/>
            <a:r>
              <a:rPr lang="en-US" altLang="zh-CN" dirty="0"/>
              <a:t>//</a:t>
            </a:r>
            <a:r>
              <a:rPr lang="zh-CN" altLang="en-US" dirty="0"/>
              <a:t>输出数据类型：</a:t>
            </a:r>
            <a:r>
              <a:rPr lang="en-US" altLang="zh-CN" dirty="0"/>
              <a:t>typeid(</a:t>
            </a:r>
            <a:r>
              <a:rPr lang="zh-CN" altLang="en-US" dirty="0"/>
              <a:t>变量或数据</a:t>
            </a:r>
            <a:r>
              <a:rPr lang="en-US" altLang="zh-CN" dirty="0"/>
              <a:t>).name()</a:t>
            </a:r>
            <a:endParaRPr lang="en-US" altLang="zh-CN" dirty="0"/>
          </a:p>
          <a:p>
            <a:pPr lvl="0"/>
            <a:r>
              <a:rPr lang="en-US" altLang="zh-CN" dirty="0"/>
              <a:t>#include &lt;stdio.h&gt;</a:t>
            </a:r>
            <a:endParaRPr lang="en-US" altLang="zh-CN" dirty="0"/>
          </a:p>
          <a:p>
            <a:pPr lvl="0"/>
            <a:r>
              <a:rPr lang="en-US" altLang="zh-CN" dirty="0"/>
              <a:t>#include &lt;typeinfo&gt;</a:t>
            </a:r>
            <a:endParaRPr lang="en-US" altLang="zh-CN" dirty="0"/>
          </a:p>
          <a:p>
            <a:pPr lvl="0"/>
            <a:endParaRPr lang="en-US" altLang="zh-CN" dirty="0"/>
          </a:p>
          <a:p>
            <a:pPr lvl="0"/>
            <a:r>
              <a:rPr lang="en-US" altLang="zh-CN" dirty="0"/>
              <a:t>int main()</a:t>
            </a:r>
            <a:endParaRPr lang="en-US" altLang="zh-CN" dirty="0"/>
          </a:p>
          <a:p>
            <a:pPr lvl="0"/>
            <a:r>
              <a:rPr lang="en-US" altLang="zh-CN" dirty="0"/>
              <a:t>{</a:t>
            </a:r>
            <a:endParaRPr lang="en-US" altLang="zh-CN" dirty="0"/>
          </a:p>
          <a:p>
            <a:pPr lvl="0"/>
            <a:r>
              <a:rPr lang="en-US" altLang="zh-CN" dirty="0"/>
              <a:t>    int a = 123;</a:t>
            </a:r>
            <a:endParaRPr lang="en-US" altLang="zh-CN" dirty="0"/>
          </a:p>
          <a:p>
            <a:pPr lvl="0"/>
            <a:r>
              <a:rPr lang="en-US" altLang="zh-CN" dirty="0"/>
              <a:t>    printf("%s %s",typeid(0XFEDU).name(), typeid(a).name());</a:t>
            </a:r>
            <a:endParaRPr lang="en-US" altLang="zh-CN" dirty="0"/>
          </a:p>
          <a:p>
            <a:pPr lvl="0"/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00475" y="9285288"/>
            <a:ext cx="2908300" cy="488950"/>
          </a:xfrm>
          <a:prstGeom prst="rect">
            <a:avLst/>
          </a:prstGeom>
          <a:noFill/>
          <a:ln w="9525">
            <a:noFill/>
          </a:ln>
        </p:spPr>
        <p:txBody>
          <a:bodyPr lIns="94651" tIns="47326" rIns="94651" bIns="47326" anchor="b" anchorCtr="0"/>
          <a:p>
            <a:pPr lvl="0" algn="r" defTabSz="946150" eaLnBrk="1" latinLnBrk="1" hangingPunct="1">
              <a:spcBef>
                <a:spcPct val="50000"/>
              </a:spcBef>
              <a:buFont typeface="Wingdings" panose="05000000000000000000" pitchFamily="2" charset="2"/>
            </a:pPr>
            <a:fld id="{9A0DB2DC-4C9A-4742-B13C-FB6460FD3503}" type="slidenum">
              <a:rPr lang="en-US" altLang="zh-CN" sz="1300" dirty="0">
                <a:latin typeface="Tahoma" panose="020B0604030504040204" pitchFamily="34" charset="0"/>
                <a:cs typeface="Tahoma" panose="020B0604030504040204" pitchFamily="34" charset="0"/>
              </a:rPr>
            </a:fld>
            <a:endParaRPr lang="en-US" altLang="zh-CN" sz="13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650" y="2130425"/>
            <a:ext cx="8569325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12888" y="3886200"/>
            <a:ext cx="7056437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6925" y="4406900"/>
            <a:ext cx="8567738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6925" y="2906713"/>
            <a:ext cx="8567738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459288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6513" y="1600200"/>
            <a:ext cx="44608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4825" y="1535113"/>
            <a:ext cx="44529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4825" y="2174875"/>
            <a:ext cx="44529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21275" y="1535113"/>
            <a:ext cx="445611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21275" y="2174875"/>
            <a:ext cx="445611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edg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3050"/>
            <a:ext cx="331628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1763" y="273050"/>
            <a:ext cx="5635625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4825" y="1435100"/>
            <a:ext cx="331628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6438" y="4800600"/>
            <a:ext cx="6048375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76438" y="612775"/>
            <a:ext cx="6048375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76438" y="5367338"/>
            <a:ext cx="6048375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10438" y="274638"/>
            <a:ext cx="226695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274638"/>
            <a:ext cx="665321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04825" y="1600200"/>
            <a:ext cx="4459288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6513" y="1600200"/>
            <a:ext cx="4460875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5650" y="2130425"/>
            <a:ext cx="8569325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12888" y="3886200"/>
            <a:ext cx="7056437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6925" y="4406900"/>
            <a:ext cx="8567738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96925" y="2906713"/>
            <a:ext cx="8567738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4825" y="1600200"/>
            <a:ext cx="4459288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16513" y="1600200"/>
            <a:ext cx="4460875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4825" y="1535113"/>
            <a:ext cx="44529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4825" y="2174875"/>
            <a:ext cx="44529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21275" y="1535113"/>
            <a:ext cx="445611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21275" y="2174875"/>
            <a:ext cx="445611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edg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3050"/>
            <a:ext cx="331628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1763" y="273050"/>
            <a:ext cx="5635625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04825" y="1435100"/>
            <a:ext cx="331628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76438" y="4800600"/>
            <a:ext cx="6048375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76438" y="612775"/>
            <a:ext cx="6048375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76438" y="5367338"/>
            <a:ext cx="6048375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825" y="274638"/>
            <a:ext cx="9072563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1600200"/>
            <a:ext cx="9072563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10438" y="274638"/>
            <a:ext cx="226695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274638"/>
            <a:ext cx="6653213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 spd="med">
    <p:wedg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jpeg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4.jpeg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subbar"/>
          <p:cNvPicPr>
            <a:picLocks noChangeAspect="1"/>
          </p:cNvPicPr>
          <p:nvPr userDrawn="1"/>
        </p:nvPicPr>
        <p:blipFill>
          <a:blip r:embed="rId13"/>
          <a:srcRect l="189" r="267"/>
          <a:stretch>
            <a:fillRect/>
          </a:stretch>
        </p:blipFill>
        <p:spPr>
          <a:xfrm>
            <a:off x="0" y="-7937"/>
            <a:ext cx="10080625" cy="1060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Line 3"/>
          <p:cNvSpPr/>
          <p:nvPr userDrawn="1"/>
        </p:nvSpPr>
        <p:spPr>
          <a:xfrm>
            <a:off x="0" y="1020763"/>
            <a:ext cx="10080625" cy="0"/>
          </a:xfrm>
          <a:prstGeom prst="line">
            <a:avLst/>
          </a:prstGeom>
          <a:ln w="28575" cap="flat" cmpd="sng">
            <a:solidFill>
              <a:srgbClr val="236485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rgbClr val="90C060">
                <a:alpha val="50000"/>
              </a:srgbClr>
            </a:outerShdw>
          </a:effectLst>
        </p:spPr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0" y="6608763"/>
            <a:ext cx="287338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lIns="0" tIns="46038" rIns="0" bIns="46038" anchor="ctr"/>
          <a:p>
            <a:pPr lvl="0" algn="ctr">
              <a:lnSpc>
                <a:spcPct val="130000"/>
              </a:lnSpc>
              <a:buFont typeface="Wingdings" panose="05000000000000000000" pitchFamily="2" charset="2"/>
              <a:buNone/>
            </a:pPr>
            <a:fld id="{9A0DB2DC-4C9A-4742-B13C-FB6460FD3503}" type="slidenum">
              <a:rPr lang="en-GB" altLang="en-US" sz="900" i="1" dirty="0">
                <a:solidFill>
                  <a:srgbClr val="000066"/>
                </a:solidFill>
                <a:latin typeface="Tahoma" panose="020B0604030504040204" pitchFamily="34" charset="0"/>
                <a:cs typeface="Tahoma" panose="020B0604030504040204" pitchFamily="34" charset="0"/>
              </a:rPr>
            </a:fld>
            <a:r>
              <a:rPr lang="en-GB" altLang="en-US" sz="900" i="1" dirty="0">
                <a:solidFill>
                  <a:srgbClr val="000066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ko-KR" altLang="en-US" sz="900" i="1" dirty="0">
              <a:solidFill>
                <a:srgbClr val="000066"/>
              </a:solidFill>
              <a:latin typeface="Tahoma" panose="020B0604030504040204" pitchFamily="34" charset="0"/>
              <a:ea typeface="Tahoma" panose="020B0604030504040204" pitchFamily="34" charset="0"/>
            </a:endParaRPr>
          </a:p>
        </p:txBody>
      </p:sp>
      <p:pic>
        <p:nvPicPr>
          <p:cNvPr id="1029" name="Picture 6" descr="그림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38125" y="6715125"/>
            <a:ext cx="9077325" cy="8413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>
    <p:wedge/>
  </p:transition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5pPr>
      <a:lvl6pPr marL="4572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9144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3716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18288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447675" indent="-44767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400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+mn-ea"/>
        </a:defRPr>
      </a:lvl2pPr>
      <a:lvl3pPr marL="1294130" indent="-40322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200">
          <a:solidFill>
            <a:schemeClr val="tx1"/>
          </a:solidFill>
          <a:latin typeface="+mn-lt"/>
          <a:ea typeface="+mn-ea"/>
        </a:defRPr>
      </a:lvl3pPr>
      <a:lvl4pPr marL="1681480" indent="-3860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4pPr>
      <a:lvl5pPr marL="20701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273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122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4343400"/>
            <a:ext cx="10080625" cy="2528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121" descr="Untitled-5 copy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0080625" cy="26892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2" name="Group 4"/>
          <p:cNvGrpSpPr/>
          <p:nvPr userDrawn="1"/>
        </p:nvGrpSpPr>
        <p:grpSpPr>
          <a:xfrm>
            <a:off x="3509963" y="1300163"/>
            <a:ext cx="5761037" cy="912812"/>
            <a:chOff x="0" y="0"/>
            <a:chExt cx="3629" cy="575"/>
          </a:xfrm>
        </p:grpSpPr>
        <p:sp>
          <p:nvSpPr>
            <p:cNvPr id="2055" name="Oval 10"/>
            <p:cNvSpPr>
              <a:spLocks noChangeArrowheads="1"/>
            </p:cNvSpPr>
            <p:nvPr/>
          </p:nvSpPr>
          <p:spPr bwMode="auto">
            <a:xfrm>
              <a:off x="0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56" name="Oval 11"/>
            <p:cNvSpPr>
              <a:spLocks noChangeArrowheads="1"/>
            </p:cNvSpPr>
            <p:nvPr/>
          </p:nvSpPr>
          <p:spPr bwMode="auto">
            <a:xfrm>
              <a:off x="117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57" name="Oval 12"/>
            <p:cNvSpPr>
              <a:spLocks noChangeArrowheads="1"/>
            </p:cNvSpPr>
            <p:nvPr/>
          </p:nvSpPr>
          <p:spPr bwMode="auto">
            <a:xfrm>
              <a:off x="234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58" name="Oval 13"/>
            <p:cNvSpPr>
              <a:spLocks noChangeArrowheads="1"/>
            </p:cNvSpPr>
            <p:nvPr/>
          </p:nvSpPr>
          <p:spPr bwMode="auto">
            <a:xfrm>
              <a:off x="351" y="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59" name="Oval 14"/>
            <p:cNvSpPr>
              <a:spLocks noChangeArrowheads="1"/>
            </p:cNvSpPr>
            <p:nvPr/>
          </p:nvSpPr>
          <p:spPr bwMode="auto">
            <a:xfrm>
              <a:off x="467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0" name="Oval 15"/>
            <p:cNvSpPr>
              <a:spLocks noChangeArrowheads="1"/>
            </p:cNvSpPr>
            <p:nvPr/>
          </p:nvSpPr>
          <p:spPr bwMode="auto">
            <a:xfrm>
              <a:off x="584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1" name="Oval 16"/>
            <p:cNvSpPr>
              <a:spLocks noChangeArrowheads="1"/>
            </p:cNvSpPr>
            <p:nvPr/>
          </p:nvSpPr>
          <p:spPr bwMode="auto">
            <a:xfrm>
              <a:off x="709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2" name="Oval 17"/>
            <p:cNvSpPr>
              <a:spLocks noChangeArrowheads="1"/>
            </p:cNvSpPr>
            <p:nvPr/>
          </p:nvSpPr>
          <p:spPr bwMode="auto">
            <a:xfrm>
              <a:off x="826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3" name="Oval 18"/>
            <p:cNvSpPr>
              <a:spLocks noChangeArrowheads="1"/>
            </p:cNvSpPr>
            <p:nvPr/>
          </p:nvSpPr>
          <p:spPr bwMode="auto">
            <a:xfrm>
              <a:off x="943" y="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4" name="Oval 19"/>
            <p:cNvSpPr>
              <a:spLocks noChangeArrowheads="1"/>
            </p:cNvSpPr>
            <p:nvPr/>
          </p:nvSpPr>
          <p:spPr bwMode="auto">
            <a:xfrm>
              <a:off x="1059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5" name="Oval 20"/>
            <p:cNvSpPr>
              <a:spLocks noChangeArrowheads="1"/>
            </p:cNvSpPr>
            <p:nvPr/>
          </p:nvSpPr>
          <p:spPr bwMode="auto">
            <a:xfrm>
              <a:off x="1176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6" name="Oval 21"/>
            <p:cNvSpPr>
              <a:spLocks noChangeArrowheads="1"/>
            </p:cNvSpPr>
            <p:nvPr/>
          </p:nvSpPr>
          <p:spPr bwMode="auto">
            <a:xfrm>
              <a:off x="1293" y="0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7" name="Oval 22"/>
            <p:cNvSpPr>
              <a:spLocks noChangeArrowheads="1"/>
            </p:cNvSpPr>
            <p:nvPr/>
          </p:nvSpPr>
          <p:spPr bwMode="auto">
            <a:xfrm>
              <a:off x="1418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8" name="Oval 23"/>
            <p:cNvSpPr>
              <a:spLocks noChangeArrowheads="1"/>
            </p:cNvSpPr>
            <p:nvPr/>
          </p:nvSpPr>
          <p:spPr bwMode="auto">
            <a:xfrm>
              <a:off x="1534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69" name="Oval 24"/>
            <p:cNvSpPr>
              <a:spLocks noChangeArrowheads="1"/>
            </p:cNvSpPr>
            <p:nvPr/>
          </p:nvSpPr>
          <p:spPr bwMode="auto">
            <a:xfrm>
              <a:off x="1651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0" name="Oval 25"/>
            <p:cNvSpPr>
              <a:spLocks noChangeArrowheads="1"/>
            </p:cNvSpPr>
            <p:nvPr/>
          </p:nvSpPr>
          <p:spPr bwMode="auto">
            <a:xfrm>
              <a:off x="1768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1" name="Oval 26"/>
            <p:cNvSpPr>
              <a:spLocks noChangeArrowheads="1"/>
            </p:cNvSpPr>
            <p:nvPr/>
          </p:nvSpPr>
          <p:spPr bwMode="auto">
            <a:xfrm>
              <a:off x="1885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2" name="Oval 27"/>
            <p:cNvSpPr>
              <a:spLocks noChangeArrowheads="1"/>
            </p:cNvSpPr>
            <p:nvPr/>
          </p:nvSpPr>
          <p:spPr bwMode="auto">
            <a:xfrm>
              <a:off x="2002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3" name="Oval 28"/>
            <p:cNvSpPr>
              <a:spLocks noChangeArrowheads="1"/>
            </p:cNvSpPr>
            <p:nvPr/>
          </p:nvSpPr>
          <p:spPr bwMode="auto">
            <a:xfrm>
              <a:off x="2126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4" name="Oval 29"/>
            <p:cNvSpPr>
              <a:spLocks noChangeArrowheads="1"/>
            </p:cNvSpPr>
            <p:nvPr/>
          </p:nvSpPr>
          <p:spPr bwMode="auto">
            <a:xfrm>
              <a:off x="2243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5" name="Oval 30"/>
            <p:cNvSpPr>
              <a:spLocks noChangeArrowheads="1"/>
            </p:cNvSpPr>
            <p:nvPr/>
          </p:nvSpPr>
          <p:spPr bwMode="auto">
            <a:xfrm>
              <a:off x="2360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6" name="Oval 31"/>
            <p:cNvSpPr>
              <a:spLocks noChangeArrowheads="1"/>
            </p:cNvSpPr>
            <p:nvPr/>
          </p:nvSpPr>
          <p:spPr bwMode="auto">
            <a:xfrm>
              <a:off x="2477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7" name="Oval 32"/>
            <p:cNvSpPr>
              <a:spLocks noChangeArrowheads="1"/>
            </p:cNvSpPr>
            <p:nvPr/>
          </p:nvSpPr>
          <p:spPr bwMode="auto">
            <a:xfrm>
              <a:off x="2594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8" name="Oval 33"/>
            <p:cNvSpPr>
              <a:spLocks noChangeArrowheads="1"/>
            </p:cNvSpPr>
            <p:nvPr/>
          </p:nvSpPr>
          <p:spPr bwMode="auto">
            <a:xfrm>
              <a:off x="2711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79" name="Oval 34"/>
            <p:cNvSpPr>
              <a:spLocks noChangeArrowheads="1"/>
            </p:cNvSpPr>
            <p:nvPr/>
          </p:nvSpPr>
          <p:spPr bwMode="auto">
            <a:xfrm>
              <a:off x="2835" y="7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0" name="Oval 35"/>
            <p:cNvSpPr>
              <a:spLocks noChangeArrowheads="1"/>
            </p:cNvSpPr>
            <p:nvPr/>
          </p:nvSpPr>
          <p:spPr bwMode="auto">
            <a:xfrm>
              <a:off x="2952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1" name="Oval 36"/>
            <p:cNvSpPr>
              <a:spLocks noChangeArrowheads="1"/>
            </p:cNvSpPr>
            <p:nvPr/>
          </p:nvSpPr>
          <p:spPr bwMode="auto">
            <a:xfrm>
              <a:off x="3069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2" name="Oval 37"/>
            <p:cNvSpPr>
              <a:spLocks noChangeArrowheads="1"/>
            </p:cNvSpPr>
            <p:nvPr/>
          </p:nvSpPr>
          <p:spPr bwMode="auto">
            <a:xfrm>
              <a:off x="3186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3" name="Oval 38"/>
            <p:cNvSpPr>
              <a:spLocks noChangeArrowheads="1"/>
            </p:cNvSpPr>
            <p:nvPr/>
          </p:nvSpPr>
          <p:spPr bwMode="auto">
            <a:xfrm>
              <a:off x="3303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4" name="Oval 39"/>
            <p:cNvSpPr>
              <a:spLocks noChangeArrowheads="1"/>
            </p:cNvSpPr>
            <p:nvPr/>
          </p:nvSpPr>
          <p:spPr bwMode="auto">
            <a:xfrm>
              <a:off x="0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5" name="Oval 40"/>
            <p:cNvSpPr>
              <a:spLocks noChangeArrowheads="1"/>
            </p:cNvSpPr>
            <p:nvPr/>
          </p:nvSpPr>
          <p:spPr bwMode="auto">
            <a:xfrm>
              <a:off x="117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6" name="Oval 41"/>
            <p:cNvSpPr>
              <a:spLocks noChangeArrowheads="1"/>
            </p:cNvSpPr>
            <p:nvPr/>
          </p:nvSpPr>
          <p:spPr bwMode="auto">
            <a:xfrm>
              <a:off x="234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7" name="Oval 42"/>
            <p:cNvSpPr>
              <a:spLocks noChangeArrowheads="1"/>
            </p:cNvSpPr>
            <p:nvPr/>
          </p:nvSpPr>
          <p:spPr bwMode="auto">
            <a:xfrm>
              <a:off x="351" y="12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8" name="Oval 43"/>
            <p:cNvSpPr>
              <a:spLocks noChangeArrowheads="1"/>
            </p:cNvSpPr>
            <p:nvPr/>
          </p:nvSpPr>
          <p:spPr bwMode="auto">
            <a:xfrm>
              <a:off x="467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89" name="Oval 44"/>
            <p:cNvSpPr>
              <a:spLocks noChangeArrowheads="1"/>
            </p:cNvSpPr>
            <p:nvPr/>
          </p:nvSpPr>
          <p:spPr bwMode="auto">
            <a:xfrm>
              <a:off x="584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0" name="Oval 45"/>
            <p:cNvSpPr>
              <a:spLocks noChangeArrowheads="1"/>
            </p:cNvSpPr>
            <p:nvPr/>
          </p:nvSpPr>
          <p:spPr bwMode="auto">
            <a:xfrm>
              <a:off x="709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1" name="Oval 46"/>
            <p:cNvSpPr>
              <a:spLocks noChangeArrowheads="1"/>
            </p:cNvSpPr>
            <p:nvPr/>
          </p:nvSpPr>
          <p:spPr bwMode="auto">
            <a:xfrm>
              <a:off x="826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2" name="Oval 47"/>
            <p:cNvSpPr>
              <a:spLocks noChangeArrowheads="1"/>
            </p:cNvSpPr>
            <p:nvPr/>
          </p:nvSpPr>
          <p:spPr bwMode="auto">
            <a:xfrm>
              <a:off x="943" y="12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3" name="Oval 48"/>
            <p:cNvSpPr>
              <a:spLocks noChangeArrowheads="1"/>
            </p:cNvSpPr>
            <p:nvPr/>
          </p:nvSpPr>
          <p:spPr bwMode="auto">
            <a:xfrm>
              <a:off x="1059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4" name="Oval 49"/>
            <p:cNvSpPr>
              <a:spLocks noChangeArrowheads="1"/>
            </p:cNvSpPr>
            <p:nvPr/>
          </p:nvSpPr>
          <p:spPr bwMode="auto">
            <a:xfrm>
              <a:off x="1176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5" name="Oval 50"/>
            <p:cNvSpPr>
              <a:spLocks noChangeArrowheads="1"/>
            </p:cNvSpPr>
            <p:nvPr/>
          </p:nvSpPr>
          <p:spPr bwMode="auto">
            <a:xfrm>
              <a:off x="1293" y="120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6" name="Oval 51"/>
            <p:cNvSpPr>
              <a:spLocks noChangeArrowheads="1"/>
            </p:cNvSpPr>
            <p:nvPr/>
          </p:nvSpPr>
          <p:spPr bwMode="auto">
            <a:xfrm>
              <a:off x="1418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7" name="Oval 52"/>
            <p:cNvSpPr>
              <a:spLocks noChangeArrowheads="1"/>
            </p:cNvSpPr>
            <p:nvPr/>
          </p:nvSpPr>
          <p:spPr bwMode="auto">
            <a:xfrm>
              <a:off x="1534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8" name="Oval 53"/>
            <p:cNvSpPr>
              <a:spLocks noChangeArrowheads="1"/>
            </p:cNvSpPr>
            <p:nvPr/>
          </p:nvSpPr>
          <p:spPr bwMode="auto">
            <a:xfrm>
              <a:off x="1651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099" name="Oval 54"/>
            <p:cNvSpPr>
              <a:spLocks noChangeArrowheads="1"/>
            </p:cNvSpPr>
            <p:nvPr/>
          </p:nvSpPr>
          <p:spPr bwMode="auto">
            <a:xfrm>
              <a:off x="1768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0" name="Oval 55"/>
            <p:cNvSpPr>
              <a:spLocks noChangeArrowheads="1"/>
            </p:cNvSpPr>
            <p:nvPr/>
          </p:nvSpPr>
          <p:spPr bwMode="auto">
            <a:xfrm>
              <a:off x="1885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1" name="Oval 56"/>
            <p:cNvSpPr>
              <a:spLocks noChangeArrowheads="1"/>
            </p:cNvSpPr>
            <p:nvPr/>
          </p:nvSpPr>
          <p:spPr bwMode="auto">
            <a:xfrm>
              <a:off x="2002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2" name="Oval 57"/>
            <p:cNvSpPr>
              <a:spLocks noChangeArrowheads="1"/>
            </p:cNvSpPr>
            <p:nvPr/>
          </p:nvSpPr>
          <p:spPr bwMode="auto">
            <a:xfrm>
              <a:off x="2126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3" name="Oval 58"/>
            <p:cNvSpPr>
              <a:spLocks noChangeArrowheads="1"/>
            </p:cNvSpPr>
            <p:nvPr/>
          </p:nvSpPr>
          <p:spPr bwMode="auto">
            <a:xfrm>
              <a:off x="2243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4" name="Oval 59"/>
            <p:cNvSpPr>
              <a:spLocks noChangeArrowheads="1"/>
            </p:cNvSpPr>
            <p:nvPr/>
          </p:nvSpPr>
          <p:spPr bwMode="auto">
            <a:xfrm>
              <a:off x="2360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5" name="Oval 60"/>
            <p:cNvSpPr>
              <a:spLocks noChangeArrowheads="1"/>
            </p:cNvSpPr>
            <p:nvPr/>
          </p:nvSpPr>
          <p:spPr bwMode="auto">
            <a:xfrm>
              <a:off x="2477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6" name="Oval 61"/>
            <p:cNvSpPr>
              <a:spLocks noChangeArrowheads="1"/>
            </p:cNvSpPr>
            <p:nvPr/>
          </p:nvSpPr>
          <p:spPr bwMode="auto">
            <a:xfrm>
              <a:off x="2594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7" name="Oval 62"/>
            <p:cNvSpPr>
              <a:spLocks noChangeArrowheads="1"/>
            </p:cNvSpPr>
            <p:nvPr/>
          </p:nvSpPr>
          <p:spPr bwMode="auto">
            <a:xfrm>
              <a:off x="2711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8" name="Oval 63"/>
            <p:cNvSpPr>
              <a:spLocks noChangeArrowheads="1"/>
            </p:cNvSpPr>
            <p:nvPr/>
          </p:nvSpPr>
          <p:spPr bwMode="auto">
            <a:xfrm>
              <a:off x="2835" y="127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09" name="Oval 64"/>
            <p:cNvSpPr>
              <a:spLocks noChangeArrowheads="1"/>
            </p:cNvSpPr>
            <p:nvPr/>
          </p:nvSpPr>
          <p:spPr bwMode="auto">
            <a:xfrm>
              <a:off x="2952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0" name="Oval 65"/>
            <p:cNvSpPr>
              <a:spLocks noChangeArrowheads="1"/>
            </p:cNvSpPr>
            <p:nvPr/>
          </p:nvSpPr>
          <p:spPr bwMode="auto">
            <a:xfrm>
              <a:off x="3069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1" name="Oval 66"/>
            <p:cNvSpPr>
              <a:spLocks noChangeArrowheads="1"/>
            </p:cNvSpPr>
            <p:nvPr/>
          </p:nvSpPr>
          <p:spPr bwMode="auto">
            <a:xfrm>
              <a:off x="3186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2" name="Oval 67"/>
            <p:cNvSpPr>
              <a:spLocks noChangeArrowheads="1"/>
            </p:cNvSpPr>
            <p:nvPr/>
          </p:nvSpPr>
          <p:spPr bwMode="auto">
            <a:xfrm>
              <a:off x="3303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3" name="Oval 68"/>
            <p:cNvSpPr>
              <a:spLocks noChangeArrowheads="1"/>
            </p:cNvSpPr>
            <p:nvPr/>
          </p:nvSpPr>
          <p:spPr bwMode="auto">
            <a:xfrm>
              <a:off x="234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4" name="Oval 69"/>
            <p:cNvSpPr>
              <a:spLocks noChangeArrowheads="1"/>
            </p:cNvSpPr>
            <p:nvPr/>
          </p:nvSpPr>
          <p:spPr bwMode="auto">
            <a:xfrm>
              <a:off x="351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5" name="Oval 70"/>
            <p:cNvSpPr>
              <a:spLocks noChangeArrowheads="1"/>
            </p:cNvSpPr>
            <p:nvPr/>
          </p:nvSpPr>
          <p:spPr bwMode="auto">
            <a:xfrm>
              <a:off x="467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6" name="Oval 71"/>
            <p:cNvSpPr>
              <a:spLocks noChangeArrowheads="1"/>
            </p:cNvSpPr>
            <p:nvPr/>
          </p:nvSpPr>
          <p:spPr bwMode="auto">
            <a:xfrm>
              <a:off x="584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7" name="Oval 72"/>
            <p:cNvSpPr>
              <a:spLocks noChangeArrowheads="1"/>
            </p:cNvSpPr>
            <p:nvPr/>
          </p:nvSpPr>
          <p:spPr bwMode="auto">
            <a:xfrm>
              <a:off x="701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8" name="Oval 73"/>
            <p:cNvSpPr>
              <a:spLocks noChangeArrowheads="1"/>
            </p:cNvSpPr>
            <p:nvPr/>
          </p:nvSpPr>
          <p:spPr bwMode="auto">
            <a:xfrm>
              <a:off x="818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19" name="Oval 74"/>
            <p:cNvSpPr>
              <a:spLocks noChangeArrowheads="1"/>
            </p:cNvSpPr>
            <p:nvPr/>
          </p:nvSpPr>
          <p:spPr bwMode="auto">
            <a:xfrm>
              <a:off x="943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0" name="Oval 75"/>
            <p:cNvSpPr>
              <a:spLocks noChangeArrowheads="1"/>
            </p:cNvSpPr>
            <p:nvPr/>
          </p:nvSpPr>
          <p:spPr bwMode="auto">
            <a:xfrm>
              <a:off x="1059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1" name="Oval 76"/>
            <p:cNvSpPr>
              <a:spLocks noChangeArrowheads="1"/>
            </p:cNvSpPr>
            <p:nvPr/>
          </p:nvSpPr>
          <p:spPr bwMode="auto">
            <a:xfrm>
              <a:off x="1176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2" name="Oval 77"/>
            <p:cNvSpPr>
              <a:spLocks noChangeArrowheads="1"/>
            </p:cNvSpPr>
            <p:nvPr/>
          </p:nvSpPr>
          <p:spPr bwMode="auto">
            <a:xfrm>
              <a:off x="1293" y="250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3" name="Oval 78"/>
            <p:cNvSpPr>
              <a:spLocks noChangeArrowheads="1"/>
            </p:cNvSpPr>
            <p:nvPr/>
          </p:nvSpPr>
          <p:spPr bwMode="auto">
            <a:xfrm>
              <a:off x="1410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4" name="Oval 79"/>
            <p:cNvSpPr>
              <a:spLocks noChangeArrowheads="1"/>
            </p:cNvSpPr>
            <p:nvPr/>
          </p:nvSpPr>
          <p:spPr bwMode="auto">
            <a:xfrm>
              <a:off x="1527" y="249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5" name="Oval 80"/>
            <p:cNvSpPr>
              <a:spLocks noChangeArrowheads="1"/>
            </p:cNvSpPr>
            <p:nvPr/>
          </p:nvSpPr>
          <p:spPr bwMode="auto">
            <a:xfrm>
              <a:off x="1651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6" name="Oval 81"/>
            <p:cNvSpPr>
              <a:spLocks noChangeArrowheads="1"/>
            </p:cNvSpPr>
            <p:nvPr/>
          </p:nvSpPr>
          <p:spPr bwMode="auto">
            <a:xfrm>
              <a:off x="1768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7" name="Oval 82"/>
            <p:cNvSpPr>
              <a:spLocks noChangeArrowheads="1"/>
            </p:cNvSpPr>
            <p:nvPr/>
          </p:nvSpPr>
          <p:spPr bwMode="auto">
            <a:xfrm>
              <a:off x="1885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8" name="Oval 83"/>
            <p:cNvSpPr>
              <a:spLocks noChangeArrowheads="1"/>
            </p:cNvSpPr>
            <p:nvPr/>
          </p:nvSpPr>
          <p:spPr bwMode="auto">
            <a:xfrm>
              <a:off x="2002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29" name="Oval 84"/>
            <p:cNvSpPr>
              <a:spLocks noChangeArrowheads="1"/>
            </p:cNvSpPr>
            <p:nvPr/>
          </p:nvSpPr>
          <p:spPr bwMode="auto">
            <a:xfrm>
              <a:off x="2119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0" name="Oval 85"/>
            <p:cNvSpPr>
              <a:spLocks noChangeArrowheads="1"/>
            </p:cNvSpPr>
            <p:nvPr/>
          </p:nvSpPr>
          <p:spPr bwMode="auto">
            <a:xfrm>
              <a:off x="2236" y="250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1" name="Oval 86"/>
            <p:cNvSpPr>
              <a:spLocks noChangeArrowheads="1"/>
            </p:cNvSpPr>
            <p:nvPr/>
          </p:nvSpPr>
          <p:spPr bwMode="auto">
            <a:xfrm>
              <a:off x="2360" y="255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2" name="Oval 87"/>
            <p:cNvSpPr>
              <a:spLocks noChangeArrowheads="1"/>
            </p:cNvSpPr>
            <p:nvPr/>
          </p:nvSpPr>
          <p:spPr bwMode="auto">
            <a:xfrm>
              <a:off x="2477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3" name="Oval 88"/>
            <p:cNvSpPr>
              <a:spLocks noChangeArrowheads="1"/>
            </p:cNvSpPr>
            <p:nvPr/>
          </p:nvSpPr>
          <p:spPr bwMode="auto">
            <a:xfrm>
              <a:off x="2594" y="254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4" name="Oval 89"/>
            <p:cNvSpPr>
              <a:spLocks noChangeArrowheads="1"/>
            </p:cNvSpPr>
            <p:nvPr/>
          </p:nvSpPr>
          <p:spPr bwMode="auto">
            <a:xfrm>
              <a:off x="2711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5" name="Oval 90"/>
            <p:cNvSpPr>
              <a:spLocks noChangeArrowheads="1"/>
            </p:cNvSpPr>
            <p:nvPr/>
          </p:nvSpPr>
          <p:spPr bwMode="auto">
            <a:xfrm>
              <a:off x="2828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6" name="Oval 91"/>
            <p:cNvSpPr>
              <a:spLocks noChangeArrowheads="1"/>
            </p:cNvSpPr>
            <p:nvPr/>
          </p:nvSpPr>
          <p:spPr bwMode="auto">
            <a:xfrm>
              <a:off x="2944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7" name="Oval 92"/>
            <p:cNvSpPr>
              <a:spLocks noChangeArrowheads="1"/>
            </p:cNvSpPr>
            <p:nvPr/>
          </p:nvSpPr>
          <p:spPr bwMode="auto">
            <a:xfrm>
              <a:off x="3069" y="256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8" name="Oval 93"/>
            <p:cNvSpPr>
              <a:spLocks noChangeArrowheads="1"/>
            </p:cNvSpPr>
            <p:nvPr/>
          </p:nvSpPr>
          <p:spPr bwMode="auto">
            <a:xfrm>
              <a:off x="3186" y="254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39" name="Oval 94"/>
            <p:cNvSpPr>
              <a:spLocks noChangeArrowheads="1"/>
            </p:cNvSpPr>
            <p:nvPr/>
          </p:nvSpPr>
          <p:spPr bwMode="auto">
            <a:xfrm>
              <a:off x="3303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0" name="Oval 95"/>
            <p:cNvSpPr>
              <a:spLocks noChangeArrowheads="1"/>
            </p:cNvSpPr>
            <p:nvPr/>
          </p:nvSpPr>
          <p:spPr bwMode="auto">
            <a:xfrm>
              <a:off x="3420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1" name="Oval 96"/>
            <p:cNvSpPr>
              <a:spLocks noChangeArrowheads="1"/>
            </p:cNvSpPr>
            <p:nvPr/>
          </p:nvSpPr>
          <p:spPr bwMode="auto">
            <a:xfrm>
              <a:off x="3536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2" name="Oval 97"/>
            <p:cNvSpPr>
              <a:spLocks noChangeArrowheads="1"/>
            </p:cNvSpPr>
            <p:nvPr/>
          </p:nvSpPr>
          <p:spPr bwMode="auto">
            <a:xfrm>
              <a:off x="476" y="371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3" name="Oval 98"/>
            <p:cNvSpPr>
              <a:spLocks noChangeArrowheads="1"/>
            </p:cNvSpPr>
            <p:nvPr/>
          </p:nvSpPr>
          <p:spPr bwMode="auto">
            <a:xfrm>
              <a:off x="593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4" name="Oval 99"/>
            <p:cNvSpPr>
              <a:spLocks noChangeArrowheads="1"/>
            </p:cNvSpPr>
            <p:nvPr/>
          </p:nvSpPr>
          <p:spPr bwMode="auto">
            <a:xfrm>
              <a:off x="710" y="370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5" name="Oval 100"/>
            <p:cNvSpPr>
              <a:spLocks noChangeArrowheads="1"/>
            </p:cNvSpPr>
            <p:nvPr/>
          </p:nvSpPr>
          <p:spPr bwMode="auto">
            <a:xfrm>
              <a:off x="827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6" name="Oval 101"/>
            <p:cNvSpPr>
              <a:spLocks noChangeArrowheads="1"/>
            </p:cNvSpPr>
            <p:nvPr/>
          </p:nvSpPr>
          <p:spPr bwMode="auto">
            <a:xfrm>
              <a:off x="944" y="369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7" name="Oval 102"/>
            <p:cNvSpPr>
              <a:spLocks noChangeArrowheads="1"/>
            </p:cNvSpPr>
            <p:nvPr/>
          </p:nvSpPr>
          <p:spPr bwMode="auto">
            <a:xfrm>
              <a:off x="1060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8" name="Oval 103"/>
            <p:cNvSpPr>
              <a:spLocks noChangeArrowheads="1"/>
            </p:cNvSpPr>
            <p:nvPr/>
          </p:nvSpPr>
          <p:spPr bwMode="auto">
            <a:xfrm>
              <a:off x="1185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49" name="Oval 104"/>
            <p:cNvSpPr>
              <a:spLocks noChangeArrowheads="1"/>
            </p:cNvSpPr>
            <p:nvPr/>
          </p:nvSpPr>
          <p:spPr bwMode="auto">
            <a:xfrm>
              <a:off x="1302" y="36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0" name="Oval 105"/>
            <p:cNvSpPr>
              <a:spLocks noChangeArrowheads="1"/>
            </p:cNvSpPr>
            <p:nvPr/>
          </p:nvSpPr>
          <p:spPr bwMode="auto">
            <a:xfrm>
              <a:off x="1419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1" name="Oval 106"/>
            <p:cNvSpPr>
              <a:spLocks noChangeArrowheads="1"/>
            </p:cNvSpPr>
            <p:nvPr/>
          </p:nvSpPr>
          <p:spPr bwMode="auto">
            <a:xfrm>
              <a:off x="1536" y="366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2" name="Oval 107"/>
            <p:cNvSpPr>
              <a:spLocks noChangeArrowheads="1"/>
            </p:cNvSpPr>
            <p:nvPr/>
          </p:nvSpPr>
          <p:spPr bwMode="auto">
            <a:xfrm>
              <a:off x="1652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3" name="Oval 108"/>
            <p:cNvSpPr>
              <a:spLocks noChangeArrowheads="1"/>
            </p:cNvSpPr>
            <p:nvPr/>
          </p:nvSpPr>
          <p:spPr bwMode="auto">
            <a:xfrm>
              <a:off x="1769" y="365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4" name="Oval 109"/>
            <p:cNvSpPr>
              <a:spLocks noChangeArrowheads="1"/>
            </p:cNvSpPr>
            <p:nvPr/>
          </p:nvSpPr>
          <p:spPr bwMode="auto">
            <a:xfrm>
              <a:off x="1894" y="370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5" name="Oval 110"/>
            <p:cNvSpPr>
              <a:spLocks noChangeArrowheads="1"/>
            </p:cNvSpPr>
            <p:nvPr/>
          </p:nvSpPr>
          <p:spPr bwMode="auto">
            <a:xfrm>
              <a:off x="2011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6" name="Oval 111"/>
            <p:cNvSpPr>
              <a:spLocks noChangeArrowheads="1"/>
            </p:cNvSpPr>
            <p:nvPr/>
          </p:nvSpPr>
          <p:spPr bwMode="auto">
            <a:xfrm>
              <a:off x="485" y="491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7" name="Oval 112"/>
            <p:cNvSpPr>
              <a:spLocks noChangeArrowheads="1"/>
            </p:cNvSpPr>
            <p:nvPr/>
          </p:nvSpPr>
          <p:spPr bwMode="auto">
            <a:xfrm>
              <a:off x="602" y="489"/>
              <a:ext cx="92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8" name="Oval 113"/>
            <p:cNvSpPr>
              <a:spLocks noChangeArrowheads="1"/>
            </p:cNvSpPr>
            <p:nvPr/>
          </p:nvSpPr>
          <p:spPr bwMode="auto">
            <a:xfrm>
              <a:off x="1060" y="486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  <p:sp>
          <p:nvSpPr>
            <p:cNvPr id="2159" name="Oval 114"/>
            <p:cNvSpPr>
              <a:spLocks noChangeArrowheads="1"/>
            </p:cNvSpPr>
            <p:nvPr/>
          </p:nvSpPr>
          <p:spPr bwMode="auto">
            <a:xfrm>
              <a:off x="1200" y="485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1pPr>
              <a:lvl2pPr marL="742950" indent="-28575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2pPr>
              <a:lvl3pPr marL="11430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3pPr>
              <a:lvl4pPr marL="16002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4pPr>
              <a:lvl5pPr marL="2057400" indent="-228600" eaLnBrk="0" hangingPunct="0"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1000">
                  <a:solidFill>
                    <a:schemeClr val="tx1"/>
                  </a:solidFill>
                  <a:latin typeface="Gulim" pitchFamily="34" charset="-127"/>
                  <a:ea typeface="Gulim" pitchFamily="34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defRPr/>
              </a:pPr>
              <a:endPara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Tahoma" panose="020B0604030504040204" pitchFamily="34" charset="0"/>
              </a:endParaRPr>
            </a:p>
          </p:txBody>
        </p:sp>
      </p:grpSp>
      <p:sp>
        <p:nvSpPr>
          <p:cNvPr id="2053" name="Rectangle 116"/>
          <p:cNvSpPr>
            <a:spLocks noChangeArrowheads="1"/>
          </p:cNvSpPr>
          <p:nvPr/>
        </p:nvSpPr>
        <p:spPr bwMode="auto">
          <a:xfrm>
            <a:off x="2928938" y="4375150"/>
            <a:ext cx="4527550" cy="55562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Y헤드라인M" pitchFamily="2" charset="-127"/>
                <a:ea typeface="华文隶书" panose="02010800040101010101" pitchFamily="2" charset="-122"/>
                <a:cs typeface="Tahoma" panose="020B0604030504040204" pitchFamily="34" charset="0"/>
              </a:rPr>
              <a:t>程序设计基础课程组</a:t>
            </a:r>
            <a:endParaRPr kumimoji="0" lang="zh-CN" altLang="en-US" sz="38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Y헤드라인M" pitchFamily="2" charset="-127"/>
              <a:ea typeface="华文隶书" panose="02010800040101010101" pitchFamily="2" charset="-122"/>
              <a:cs typeface="Tahoma" panose="020B0604030504040204" pitchFamily="34" charset="0"/>
            </a:endParaRPr>
          </a:p>
        </p:txBody>
      </p:sp>
      <p:sp>
        <p:nvSpPr>
          <p:cNvPr id="2054" name="Text Box 111"/>
          <p:cNvSpPr txBox="1">
            <a:spLocks noChangeArrowheads="1"/>
          </p:cNvSpPr>
          <p:nvPr/>
        </p:nvSpPr>
        <p:spPr bwMode="auto">
          <a:xfrm>
            <a:off x="6461125" y="6453188"/>
            <a:ext cx="3548063" cy="3365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 eaLnBrk="0" hangingPunct="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华文隶书" panose="02010800040101010101" pitchFamily="2" charset="-122"/>
                <a:cs typeface="+mn-cs"/>
              </a:rPr>
              <a:t>深圳大学计算机与软件学院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华文隶书" panose="0201080004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med">
    <p:wedge/>
  </p:transition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5pPr>
      <a:lvl6pPr marL="4572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6pPr>
      <a:lvl7pPr marL="9144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7pPr>
      <a:lvl8pPr marL="13716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8pPr>
      <a:lvl9pPr marL="1828800" algn="ctr" rtl="0" eaLnBrk="0" fontAlgn="base" latinLnBrk="1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Gulim" pitchFamily="34" charset="-127"/>
          <a:ea typeface="Gulim" pitchFamily="34" charset="-127"/>
        </a:defRPr>
      </a:lvl9pPr>
    </p:titleStyle>
    <p:bodyStyle>
      <a:lvl1pPr marL="447675" indent="-44767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4005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600">
          <a:solidFill>
            <a:schemeClr val="tx1"/>
          </a:solidFill>
          <a:latin typeface="+mn-lt"/>
          <a:ea typeface="+mn-ea"/>
        </a:defRPr>
      </a:lvl2pPr>
      <a:lvl3pPr marL="1294130" indent="-40322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200">
          <a:solidFill>
            <a:schemeClr val="tx1"/>
          </a:solidFill>
          <a:latin typeface="+mn-lt"/>
          <a:ea typeface="+mn-ea"/>
        </a:defRPr>
      </a:lvl3pPr>
      <a:lvl4pPr marL="1681480" indent="-3860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4pPr>
      <a:lvl5pPr marL="20701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273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845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417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98900" indent="-3873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hyperlink" Target="http://c.biancheng.net/view/1795.html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hyperlink" Target="http://www.cplusplus.com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AutoShape 7"/>
          <p:cNvSpPr/>
          <p:nvPr/>
        </p:nvSpPr>
        <p:spPr>
          <a:xfrm>
            <a:off x="7580313" y="4292600"/>
            <a:ext cx="2500312" cy="379413"/>
          </a:xfrm>
          <a:prstGeom prst="roundRect">
            <a:avLst>
              <a:gd name="adj" fmla="val 36819"/>
            </a:avLst>
          </a:prstGeom>
          <a:solidFill>
            <a:schemeClr val="bg1"/>
          </a:solidFill>
          <a:ln w="9525">
            <a:noFill/>
          </a:ln>
          <a:effectLst>
            <a:outerShdw dist="35921" dir="8100000" algn="ctr" rotWithShape="0">
              <a:srgbClr val="333399">
                <a:alpha val="50000"/>
              </a:srgbClr>
            </a:outerShdw>
          </a:effectLst>
        </p:spPr>
        <p:txBody>
          <a:bodyPr wrap="none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endParaRPr lang="ko-KR" altLang="en-US" dirty="0">
              <a:latin typeface="Gulim" pitchFamily="34" charset="-127"/>
            </a:endParaRPr>
          </a:p>
        </p:txBody>
      </p:sp>
      <p:sp>
        <p:nvSpPr>
          <p:cNvPr id="4099" name="Text Box 3"/>
          <p:cNvSpPr txBox="1"/>
          <p:nvPr/>
        </p:nvSpPr>
        <p:spPr>
          <a:xfrm>
            <a:off x="503238" y="2133600"/>
            <a:ext cx="9577387" cy="677863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4800" b="1" dirty="0">
                <a:latin typeface="宋体" panose="02010600030101010101" pitchFamily="2" charset="-122"/>
                <a:ea typeface="宋体" panose="02010600030101010101" pitchFamily="2" charset="-122"/>
              </a:rPr>
              <a:t>讲 数据类型、运算符和表达式</a:t>
            </a:r>
            <a:endParaRPr lang="en-US" altLang="zh-CN" sz="4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/>
          <p:nvPr>
            <p:ph idx="1"/>
          </p:nvPr>
        </p:nvSpPr>
        <p:spPr>
          <a:xfrm>
            <a:off x="287338" y="1447800"/>
            <a:ext cx="8729662" cy="792163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buNone/>
            </a:pPr>
            <a:r>
              <a:rPr lang="zh-CN" altLang="en-US" dirty="0"/>
              <a:t>本节内容为课本第</a:t>
            </a:r>
            <a:r>
              <a:rPr lang="en-US" altLang="zh-CN" dirty="0"/>
              <a:t>3</a:t>
            </a:r>
            <a:r>
              <a:rPr lang="zh-CN" altLang="en-US" dirty="0"/>
              <a:t>章。</a:t>
            </a:r>
            <a:endParaRPr lang="zh-CN" altLang="en-US" dirty="0"/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92163" y="125413"/>
            <a:ext cx="9072563" cy="8556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练习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6147" name="Rectangle 3"/>
          <p:cNvSpPr/>
          <p:nvPr>
            <p:ph idx="1"/>
          </p:nvPr>
        </p:nvSpPr>
        <p:spPr>
          <a:xfrm>
            <a:off x="198438" y="1341438"/>
            <a:ext cx="9666287" cy="719137"/>
          </a:xfrm>
          <a:noFill/>
          <a:ln>
            <a:noFill/>
          </a:ln>
        </p:spPr>
        <p:txBody>
          <a:bodyPr/>
          <a:p>
            <a:pPr>
              <a:buNone/>
            </a:pPr>
            <a:r>
              <a:rPr lang="zh-CN" altLang="en-US" dirty="0"/>
              <a:t>编程：输入圆半径，输出面积和周长。 </a:t>
            </a:r>
            <a:endParaRPr lang="zh-CN" altLang="en-US" dirty="0"/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7685088" y="5949950"/>
            <a:ext cx="236378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exp2_1.cpp</a:t>
            </a:r>
            <a:endParaRPr kumimoji="0" lang="en-US" sz="24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6550" y="5254625"/>
            <a:ext cx="95059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dirty="0">
                <a:solidFill>
                  <a:srgbClr val="FF0000"/>
                </a:solidFill>
                <a:latin typeface="Gulim" pitchFamily="34" charset="-127"/>
              </a:rPr>
              <a:t>%f, </a:t>
            </a:r>
            <a:r>
              <a:rPr lang="zh-CN" altLang="en-US" sz="2800" dirty="0">
                <a:solidFill>
                  <a:srgbClr val="FF0000"/>
                </a:solidFill>
                <a:latin typeface="Gulim" pitchFamily="34" charset="-127"/>
              </a:rPr>
              <a:t>默认</a:t>
            </a:r>
            <a:r>
              <a:rPr lang="en-US" altLang="zh-CN" sz="2800" dirty="0">
                <a:solidFill>
                  <a:srgbClr val="FF0000"/>
                </a:solidFill>
                <a:latin typeface="Gulim" pitchFamily="34" charset="-127"/>
              </a:rPr>
              <a:t>6</a:t>
            </a:r>
            <a:r>
              <a:rPr lang="zh-CN" altLang="en-US" sz="2800" dirty="0">
                <a:solidFill>
                  <a:srgbClr val="FF0000"/>
                </a:solidFill>
                <a:latin typeface="Gulim" pitchFamily="34" charset="-127"/>
              </a:rPr>
              <a:t>位小数，末尾自动补</a:t>
            </a:r>
            <a:r>
              <a:rPr lang="en-US" altLang="zh-CN" sz="2800" dirty="0">
                <a:solidFill>
                  <a:srgbClr val="FF0000"/>
                </a:solidFill>
                <a:latin typeface="Gulim" pitchFamily="34" charset="-127"/>
              </a:rPr>
              <a:t>0</a:t>
            </a:r>
            <a:r>
              <a:rPr lang="zh-CN" altLang="en-US" sz="2800" dirty="0">
                <a:solidFill>
                  <a:srgbClr val="FF0000"/>
                </a:solidFill>
                <a:latin typeface="Gulim" pitchFamily="34" charset="-127"/>
              </a:rPr>
              <a:t>。</a:t>
            </a:r>
            <a:r>
              <a:rPr lang="en-US" altLang="zh-CN" sz="2800" dirty="0">
                <a:solidFill>
                  <a:srgbClr val="FF0000"/>
                </a:solidFill>
                <a:latin typeface="Gulim" pitchFamily="34" charset="-127"/>
              </a:rPr>
              <a:t>%g</a:t>
            </a:r>
            <a:r>
              <a:rPr lang="zh-CN" altLang="en-US" sz="2800" dirty="0">
                <a:solidFill>
                  <a:srgbClr val="FF0000"/>
                </a:solidFill>
                <a:latin typeface="Gulim" pitchFamily="34" charset="-127"/>
              </a:rPr>
              <a:t>：不补零。</a:t>
            </a:r>
            <a:endParaRPr lang="zh-CN" altLang="en-US" sz="2800" dirty="0">
              <a:solidFill>
                <a:srgbClr val="FF0000"/>
              </a:solidFill>
              <a:latin typeface="Gulim" pitchFamily="34" charset="-127"/>
            </a:endParaRPr>
          </a:p>
        </p:txBody>
      </p:sp>
      <p:sp>
        <p:nvSpPr>
          <p:cNvPr id="6150" name="文本框 3"/>
          <p:cNvSpPr txBox="1"/>
          <p:nvPr/>
        </p:nvSpPr>
        <p:spPr>
          <a:xfrm>
            <a:off x="336550" y="5883275"/>
            <a:ext cx="705643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800" dirty="0">
                <a:solidFill>
                  <a:srgbClr val="FF0000"/>
                </a:solidFill>
                <a:latin typeface="Gulim" pitchFamily="34" charset="-127"/>
                <a:hlinkClick r:id="rId1"/>
              </a:rPr>
              <a:t>http://c.biancheng.net/view/1795.html</a:t>
            </a:r>
            <a:endParaRPr lang="zh-CN" altLang="en-US" sz="2800" dirty="0">
              <a:solidFill>
                <a:srgbClr val="FF0000"/>
              </a:solidFill>
              <a:latin typeface="Gulim" pitchFamily="34" charset="-127"/>
            </a:endParaRPr>
          </a:p>
        </p:txBody>
      </p:sp>
      <p:pic>
        <p:nvPicPr>
          <p:cNvPr id="6151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0" y="-3175"/>
            <a:ext cx="6334125" cy="5172075"/>
          </a:xfrm>
          <a:prstGeom prst="rect">
            <a:avLst/>
          </a:prstGeom>
          <a:noFill/>
          <a:ln w="12700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pic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125413"/>
            <a:ext cx="9072563" cy="8556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基本数据类型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8195" name="Rectangle 3"/>
          <p:cNvSpPr/>
          <p:nvPr>
            <p:ph idx="1"/>
          </p:nvPr>
        </p:nvSpPr>
        <p:spPr>
          <a:xfrm>
            <a:off x="276225" y="1144588"/>
            <a:ext cx="9155113" cy="4876800"/>
          </a:xfrm>
          <a:noFill/>
          <a:ln>
            <a:noFill/>
          </a:ln>
        </p:spPr>
        <p:txBody>
          <a:bodyPr/>
          <a:p>
            <a:pPr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dirty="0"/>
              <a:t>int         </a:t>
            </a:r>
            <a:r>
              <a:rPr lang="zh-CN" altLang="en-US" dirty="0"/>
              <a:t>整型                            </a:t>
            </a:r>
            <a:endParaRPr lang="en-US" altLang="zh-CN" sz="2100" dirty="0">
              <a:solidFill>
                <a:srgbClr val="FF0000"/>
              </a:solidFill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dirty="0"/>
              <a:t>float      </a:t>
            </a:r>
            <a:r>
              <a:rPr lang="zh-CN" altLang="en-US" dirty="0"/>
              <a:t>单精度浮点类型</a:t>
            </a:r>
            <a:endParaRPr lang="en-US" altLang="zh-CN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dirty="0"/>
              <a:t>double   </a:t>
            </a:r>
            <a:r>
              <a:rPr lang="zh-CN" altLang="en-US" dirty="0"/>
              <a:t>双精度浮点类型</a:t>
            </a:r>
            <a:endParaRPr lang="en-US" altLang="zh-CN" sz="2100" dirty="0">
              <a:solidFill>
                <a:srgbClr val="FF0000"/>
              </a:solidFill>
            </a:endParaRP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en-US" altLang="zh-CN" dirty="0"/>
              <a:t>char      </a:t>
            </a:r>
            <a:r>
              <a:rPr lang="zh-CN" altLang="en-US" dirty="0"/>
              <a:t>字符</a:t>
            </a: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Font typeface="Wingdings" panose="05000000000000000000" pitchFamily="2" charset="2"/>
              <a:buChar char="v"/>
            </a:pP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8196" name="Text Box 4"/>
          <p:cNvSpPr txBox="1"/>
          <p:nvPr/>
        </p:nvSpPr>
        <p:spPr>
          <a:xfrm>
            <a:off x="515938" y="4005263"/>
            <a:ext cx="6667500" cy="1801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修饰符：</a:t>
            </a:r>
            <a:endParaRPr lang="zh-CN" altLang="en-US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short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long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unsigned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signed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6769100" y="6021388"/>
            <a:ext cx="316706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参见教材</a:t>
            </a:r>
            <a:r>
              <a:rPr kumimoji="0" lang="en-US" sz="24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P48  </a:t>
            </a:r>
            <a:r>
              <a:rPr kumimoji="0" lang="zh-CN" altLang="en-US" sz="24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表</a:t>
            </a:r>
            <a:r>
              <a:rPr kumimoji="0" lang="en-US" altLang="zh-CN" sz="24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3</a:t>
            </a:r>
            <a:r>
              <a:rPr kumimoji="0" lang="en-US" sz="24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-4</a:t>
            </a:r>
            <a:endParaRPr kumimoji="0" lang="en-US" sz="24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43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62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79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charRg st="5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charRg st="16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Line 2"/>
          <p:cNvSpPr/>
          <p:nvPr/>
        </p:nvSpPr>
        <p:spPr>
          <a:xfrm>
            <a:off x="0" y="3562350"/>
            <a:ext cx="10080625" cy="0"/>
          </a:xfrm>
          <a:prstGeom prst="line">
            <a:avLst/>
          </a:prstGeom>
          <a:ln w="19050" cap="flat" cmpd="sng">
            <a:solidFill>
              <a:srgbClr val="666699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9219" name="Group 3"/>
          <p:cNvGrpSpPr/>
          <p:nvPr/>
        </p:nvGrpSpPr>
        <p:grpSpPr>
          <a:xfrm>
            <a:off x="0" y="2636838"/>
            <a:ext cx="10080625" cy="909637"/>
            <a:chOff x="0" y="0"/>
            <a:chExt cx="6350" cy="573"/>
          </a:xfrm>
        </p:grpSpPr>
        <p:sp>
          <p:nvSpPr>
            <p:cNvPr id="9329" name="Rectangle 4"/>
            <p:cNvSpPr/>
            <p:nvPr/>
          </p:nvSpPr>
          <p:spPr>
            <a:xfrm>
              <a:off x="0" y="0"/>
              <a:ext cx="6349" cy="573"/>
            </a:xfrm>
            <a:prstGeom prst="rect">
              <a:avLst/>
            </a:prstGeom>
            <a:solidFill>
              <a:srgbClr val="3A8CE7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30" name="Line 5"/>
            <p:cNvSpPr/>
            <p:nvPr/>
          </p:nvSpPr>
          <p:spPr>
            <a:xfrm>
              <a:off x="0" y="105"/>
              <a:ext cx="6350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220" name="Group 6"/>
          <p:cNvGrpSpPr/>
          <p:nvPr/>
        </p:nvGrpSpPr>
        <p:grpSpPr>
          <a:xfrm>
            <a:off x="71438" y="80963"/>
            <a:ext cx="2228850" cy="6680200"/>
            <a:chOff x="0" y="0"/>
            <a:chExt cx="1404" cy="4208"/>
          </a:xfrm>
        </p:grpSpPr>
        <p:sp>
          <p:nvSpPr>
            <p:cNvPr id="9222" name="Oval 7"/>
            <p:cNvSpPr/>
            <p:nvPr/>
          </p:nvSpPr>
          <p:spPr>
            <a:xfrm>
              <a:off x="590" y="174"/>
              <a:ext cx="225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23" name="Oval 8"/>
            <p:cNvSpPr/>
            <p:nvPr/>
          </p:nvSpPr>
          <p:spPr>
            <a:xfrm>
              <a:off x="295" y="174"/>
              <a:ext cx="225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24" name="Oval 9"/>
            <p:cNvSpPr/>
            <p:nvPr/>
          </p:nvSpPr>
          <p:spPr>
            <a:xfrm>
              <a:off x="0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25" name="Oval 10"/>
            <p:cNvSpPr/>
            <p:nvPr/>
          </p:nvSpPr>
          <p:spPr>
            <a:xfrm>
              <a:off x="1180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26" name="Oval 11"/>
            <p:cNvSpPr/>
            <p:nvPr/>
          </p:nvSpPr>
          <p:spPr>
            <a:xfrm>
              <a:off x="885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27" name="Oval 12"/>
            <p:cNvSpPr/>
            <p:nvPr/>
          </p:nvSpPr>
          <p:spPr>
            <a:xfrm>
              <a:off x="64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28" name="Oval 13"/>
            <p:cNvSpPr/>
            <p:nvPr/>
          </p:nvSpPr>
          <p:spPr>
            <a:xfrm>
              <a:off x="351" y="473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29" name="Oval 14"/>
            <p:cNvSpPr/>
            <p:nvPr/>
          </p:nvSpPr>
          <p:spPr>
            <a:xfrm>
              <a:off x="5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30" name="Oval 15"/>
            <p:cNvSpPr/>
            <p:nvPr/>
          </p:nvSpPr>
          <p:spPr>
            <a:xfrm>
              <a:off x="123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31" name="Oval 16"/>
            <p:cNvSpPr/>
            <p:nvPr/>
          </p:nvSpPr>
          <p:spPr>
            <a:xfrm>
              <a:off x="941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32" name="Oval 17"/>
            <p:cNvSpPr/>
            <p:nvPr/>
          </p:nvSpPr>
          <p:spPr>
            <a:xfrm>
              <a:off x="627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33" name="Oval 18"/>
            <p:cNvSpPr/>
            <p:nvPr/>
          </p:nvSpPr>
          <p:spPr>
            <a:xfrm>
              <a:off x="332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34" name="Oval 19"/>
            <p:cNvSpPr/>
            <p:nvPr/>
          </p:nvSpPr>
          <p:spPr>
            <a:xfrm>
              <a:off x="37" y="68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35" name="Oval 20"/>
            <p:cNvSpPr/>
            <p:nvPr/>
          </p:nvSpPr>
          <p:spPr>
            <a:xfrm>
              <a:off x="1217" y="68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36" name="Oval 21"/>
            <p:cNvSpPr/>
            <p:nvPr/>
          </p:nvSpPr>
          <p:spPr>
            <a:xfrm>
              <a:off x="922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37" name="Oval 22"/>
            <p:cNvSpPr/>
            <p:nvPr/>
          </p:nvSpPr>
          <p:spPr>
            <a:xfrm>
              <a:off x="590" y="1113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38" name="Oval 23"/>
            <p:cNvSpPr/>
            <p:nvPr/>
          </p:nvSpPr>
          <p:spPr>
            <a:xfrm>
              <a:off x="295" y="1113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39" name="Oval 24"/>
            <p:cNvSpPr/>
            <p:nvPr/>
          </p:nvSpPr>
          <p:spPr>
            <a:xfrm>
              <a:off x="0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40" name="Oval 25"/>
            <p:cNvSpPr/>
            <p:nvPr/>
          </p:nvSpPr>
          <p:spPr>
            <a:xfrm>
              <a:off x="1180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41" name="Oval 26"/>
            <p:cNvSpPr/>
            <p:nvPr/>
          </p:nvSpPr>
          <p:spPr>
            <a:xfrm>
              <a:off x="885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42" name="Oval 27"/>
            <p:cNvSpPr/>
            <p:nvPr/>
          </p:nvSpPr>
          <p:spPr>
            <a:xfrm>
              <a:off x="64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43" name="Oval 28"/>
            <p:cNvSpPr/>
            <p:nvPr/>
          </p:nvSpPr>
          <p:spPr>
            <a:xfrm>
              <a:off x="351" y="93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44" name="Oval 29"/>
            <p:cNvSpPr/>
            <p:nvPr/>
          </p:nvSpPr>
          <p:spPr>
            <a:xfrm>
              <a:off x="5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45" name="Oval 30"/>
            <p:cNvSpPr/>
            <p:nvPr/>
          </p:nvSpPr>
          <p:spPr>
            <a:xfrm>
              <a:off x="123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46" name="Oval 31"/>
            <p:cNvSpPr/>
            <p:nvPr/>
          </p:nvSpPr>
          <p:spPr>
            <a:xfrm>
              <a:off x="941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47" name="Oval 32"/>
            <p:cNvSpPr/>
            <p:nvPr/>
          </p:nvSpPr>
          <p:spPr>
            <a:xfrm>
              <a:off x="64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48" name="Oval 33"/>
            <p:cNvSpPr/>
            <p:nvPr/>
          </p:nvSpPr>
          <p:spPr>
            <a:xfrm>
              <a:off x="351" y="1429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49" name="Oval 34"/>
            <p:cNvSpPr/>
            <p:nvPr/>
          </p:nvSpPr>
          <p:spPr>
            <a:xfrm>
              <a:off x="5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50" name="Oval 35"/>
            <p:cNvSpPr/>
            <p:nvPr/>
          </p:nvSpPr>
          <p:spPr>
            <a:xfrm>
              <a:off x="123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51" name="Oval 36"/>
            <p:cNvSpPr/>
            <p:nvPr/>
          </p:nvSpPr>
          <p:spPr>
            <a:xfrm>
              <a:off x="941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52" name="Oval 37"/>
            <p:cNvSpPr/>
            <p:nvPr/>
          </p:nvSpPr>
          <p:spPr>
            <a:xfrm>
              <a:off x="627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53" name="Oval 38"/>
            <p:cNvSpPr/>
            <p:nvPr/>
          </p:nvSpPr>
          <p:spPr>
            <a:xfrm>
              <a:off x="332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54" name="Oval 39"/>
            <p:cNvSpPr/>
            <p:nvPr/>
          </p:nvSpPr>
          <p:spPr>
            <a:xfrm>
              <a:off x="37" y="1640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55" name="Oval 40"/>
            <p:cNvSpPr/>
            <p:nvPr/>
          </p:nvSpPr>
          <p:spPr>
            <a:xfrm>
              <a:off x="1217" y="1640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56" name="Oval 41"/>
            <p:cNvSpPr/>
            <p:nvPr/>
          </p:nvSpPr>
          <p:spPr>
            <a:xfrm>
              <a:off x="922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57" name="Oval 42"/>
            <p:cNvSpPr/>
            <p:nvPr/>
          </p:nvSpPr>
          <p:spPr>
            <a:xfrm>
              <a:off x="64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58" name="Oval 43"/>
            <p:cNvSpPr/>
            <p:nvPr/>
          </p:nvSpPr>
          <p:spPr>
            <a:xfrm>
              <a:off x="351" y="1886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59" name="Oval 44"/>
            <p:cNvSpPr/>
            <p:nvPr/>
          </p:nvSpPr>
          <p:spPr>
            <a:xfrm>
              <a:off x="5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60" name="Oval 45"/>
            <p:cNvSpPr/>
            <p:nvPr/>
          </p:nvSpPr>
          <p:spPr>
            <a:xfrm>
              <a:off x="123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61" name="Oval 46"/>
            <p:cNvSpPr/>
            <p:nvPr/>
          </p:nvSpPr>
          <p:spPr>
            <a:xfrm>
              <a:off x="941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62" name="Oval 47"/>
            <p:cNvSpPr/>
            <p:nvPr/>
          </p:nvSpPr>
          <p:spPr>
            <a:xfrm>
              <a:off x="64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63" name="Oval 48"/>
            <p:cNvSpPr/>
            <p:nvPr/>
          </p:nvSpPr>
          <p:spPr>
            <a:xfrm>
              <a:off x="351" y="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64" name="Oval 49"/>
            <p:cNvSpPr/>
            <p:nvPr/>
          </p:nvSpPr>
          <p:spPr>
            <a:xfrm>
              <a:off x="5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65" name="Oval 50"/>
            <p:cNvSpPr/>
            <p:nvPr/>
          </p:nvSpPr>
          <p:spPr>
            <a:xfrm>
              <a:off x="123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66" name="Oval 51"/>
            <p:cNvSpPr/>
            <p:nvPr/>
          </p:nvSpPr>
          <p:spPr>
            <a:xfrm>
              <a:off x="941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67" name="Oval 52"/>
            <p:cNvSpPr/>
            <p:nvPr/>
          </p:nvSpPr>
          <p:spPr>
            <a:xfrm>
              <a:off x="590" y="2109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68" name="Oval 53"/>
            <p:cNvSpPr/>
            <p:nvPr/>
          </p:nvSpPr>
          <p:spPr>
            <a:xfrm>
              <a:off x="295" y="2109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69" name="Oval 54"/>
            <p:cNvSpPr/>
            <p:nvPr/>
          </p:nvSpPr>
          <p:spPr>
            <a:xfrm>
              <a:off x="0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70" name="Oval 55"/>
            <p:cNvSpPr/>
            <p:nvPr/>
          </p:nvSpPr>
          <p:spPr>
            <a:xfrm>
              <a:off x="1180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71" name="Oval 56"/>
            <p:cNvSpPr/>
            <p:nvPr/>
          </p:nvSpPr>
          <p:spPr>
            <a:xfrm>
              <a:off x="885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72" name="Oval 57"/>
            <p:cNvSpPr/>
            <p:nvPr/>
          </p:nvSpPr>
          <p:spPr>
            <a:xfrm>
              <a:off x="64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73" name="Oval 58"/>
            <p:cNvSpPr/>
            <p:nvPr/>
          </p:nvSpPr>
          <p:spPr>
            <a:xfrm>
              <a:off x="351" y="2425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74" name="Oval 59"/>
            <p:cNvSpPr/>
            <p:nvPr/>
          </p:nvSpPr>
          <p:spPr>
            <a:xfrm>
              <a:off x="5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75" name="Oval 60"/>
            <p:cNvSpPr/>
            <p:nvPr/>
          </p:nvSpPr>
          <p:spPr>
            <a:xfrm>
              <a:off x="123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76" name="Oval 61"/>
            <p:cNvSpPr/>
            <p:nvPr/>
          </p:nvSpPr>
          <p:spPr>
            <a:xfrm>
              <a:off x="941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77" name="Oval 62"/>
            <p:cNvSpPr/>
            <p:nvPr/>
          </p:nvSpPr>
          <p:spPr>
            <a:xfrm>
              <a:off x="627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78" name="Oval 63"/>
            <p:cNvSpPr/>
            <p:nvPr/>
          </p:nvSpPr>
          <p:spPr>
            <a:xfrm>
              <a:off x="332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79" name="Oval 64"/>
            <p:cNvSpPr/>
            <p:nvPr/>
          </p:nvSpPr>
          <p:spPr>
            <a:xfrm>
              <a:off x="37" y="2636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80" name="Oval 65"/>
            <p:cNvSpPr/>
            <p:nvPr/>
          </p:nvSpPr>
          <p:spPr>
            <a:xfrm>
              <a:off x="1217" y="2636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81" name="Oval 66"/>
            <p:cNvSpPr/>
            <p:nvPr/>
          </p:nvSpPr>
          <p:spPr>
            <a:xfrm>
              <a:off x="922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82" name="Oval 67"/>
            <p:cNvSpPr/>
            <p:nvPr/>
          </p:nvSpPr>
          <p:spPr>
            <a:xfrm>
              <a:off x="64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83" name="Oval 68"/>
            <p:cNvSpPr/>
            <p:nvPr/>
          </p:nvSpPr>
          <p:spPr>
            <a:xfrm>
              <a:off x="351" y="2882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84" name="Oval 69"/>
            <p:cNvSpPr/>
            <p:nvPr/>
          </p:nvSpPr>
          <p:spPr>
            <a:xfrm>
              <a:off x="5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85" name="Oval 70"/>
            <p:cNvSpPr/>
            <p:nvPr/>
          </p:nvSpPr>
          <p:spPr>
            <a:xfrm>
              <a:off x="123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86" name="Oval 71"/>
            <p:cNvSpPr/>
            <p:nvPr/>
          </p:nvSpPr>
          <p:spPr>
            <a:xfrm>
              <a:off x="941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87" name="Oval 72"/>
            <p:cNvSpPr/>
            <p:nvPr/>
          </p:nvSpPr>
          <p:spPr>
            <a:xfrm>
              <a:off x="590" y="3107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88" name="Oval 73"/>
            <p:cNvSpPr/>
            <p:nvPr/>
          </p:nvSpPr>
          <p:spPr>
            <a:xfrm>
              <a:off x="295" y="3107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89" name="Oval 74"/>
            <p:cNvSpPr/>
            <p:nvPr/>
          </p:nvSpPr>
          <p:spPr>
            <a:xfrm>
              <a:off x="0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90" name="Oval 75"/>
            <p:cNvSpPr/>
            <p:nvPr/>
          </p:nvSpPr>
          <p:spPr>
            <a:xfrm>
              <a:off x="1180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91" name="Oval 76"/>
            <p:cNvSpPr/>
            <p:nvPr/>
          </p:nvSpPr>
          <p:spPr>
            <a:xfrm>
              <a:off x="885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92" name="Oval 77"/>
            <p:cNvSpPr/>
            <p:nvPr/>
          </p:nvSpPr>
          <p:spPr>
            <a:xfrm>
              <a:off x="64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93" name="Oval 78"/>
            <p:cNvSpPr/>
            <p:nvPr/>
          </p:nvSpPr>
          <p:spPr>
            <a:xfrm>
              <a:off x="351" y="3423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94" name="Oval 79"/>
            <p:cNvSpPr/>
            <p:nvPr/>
          </p:nvSpPr>
          <p:spPr>
            <a:xfrm>
              <a:off x="5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95" name="Oval 80"/>
            <p:cNvSpPr/>
            <p:nvPr/>
          </p:nvSpPr>
          <p:spPr>
            <a:xfrm>
              <a:off x="123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96" name="Oval 81"/>
            <p:cNvSpPr/>
            <p:nvPr/>
          </p:nvSpPr>
          <p:spPr>
            <a:xfrm>
              <a:off x="941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97" name="Oval 82"/>
            <p:cNvSpPr/>
            <p:nvPr/>
          </p:nvSpPr>
          <p:spPr>
            <a:xfrm>
              <a:off x="627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98" name="Oval 83"/>
            <p:cNvSpPr/>
            <p:nvPr/>
          </p:nvSpPr>
          <p:spPr>
            <a:xfrm>
              <a:off x="332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299" name="Oval 84"/>
            <p:cNvSpPr/>
            <p:nvPr/>
          </p:nvSpPr>
          <p:spPr>
            <a:xfrm>
              <a:off x="37" y="363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00" name="Oval 85"/>
            <p:cNvSpPr/>
            <p:nvPr/>
          </p:nvSpPr>
          <p:spPr>
            <a:xfrm>
              <a:off x="1217" y="363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01" name="Oval 86"/>
            <p:cNvSpPr/>
            <p:nvPr/>
          </p:nvSpPr>
          <p:spPr>
            <a:xfrm>
              <a:off x="922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02" name="Oval 87"/>
            <p:cNvSpPr/>
            <p:nvPr/>
          </p:nvSpPr>
          <p:spPr>
            <a:xfrm>
              <a:off x="64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03" name="Oval 88"/>
            <p:cNvSpPr/>
            <p:nvPr/>
          </p:nvSpPr>
          <p:spPr>
            <a:xfrm>
              <a:off x="351" y="388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04" name="Oval 89"/>
            <p:cNvSpPr/>
            <p:nvPr/>
          </p:nvSpPr>
          <p:spPr>
            <a:xfrm>
              <a:off x="5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05" name="Oval 90"/>
            <p:cNvSpPr/>
            <p:nvPr/>
          </p:nvSpPr>
          <p:spPr>
            <a:xfrm>
              <a:off x="123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06" name="Oval 91"/>
            <p:cNvSpPr/>
            <p:nvPr/>
          </p:nvSpPr>
          <p:spPr>
            <a:xfrm>
              <a:off x="941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07" name="Oval 92"/>
            <p:cNvSpPr/>
            <p:nvPr/>
          </p:nvSpPr>
          <p:spPr>
            <a:xfrm>
              <a:off x="627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08" name="Oval 93"/>
            <p:cNvSpPr/>
            <p:nvPr/>
          </p:nvSpPr>
          <p:spPr>
            <a:xfrm>
              <a:off x="332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09" name="Oval 94"/>
            <p:cNvSpPr/>
            <p:nvPr/>
          </p:nvSpPr>
          <p:spPr>
            <a:xfrm>
              <a:off x="37" y="4059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10" name="Oval 95"/>
            <p:cNvSpPr/>
            <p:nvPr/>
          </p:nvSpPr>
          <p:spPr>
            <a:xfrm>
              <a:off x="1217" y="4059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11" name="Oval 96"/>
            <p:cNvSpPr/>
            <p:nvPr/>
          </p:nvSpPr>
          <p:spPr>
            <a:xfrm>
              <a:off x="922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12" name="Oval 97"/>
            <p:cNvSpPr/>
            <p:nvPr/>
          </p:nvSpPr>
          <p:spPr>
            <a:xfrm>
              <a:off x="1254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13" name="Oval 98"/>
            <p:cNvSpPr/>
            <p:nvPr/>
          </p:nvSpPr>
          <p:spPr>
            <a:xfrm>
              <a:off x="961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14" name="Oval 99"/>
            <p:cNvSpPr/>
            <p:nvPr/>
          </p:nvSpPr>
          <p:spPr>
            <a:xfrm>
              <a:off x="664" y="1631"/>
              <a:ext cx="71" cy="71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15" name="Oval 100"/>
            <p:cNvSpPr/>
            <p:nvPr/>
          </p:nvSpPr>
          <p:spPr>
            <a:xfrm>
              <a:off x="663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16" name="Oval 101"/>
            <p:cNvSpPr/>
            <p:nvPr/>
          </p:nvSpPr>
          <p:spPr>
            <a:xfrm>
              <a:off x="367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17" name="Oval 102"/>
            <p:cNvSpPr/>
            <p:nvPr/>
          </p:nvSpPr>
          <p:spPr>
            <a:xfrm>
              <a:off x="74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18" name="Oval 103"/>
            <p:cNvSpPr/>
            <p:nvPr/>
          </p:nvSpPr>
          <p:spPr>
            <a:xfrm>
              <a:off x="1254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19" name="Oval 104"/>
            <p:cNvSpPr/>
            <p:nvPr/>
          </p:nvSpPr>
          <p:spPr>
            <a:xfrm>
              <a:off x="961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20" name="Oval 105"/>
            <p:cNvSpPr/>
            <p:nvPr/>
          </p:nvSpPr>
          <p:spPr>
            <a:xfrm>
              <a:off x="663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21" name="Oval 106"/>
            <p:cNvSpPr/>
            <p:nvPr/>
          </p:nvSpPr>
          <p:spPr>
            <a:xfrm>
              <a:off x="367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22" name="Oval 107"/>
            <p:cNvSpPr/>
            <p:nvPr/>
          </p:nvSpPr>
          <p:spPr>
            <a:xfrm>
              <a:off x="74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23" name="Oval 108"/>
            <p:cNvSpPr/>
            <p:nvPr/>
          </p:nvSpPr>
          <p:spPr>
            <a:xfrm>
              <a:off x="1254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24" name="Oval 109"/>
            <p:cNvSpPr/>
            <p:nvPr/>
          </p:nvSpPr>
          <p:spPr>
            <a:xfrm>
              <a:off x="961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25" name="Oval 110"/>
            <p:cNvSpPr/>
            <p:nvPr/>
          </p:nvSpPr>
          <p:spPr>
            <a:xfrm>
              <a:off x="664" y="2259"/>
              <a:ext cx="71" cy="71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26" name="Oval 111"/>
            <p:cNvSpPr/>
            <p:nvPr/>
          </p:nvSpPr>
          <p:spPr>
            <a:xfrm>
              <a:off x="663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27" name="Oval 112"/>
            <p:cNvSpPr/>
            <p:nvPr/>
          </p:nvSpPr>
          <p:spPr>
            <a:xfrm>
              <a:off x="367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9328" name="Oval 113"/>
            <p:cNvSpPr/>
            <p:nvPr/>
          </p:nvSpPr>
          <p:spPr>
            <a:xfrm>
              <a:off x="74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</p:grpSp>
      <p:sp>
        <p:nvSpPr>
          <p:cNvPr id="2" name="Text Box 114"/>
          <p:cNvSpPr txBox="1">
            <a:spLocks noChangeArrowheads="1"/>
          </p:cNvSpPr>
          <p:nvPr/>
        </p:nvSpPr>
        <p:spPr bwMode="auto">
          <a:xfrm>
            <a:off x="1125538" y="2060575"/>
            <a:ext cx="7875588" cy="6286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marR="0" algn="ctr" defTabSz="914400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4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2.1 </a:t>
            </a:r>
            <a:r>
              <a:rPr kumimoji="0" lang="zh-CN" altLang="en-US" sz="4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基本数据类型及常量定义</a:t>
            </a:r>
            <a:endParaRPr kumimoji="0" lang="zh-CN" altLang="en-US" sz="44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Gulim" pitchFamily="34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504825" y="0"/>
            <a:ext cx="9072563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float</a:t>
            </a: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0243" name="Rectangle 3">
            <a:hlinkHover r:id="" action="ppaction://hlinkshowjump?jump=nextslide"/>
          </p:cNvPr>
          <p:cNvSpPr>
            <a:spLocks noChangeArrowheads="1"/>
          </p:cNvSpPr>
          <p:nvPr/>
        </p:nvSpPr>
        <p:spPr bwMode="auto">
          <a:xfrm>
            <a:off x="336550" y="1143000"/>
            <a:ext cx="9528175" cy="47545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float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的输入、输出格式控制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%f   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//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教材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P75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表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4-1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#include &lt;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stdio.h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&gt;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int main()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float      	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fr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(“pls input r :”);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scanf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(“%f”,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&amp;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fr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(“Area = %f\n”, 3.14*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fr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*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fr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printf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(“Length = %f\n”, 2*3.14*</a:t>
            </a:r>
            <a:r>
              <a:rPr kumimoji="0" lang="en-US" altLang="zh-CN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fr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);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return 0;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7645400" y="5635625"/>
            <a:ext cx="236378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exp2_1.cpp</a:t>
            </a:r>
            <a:endParaRPr kumimoji="0" lang="en-US" sz="24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0"/>
            <a:ext cx="9072563" cy="9810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常量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15900" y="1196975"/>
            <a:ext cx="9648825" cy="4754563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在程序执行过程中值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不发生变化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。两种方式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在程序中直接给定值，如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exp2_1.cpp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2,3.14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宏定义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（教材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P33 2.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常量）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#define  PI  3.1415926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常量定义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(C++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中）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const int PI=3.1415926;</a:t>
            </a:r>
            <a:endParaRPr kumimoji="0" 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3">
            <a:hlinkHover r:id="" action="ppaction://hlinkshowjump?jump=nextslide"/>
          </p:cNvPr>
          <p:cNvSpPr/>
          <p:nvPr/>
        </p:nvSpPr>
        <p:spPr>
          <a:xfrm>
            <a:off x="336550" y="1371600"/>
            <a:ext cx="9072563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#include &lt;stdio.h&gt;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int main()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{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float      	fr;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printf(“pls input r :”);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scanf(“%f”,&amp;fr);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printf(“Area = %f\n”, 3.14*fr*fr);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printf(“Length = %f\n”, 2*3.14*fr);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    return 0;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</a:pP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Line 2"/>
          <p:cNvSpPr/>
          <p:nvPr/>
        </p:nvSpPr>
        <p:spPr>
          <a:xfrm>
            <a:off x="3532188" y="1916113"/>
            <a:ext cx="839787" cy="0"/>
          </a:xfrm>
          <a:prstGeom prst="line">
            <a:avLst/>
          </a:prstGeom>
          <a:ln w="222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2291" name="Text Box 3"/>
          <p:cNvSpPr txBox="1"/>
          <p:nvPr/>
        </p:nvSpPr>
        <p:spPr>
          <a:xfrm>
            <a:off x="4643438" y="1628775"/>
            <a:ext cx="4849812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const float pi = 3.14;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20688" y="152400"/>
            <a:ext cx="9072563" cy="8286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常量定义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2293" name="Text Box 5"/>
          <p:cNvSpPr txBox="1"/>
          <p:nvPr/>
        </p:nvSpPr>
        <p:spPr>
          <a:xfrm>
            <a:off x="4643438" y="1628775"/>
            <a:ext cx="4849812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#define PI 3.14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5" name="Text Box 7"/>
          <p:cNvSpPr txBox="1"/>
          <p:nvPr/>
        </p:nvSpPr>
        <p:spPr>
          <a:xfrm>
            <a:off x="4619625" y="4565650"/>
            <a:ext cx="708025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PI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296" name="Text Box 8"/>
          <p:cNvSpPr txBox="1"/>
          <p:nvPr/>
        </p:nvSpPr>
        <p:spPr>
          <a:xfrm>
            <a:off x="5327650" y="5084763"/>
            <a:ext cx="720725" cy="519112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PI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/>
      <p:bldP spid="12293" grpId="0" animBg="1"/>
      <p:bldP spid="12295" grpId="0" animBg="1"/>
      <p:bldP spid="1229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6225" y="115888"/>
            <a:ext cx="9288463" cy="8651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常量、变量的命名规则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15900" y="1125538"/>
            <a:ext cx="9659938" cy="5183187"/>
          </a:xfrm>
          <a:solidFill>
            <a:srgbClr val="FFFFFF"/>
          </a:solidFill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标识符：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用来标识变量、常量、函数等的字符序列。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标识符的命名规则：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）有效字符由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字母、数字、下划线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组成，且第一个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字符必须是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字母或下划线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）最长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255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个字符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大小写敏感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8280400" y="6080125"/>
            <a:ext cx="165576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教材</a:t>
            </a:r>
            <a:r>
              <a:rPr kumimoji="0" lang="en-US" sz="24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P33</a:t>
            </a:r>
            <a:endParaRPr kumimoji="0" lang="en-US" sz="24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671513" y="76200"/>
            <a:ext cx="9072563" cy="9048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int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Tahoma" panose="020B0604030504040204" pitchFamily="34" charset="0"/>
              </a:rPr>
              <a:t>—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整型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504825" y="1265238"/>
            <a:ext cx="9575800" cy="3748087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  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short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int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            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短整型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ahoma" panose="020B060403050404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  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long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int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             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长整型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ahoma" panose="020B060403050404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  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unsigned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int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     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无符号整型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ahoma" panose="020B060403050404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  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unsigned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 short 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无符号短整型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ahoma" panose="020B060403050404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  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unsigned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 long  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//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ahoma" panose="020B0604030504040204" pitchFamily="34" charset="0"/>
              </a:rPr>
              <a:t>无符号长整型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ahoma" panose="020B060403050404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4340" name="文本框 1"/>
          <p:cNvSpPr txBox="1">
            <a:spLocks noChangeArrowheads="1"/>
          </p:cNvSpPr>
          <p:nvPr/>
        </p:nvSpPr>
        <p:spPr bwMode="auto">
          <a:xfrm>
            <a:off x="3600152" y="5516563"/>
            <a:ext cx="6143923" cy="52322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sizeof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(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类型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)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返回数据类型字节大小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20675" y="1125538"/>
            <a:ext cx="9544050" cy="4032250"/>
          </a:xfrm>
          <a:solidFill>
            <a:srgbClr val="FFFFFF"/>
          </a:solidFill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整型常量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十进制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10001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-32768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八进制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012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0111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010007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十六进制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0X12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0x111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0XEF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后缀：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986u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0XFEDU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12l 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 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0123L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999lu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8280400" y="6080125"/>
            <a:ext cx="165576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教材</a:t>
            </a:r>
            <a:r>
              <a:rPr kumimoji="0" lang="en-US" sz="24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P36</a:t>
            </a:r>
            <a:endParaRPr kumimoji="0" lang="en-US" sz="24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71513" y="76200"/>
            <a:ext cx="9072563" cy="9048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int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Tahoma" panose="020B0604030504040204" pitchFamily="34" charset="0"/>
              </a:rPr>
              <a:t>—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整型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671513" y="76200"/>
            <a:ext cx="9072562" cy="8318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float,double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/>
                <a:ea typeface="宋体" panose="02010600030101010101" pitchFamily="2" charset="-122"/>
                <a:cs typeface="Tahoma" panose="020B0604030504040204" pitchFamily="34" charset="0"/>
              </a:rPr>
              <a:t>—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ighlight>
                  <a:srgbClr val="0000FF"/>
                </a:highligh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浮点型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highlight>
                <a:srgbClr val="0000FF"/>
              </a:highlight>
              <a:uLnTx/>
              <a:uFillTx/>
              <a:latin typeface="HY헤드라인M" pitchFamily="2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215900" y="1265238"/>
            <a:ext cx="9864725" cy="45402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float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、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double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、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long double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ahoma" panose="020B0604030504040204" pitchFamily="34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double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的输入、输出格式控制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—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%</a:t>
            </a:r>
            <a:r>
              <a:rPr kumimoji="0" lang="en-US" altLang="zh-CN" sz="3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f,%lf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ahoma" panose="020B0604030504040204" pitchFamily="34" charset="0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浮点常量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  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十进制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形式：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3.14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、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10.0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、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.618 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、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123.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  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指数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形式：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2.98e6 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、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3.08E8 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、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.13E-4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  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后缀（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缺省为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double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)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：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3.14f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、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3.14L(long double)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、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Tx/>
              <a:buNone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                       3.14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ahoma" panose="020B060403050404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80000"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  实型常数为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double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型，如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ahoma" panose="020B0604030504040204" pitchFamily="34" charset="0"/>
              </a:rPr>
              <a:t>3.14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Tahoma" panose="020B060403050404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•"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8280400" y="6080125"/>
            <a:ext cx="165576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教材</a:t>
            </a:r>
            <a:r>
              <a:rPr kumimoji="0" lang="en-US" sz="2400" b="1" kern="1200" cap="none" spc="0" normalizeH="0" baseline="0" noProof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P17</a:t>
            </a:r>
            <a:endParaRPr kumimoji="0" lang="en-US" sz="2400" b="1" kern="1200" cap="none" spc="0" normalizeH="0" baseline="0" noProof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2" name="对话气泡: 椭圆形 1"/>
          <p:cNvSpPr/>
          <p:nvPr/>
        </p:nvSpPr>
        <p:spPr>
          <a:xfrm>
            <a:off x="6430963" y="1214438"/>
            <a:ext cx="3313112" cy="1439862"/>
          </a:xfrm>
          <a:prstGeom prst="wedgeEllipseCallout">
            <a:avLst>
              <a:gd name="adj1" fmla="val -23852"/>
              <a:gd name="adj2" fmla="val 103875"/>
            </a:avLst>
          </a:prstGeom>
          <a:solidFill>
            <a:srgbClr val="FFFF0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53882" dir="13499999" algn="ctr" rotWithShape="0">
              <a:schemeClr val="bg2">
                <a:alpha val="50000"/>
              </a:schemeClr>
            </a:outerShdw>
          </a:effectLst>
        </p:spPr>
        <p:txBody>
          <a:bodyPr wrap="none" lIns="0" tIns="0" rIns="0" bIns="0" anchor="ctr" anchorCtr="0"/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格式控制：</a:t>
            </a: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%e</a:t>
            </a:r>
            <a:r>
              <a:rPr lang="zh-CN" altLang="en-US" sz="2800" dirty="0">
                <a:latin typeface="Gulim" pitchFamily="34" charset="-127"/>
                <a:cs typeface="Tahoma" panose="020B0604030504040204" pitchFamily="34" charset="0"/>
              </a:rPr>
              <a:t>，</a:t>
            </a:r>
            <a:r>
              <a:rPr lang="en-US" altLang="zh-CN" sz="2800" dirty="0">
                <a:latin typeface="Gulim" pitchFamily="34" charset="-127"/>
                <a:cs typeface="Tahoma" panose="020B0604030504040204" pitchFamily="34" charset="0"/>
              </a:rPr>
              <a:t>%E</a:t>
            </a:r>
            <a:endParaRPr lang="zh-CN" altLang="en-US" sz="2800" dirty="0">
              <a:latin typeface="Gulim" pitchFamily="34" charset="-127"/>
              <a:ea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Line 2"/>
          <p:cNvSpPr/>
          <p:nvPr/>
        </p:nvSpPr>
        <p:spPr>
          <a:xfrm>
            <a:off x="0" y="3562350"/>
            <a:ext cx="10080625" cy="0"/>
          </a:xfrm>
          <a:prstGeom prst="line">
            <a:avLst/>
          </a:prstGeom>
          <a:ln w="19050" cap="flat" cmpd="sng">
            <a:solidFill>
              <a:srgbClr val="666699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8435" name="Group 3"/>
          <p:cNvGrpSpPr/>
          <p:nvPr/>
        </p:nvGrpSpPr>
        <p:grpSpPr>
          <a:xfrm>
            <a:off x="0" y="2636838"/>
            <a:ext cx="10080625" cy="909637"/>
            <a:chOff x="0" y="0"/>
            <a:chExt cx="6350" cy="573"/>
          </a:xfrm>
        </p:grpSpPr>
        <p:sp>
          <p:nvSpPr>
            <p:cNvPr id="18545" name="Rectangle 4"/>
            <p:cNvSpPr/>
            <p:nvPr/>
          </p:nvSpPr>
          <p:spPr>
            <a:xfrm>
              <a:off x="0" y="0"/>
              <a:ext cx="6349" cy="573"/>
            </a:xfrm>
            <a:prstGeom prst="rect">
              <a:avLst/>
            </a:prstGeom>
            <a:solidFill>
              <a:srgbClr val="3A8CE7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46" name="Line 5"/>
            <p:cNvSpPr/>
            <p:nvPr/>
          </p:nvSpPr>
          <p:spPr>
            <a:xfrm>
              <a:off x="0" y="105"/>
              <a:ext cx="6350" cy="0"/>
            </a:xfrm>
            <a:prstGeom prst="line">
              <a:avLst/>
            </a:prstGeom>
            <a:ln w="19050" cap="flat" cmpd="sng">
              <a:solidFill>
                <a:srgbClr val="FFFFFF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8436" name="Group 6"/>
          <p:cNvGrpSpPr/>
          <p:nvPr/>
        </p:nvGrpSpPr>
        <p:grpSpPr>
          <a:xfrm>
            <a:off x="71438" y="80963"/>
            <a:ext cx="2228850" cy="6680200"/>
            <a:chOff x="0" y="0"/>
            <a:chExt cx="1404" cy="4208"/>
          </a:xfrm>
        </p:grpSpPr>
        <p:sp>
          <p:nvSpPr>
            <p:cNvPr id="18438" name="Oval 7"/>
            <p:cNvSpPr/>
            <p:nvPr/>
          </p:nvSpPr>
          <p:spPr>
            <a:xfrm>
              <a:off x="590" y="174"/>
              <a:ext cx="225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39" name="Oval 8"/>
            <p:cNvSpPr/>
            <p:nvPr/>
          </p:nvSpPr>
          <p:spPr>
            <a:xfrm>
              <a:off x="295" y="174"/>
              <a:ext cx="225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40" name="Oval 9"/>
            <p:cNvSpPr/>
            <p:nvPr/>
          </p:nvSpPr>
          <p:spPr>
            <a:xfrm>
              <a:off x="0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41" name="Oval 10"/>
            <p:cNvSpPr/>
            <p:nvPr/>
          </p:nvSpPr>
          <p:spPr>
            <a:xfrm>
              <a:off x="1180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42" name="Oval 11"/>
            <p:cNvSpPr/>
            <p:nvPr/>
          </p:nvSpPr>
          <p:spPr>
            <a:xfrm>
              <a:off x="885" y="174"/>
              <a:ext cx="224" cy="224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43" name="Oval 12"/>
            <p:cNvSpPr/>
            <p:nvPr/>
          </p:nvSpPr>
          <p:spPr>
            <a:xfrm>
              <a:off x="64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44" name="Oval 13"/>
            <p:cNvSpPr/>
            <p:nvPr/>
          </p:nvSpPr>
          <p:spPr>
            <a:xfrm>
              <a:off x="351" y="473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45" name="Oval 14"/>
            <p:cNvSpPr/>
            <p:nvPr/>
          </p:nvSpPr>
          <p:spPr>
            <a:xfrm>
              <a:off x="5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46" name="Oval 15"/>
            <p:cNvSpPr/>
            <p:nvPr/>
          </p:nvSpPr>
          <p:spPr>
            <a:xfrm>
              <a:off x="1236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47" name="Oval 16"/>
            <p:cNvSpPr/>
            <p:nvPr/>
          </p:nvSpPr>
          <p:spPr>
            <a:xfrm>
              <a:off x="941" y="47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48" name="Oval 17"/>
            <p:cNvSpPr/>
            <p:nvPr/>
          </p:nvSpPr>
          <p:spPr>
            <a:xfrm>
              <a:off x="627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49" name="Oval 18"/>
            <p:cNvSpPr/>
            <p:nvPr/>
          </p:nvSpPr>
          <p:spPr>
            <a:xfrm>
              <a:off x="332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50" name="Oval 19"/>
            <p:cNvSpPr/>
            <p:nvPr/>
          </p:nvSpPr>
          <p:spPr>
            <a:xfrm>
              <a:off x="37" y="68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51" name="Oval 20"/>
            <p:cNvSpPr/>
            <p:nvPr/>
          </p:nvSpPr>
          <p:spPr>
            <a:xfrm>
              <a:off x="1217" y="68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52" name="Oval 21"/>
            <p:cNvSpPr/>
            <p:nvPr/>
          </p:nvSpPr>
          <p:spPr>
            <a:xfrm>
              <a:off x="922" y="68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53" name="Oval 22"/>
            <p:cNvSpPr/>
            <p:nvPr/>
          </p:nvSpPr>
          <p:spPr>
            <a:xfrm>
              <a:off x="590" y="1113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54" name="Oval 23"/>
            <p:cNvSpPr/>
            <p:nvPr/>
          </p:nvSpPr>
          <p:spPr>
            <a:xfrm>
              <a:off x="295" y="1113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55" name="Oval 24"/>
            <p:cNvSpPr/>
            <p:nvPr/>
          </p:nvSpPr>
          <p:spPr>
            <a:xfrm>
              <a:off x="0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56" name="Oval 25"/>
            <p:cNvSpPr/>
            <p:nvPr/>
          </p:nvSpPr>
          <p:spPr>
            <a:xfrm>
              <a:off x="1180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57" name="Oval 26"/>
            <p:cNvSpPr/>
            <p:nvPr/>
          </p:nvSpPr>
          <p:spPr>
            <a:xfrm>
              <a:off x="885" y="1113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58" name="Oval 27"/>
            <p:cNvSpPr/>
            <p:nvPr/>
          </p:nvSpPr>
          <p:spPr>
            <a:xfrm>
              <a:off x="64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59" name="Oval 28"/>
            <p:cNvSpPr/>
            <p:nvPr/>
          </p:nvSpPr>
          <p:spPr>
            <a:xfrm>
              <a:off x="351" y="93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60" name="Oval 29"/>
            <p:cNvSpPr/>
            <p:nvPr/>
          </p:nvSpPr>
          <p:spPr>
            <a:xfrm>
              <a:off x="5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61" name="Oval 30"/>
            <p:cNvSpPr/>
            <p:nvPr/>
          </p:nvSpPr>
          <p:spPr>
            <a:xfrm>
              <a:off x="1236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62" name="Oval 31"/>
            <p:cNvSpPr/>
            <p:nvPr/>
          </p:nvSpPr>
          <p:spPr>
            <a:xfrm>
              <a:off x="941" y="93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63" name="Oval 32"/>
            <p:cNvSpPr/>
            <p:nvPr/>
          </p:nvSpPr>
          <p:spPr>
            <a:xfrm>
              <a:off x="64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64" name="Oval 33"/>
            <p:cNvSpPr/>
            <p:nvPr/>
          </p:nvSpPr>
          <p:spPr>
            <a:xfrm>
              <a:off x="351" y="1429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65" name="Oval 34"/>
            <p:cNvSpPr/>
            <p:nvPr/>
          </p:nvSpPr>
          <p:spPr>
            <a:xfrm>
              <a:off x="5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66" name="Oval 35"/>
            <p:cNvSpPr/>
            <p:nvPr/>
          </p:nvSpPr>
          <p:spPr>
            <a:xfrm>
              <a:off x="1236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67" name="Oval 36"/>
            <p:cNvSpPr/>
            <p:nvPr/>
          </p:nvSpPr>
          <p:spPr>
            <a:xfrm>
              <a:off x="941" y="1429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68" name="Oval 37"/>
            <p:cNvSpPr/>
            <p:nvPr/>
          </p:nvSpPr>
          <p:spPr>
            <a:xfrm>
              <a:off x="627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69" name="Oval 38"/>
            <p:cNvSpPr/>
            <p:nvPr/>
          </p:nvSpPr>
          <p:spPr>
            <a:xfrm>
              <a:off x="332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70" name="Oval 39"/>
            <p:cNvSpPr/>
            <p:nvPr/>
          </p:nvSpPr>
          <p:spPr>
            <a:xfrm>
              <a:off x="37" y="1640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71" name="Oval 40"/>
            <p:cNvSpPr/>
            <p:nvPr/>
          </p:nvSpPr>
          <p:spPr>
            <a:xfrm>
              <a:off x="1217" y="1640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72" name="Oval 41"/>
            <p:cNvSpPr/>
            <p:nvPr/>
          </p:nvSpPr>
          <p:spPr>
            <a:xfrm>
              <a:off x="922" y="1640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73" name="Oval 42"/>
            <p:cNvSpPr/>
            <p:nvPr/>
          </p:nvSpPr>
          <p:spPr>
            <a:xfrm>
              <a:off x="64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74" name="Oval 43"/>
            <p:cNvSpPr/>
            <p:nvPr/>
          </p:nvSpPr>
          <p:spPr>
            <a:xfrm>
              <a:off x="351" y="1886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75" name="Oval 44"/>
            <p:cNvSpPr/>
            <p:nvPr/>
          </p:nvSpPr>
          <p:spPr>
            <a:xfrm>
              <a:off x="5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76" name="Oval 45"/>
            <p:cNvSpPr/>
            <p:nvPr/>
          </p:nvSpPr>
          <p:spPr>
            <a:xfrm>
              <a:off x="1236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77" name="Oval 46"/>
            <p:cNvSpPr/>
            <p:nvPr/>
          </p:nvSpPr>
          <p:spPr>
            <a:xfrm>
              <a:off x="941" y="1886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78" name="Oval 47"/>
            <p:cNvSpPr/>
            <p:nvPr/>
          </p:nvSpPr>
          <p:spPr>
            <a:xfrm>
              <a:off x="64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79" name="Oval 48"/>
            <p:cNvSpPr/>
            <p:nvPr/>
          </p:nvSpPr>
          <p:spPr>
            <a:xfrm>
              <a:off x="351" y="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80" name="Oval 49"/>
            <p:cNvSpPr/>
            <p:nvPr/>
          </p:nvSpPr>
          <p:spPr>
            <a:xfrm>
              <a:off x="5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81" name="Oval 50"/>
            <p:cNvSpPr/>
            <p:nvPr/>
          </p:nvSpPr>
          <p:spPr>
            <a:xfrm>
              <a:off x="1236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82" name="Oval 51"/>
            <p:cNvSpPr/>
            <p:nvPr/>
          </p:nvSpPr>
          <p:spPr>
            <a:xfrm>
              <a:off x="941" y="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83" name="Oval 52"/>
            <p:cNvSpPr/>
            <p:nvPr/>
          </p:nvSpPr>
          <p:spPr>
            <a:xfrm>
              <a:off x="590" y="2109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84" name="Oval 53"/>
            <p:cNvSpPr/>
            <p:nvPr/>
          </p:nvSpPr>
          <p:spPr>
            <a:xfrm>
              <a:off x="295" y="2109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85" name="Oval 54"/>
            <p:cNvSpPr/>
            <p:nvPr/>
          </p:nvSpPr>
          <p:spPr>
            <a:xfrm>
              <a:off x="0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86" name="Oval 55"/>
            <p:cNvSpPr/>
            <p:nvPr/>
          </p:nvSpPr>
          <p:spPr>
            <a:xfrm>
              <a:off x="1180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87" name="Oval 56"/>
            <p:cNvSpPr/>
            <p:nvPr/>
          </p:nvSpPr>
          <p:spPr>
            <a:xfrm>
              <a:off x="885" y="2109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88" name="Oval 57"/>
            <p:cNvSpPr/>
            <p:nvPr/>
          </p:nvSpPr>
          <p:spPr>
            <a:xfrm>
              <a:off x="64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89" name="Oval 58"/>
            <p:cNvSpPr/>
            <p:nvPr/>
          </p:nvSpPr>
          <p:spPr>
            <a:xfrm>
              <a:off x="351" y="2425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90" name="Oval 59"/>
            <p:cNvSpPr/>
            <p:nvPr/>
          </p:nvSpPr>
          <p:spPr>
            <a:xfrm>
              <a:off x="5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91" name="Oval 60"/>
            <p:cNvSpPr/>
            <p:nvPr/>
          </p:nvSpPr>
          <p:spPr>
            <a:xfrm>
              <a:off x="1236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92" name="Oval 61"/>
            <p:cNvSpPr/>
            <p:nvPr/>
          </p:nvSpPr>
          <p:spPr>
            <a:xfrm>
              <a:off x="941" y="2425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93" name="Oval 62"/>
            <p:cNvSpPr/>
            <p:nvPr/>
          </p:nvSpPr>
          <p:spPr>
            <a:xfrm>
              <a:off x="627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94" name="Oval 63"/>
            <p:cNvSpPr/>
            <p:nvPr/>
          </p:nvSpPr>
          <p:spPr>
            <a:xfrm>
              <a:off x="332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95" name="Oval 64"/>
            <p:cNvSpPr/>
            <p:nvPr/>
          </p:nvSpPr>
          <p:spPr>
            <a:xfrm>
              <a:off x="37" y="2636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96" name="Oval 65"/>
            <p:cNvSpPr/>
            <p:nvPr/>
          </p:nvSpPr>
          <p:spPr>
            <a:xfrm>
              <a:off x="1217" y="2636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97" name="Oval 66"/>
            <p:cNvSpPr/>
            <p:nvPr/>
          </p:nvSpPr>
          <p:spPr>
            <a:xfrm>
              <a:off x="922" y="2636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98" name="Oval 67"/>
            <p:cNvSpPr/>
            <p:nvPr/>
          </p:nvSpPr>
          <p:spPr>
            <a:xfrm>
              <a:off x="64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499" name="Oval 68"/>
            <p:cNvSpPr/>
            <p:nvPr/>
          </p:nvSpPr>
          <p:spPr>
            <a:xfrm>
              <a:off x="351" y="2882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00" name="Oval 69"/>
            <p:cNvSpPr/>
            <p:nvPr/>
          </p:nvSpPr>
          <p:spPr>
            <a:xfrm>
              <a:off x="5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01" name="Oval 70"/>
            <p:cNvSpPr/>
            <p:nvPr/>
          </p:nvSpPr>
          <p:spPr>
            <a:xfrm>
              <a:off x="1236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02" name="Oval 71"/>
            <p:cNvSpPr/>
            <p:nvPr/>
          </p:nvSpPr>
          <p:spPr>
            <a:xfrm>
              <a:off x="941" y="2882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03" name="Oval 72"/>
            <p:cNvSpPr/>
            <p:nvPr/>
          </p:nvSpPr>
          <p:spPr>
            <a:xfrm>
              <a:off x="590" y="3107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04" name="Oval 73"/>
            <p:cNvSpPr/>
            <p:nvPr/>
          </p:nvSpPr>
          <p:spPr>
            <a:xfrm>
              <a:off x="295" y="3107"/>
              <a:ext cx="225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05" name="Oval 74"/>
            <p:cNvSpPr/>
            <p:nvPr/>
          </p:nvSpPr>
          <p:spPr>
            <a:xfrm>
              <a:off x="0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06" name="Oval 75"/>
            <p:cNvSpPr/>
            <p:nvPr/>
          </p:nvSpPr>
          <p:spPr>
            <a:xfrm>
              <a:off x="1180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07" name="Oval 76"/>
            <p:cNvSpPr/>
            <p:nvPr/>
          </p:nvSpPr>
          <p:spPr>
            <a:xfrm>
              <a:off x="885" y="3107"/>
              <a:ext cx="224" cy="225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08" name="Oval 77"/>
            <p:cNvSpPr/>
            <p:nvPr/>
          </p:nvSpPr>
          <p:spPr>
            <a:xfrm>
              <a:off x="64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09" name="Oval 78"/>
            <p:cNvSpPr/>
            <p:nvPr/>
          </p:nvSpPr>
          <p:spPr>
            <a:xfrm>
              <a:off x="351" y="3423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10" name="Oval 79"/>
            <p:cNvSpPr/>
            <p:nvPr/>
          </p:nvSpPr>
          <p:spPr>
            <a:xfrm>
              <a:off x="5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11" name="Oval 80"/>
            <p:cNvSpPr/>
            <p:nvPr/>
          </p:nvSpPr>
          <p:spPr>
            <a:xfrm>
              <a:off x="1236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12" name="Oval 81"/>
            <p:cNvSpPr/>
            <p:nvPr/>
          </p:nvSpPr>
          <p:spPr>
            <a:xfrm>
              <a:off x="941" y="3423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13" name="Oval 82"/>
            <p:cNvSpPr/>
            <p:nvPr/>
          </p:nvSpPr>
          <p:spPr>
            <a:xfrm>
              <a:off x="627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14" name="Oval 83"/>
            <p:cNvSpPr/>
            <p:nvPr/>
          </p:nvSpPr>
          <p:spPr>
            <a:xfrm>
              <a:off x="332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15" name="Oval 84"/>
            <p:cNvSpPr/>
            <p:nvPr/>
          </p:nvSpPr>
          <p:spPr>
            <a:xfrm>
              <a:off x="37" y="363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16" name="Oval 85"/>
            <p:cNvSpPr/>
            <p:nvPr/>
          </p:nvSpPr>
          <p:spPr>
            <a:xfrm>
              <a:off x="1217" y="3634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17" name="Oval 86"/>
            <p:cNvSpPr/>
            <p:nvPr/>
          </p:nvSpPr>
          <p:spPr>
            <a:xfrm>
              <a:off x="922" y="3634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18" name="Oval 87"/>
            <p:cNvSpPr/>
            <p:nvPr/>
          </p:nvSpPr>
          <p:spPr>
            <a:xfrm>
              <a:off x="64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19" name="Oval 88"/>
            <p:cNvSpPr/>
            <p:nvPr/>
          </p:nvSpPr>
          <p:spPr>
            <a:xfrm>
              <a:off x="351" y="3880"/>
              <a:ext cx="113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20" name="Oval 89"/>
            <p:cNvSpPr/>
            <p:nvPr/>
          </p:nvSpPr>
          <p:spPr>
            <a:xfrm>
              <a:off x="5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21" name="Oval 90"/>
            <p:cNvSpPr/>
            <p:nvPr/>
          </p:nvSpPr>
          <p:spPr>
            <a:xfrm>
              <a:off x="1236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22" name="Oval 91"/>
            <p:cNvSpPr/>
            <p:nvPr/>
          </p:nvSpPr>
          <p:spPr>
            <a:xfrm>
              <a:off x="941" y="3880"/>
              <a:ext cx="112" cy="113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23" name="Oval 92"/>
            <p:cNvSpPr/>
            <p:nvPr/>
          </p:nvSpPr>
          <p:spPr>
            <a:xfrm>
              <a:off x="627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24" name="Oval 93"/>
            <p:cNvSpPr/>
            <p:nvPr/>
          </p:nvSpPr>
          <p:spPr>
            <a:xfrm>
              <a:off x="332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25" name="Oval 94"/>
            <p:cNvSpPr/>
            <p:nvPr/>
          </p:nvSpPr>
          <p:spPr>
            <a:xfrm>
              <a:off x="37" y="4059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26" name="Oval 95"/>
            <p:cNvSpPr/>
            <p:nvPr/>
          </p:nvSpPr>
          <p:spPr>
            <a:xfrm>
              <a:off x="1217" y="4059"/>
              <a:ext cx="149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27" name="Oval 96"/>
            <p:cNvSpPr/>
            <p:nvPr/>
          </p:nvSpPr>
          <p:spPr>
            <a:xfrm>
              <a:off x="922" y="4059"/>
              <a:ext cx="150" cy="149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28" name="Oval 97"/>
            <p:cNvSpPr/>
            <p:nvPr/>
          </p:nvSpPr>
          <p:spPr>
            <a:xfrm>
              <a:off x="1254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29" name="Oval 98"/>
            <p:cNvSpPr/>
            <p:nvPr/>
          </p:nvSpPr>
          <p:spPr>
            <a:xfrm>
              <a:off x="961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30" name="Oval 99"/>
            <p:cNvSpPr/>
            <p:nvPr/>
          </p:nvSpPr>
          <p:spPr>
            <a:xfrm>
              <a:off x="664" y="1631"/>
              <a:ext cx="71" cy="71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31" name="Oval 100"/>
            <p:cNvSpPr/>
            <p:nvPr/>
          </p:nvSpPr>
          <p:spPr>
            <a:xfrm>
              <a:off x="663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32" name="Oval 101"/>
            <p:cNvSpPr/>
            <p:nvPr/>
          </p:nvSpPr>
          <p:spPr>
            <a:xfrm>
              <a:off x="367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33" name="Oval 102"/>
            <p:cNvSpPr/>
            <p:nvPr/>
          </p:nvSpPr>
          <p:spPr>
            <a:xfrm>
              <a:off x="74" y="1631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34" name="Oval 103"/>
            <p:cNvSpPr/>
            <p:nvPr/>
          </p:nvSpPr>
          <p:spPr>
            <a:xfrm>
              <a:off x="1254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35" name="Oval 104"/>
            <p:cNvSpPr/>
            <p:nvPr/>
          </p:nvSpPr>
          <p:spPr>
            <a:xfrm>
              <a:off x="961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36" name="Oval 105"/>
            <p:cNvSpPr/>
            <p:nvPr/>
          </p:nvSpPr>
          <p:spPr>
            <a:xfrm>
              <a:off x="663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37" name="Oval 106"/>
            <p:cNvSpPr/>
            <p:nvPr/>
          </p:nvSpPr>
          <p:spPr>
            <a:xfrm>
              <a:off x="367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38" name="Oval 107"/>
            <p:cNvSpPr/>
            <p:nvPr/>
          </p:nvSpPr>
          <p:spPr>
            <a:xfrm>
              <a:off x="74" y="1942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39" name="Oval 108"/>
            <p:cNvSpPr/>
            <p:nvPr/>
          </p:nvSpPr>
          <p:spPr>
            <a:xfrm>
              <a:off x="1254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40" name="Oval 109"/>
            <p:cNvSpPr/>
            <p:nvPr/>
          </p:nvSpPr>
          <p:spPr>
            <a:xfrm>
              <a:off x="961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41" name="Oval 110"/>
            <p:cNvSpPr/>
            <p:nvPr/>
          </p:nvSpPr>
          <p:spPr>
            <a:xfrm>
              <a:off x="664" y="2259"/>
              <a:ext cx="71" cy="71"/>
            </a:xfrm>
            <a:prstGeom prst="ellipse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42" name="Oval 111"/>
            <p:cNvSpPr/>
            <p:nvPr/>
          </p:nvSpPr>
          <p:spPr>
            <a:xfrm>
              <a:off x="663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43" name="Oval 112"/>
            <p:cNvSpPr/>
            <p:nvPr/>
          </p:nvSpPr>
          <p:spPr>
            <a:xfrm>
              <a:off x="367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  <p:sp>
          <p:nvSpPr>
            <p:cNvPr id="18544" name="Oval 113"/>
            <p:cNvSpPr/>
            <p:nvPr/>
          </p:nvSpPr>
          <p:spPr>
            <a:xfrm>
              <a:off x="74" y="2259"/>
              <a:ext cx="71" cy="71"/>
            </a:xfrm>
            <a:prstGeom prst="ellipse">
              <a:avLst/>
            </a:prstGeom>
            <a:solidFill>
              <a:srgbClr val="666699"/>
            </a:solidFill>
            <a:ln w="9525">
              <a:noFill/>
            </a:ln>
          </p:spPr>
          <p:txBody>
            <a:bodyPr wrap="none" anchor="ctr" anchorCtr="0"/>
            <a:p>
              <a:pPr eaLnBrk="1" latinLnBrk="1" hangingPunct="1">
                <a:buFont typeface="Wingdings" panose="05000000000000000000" pitchFamily="2" charset="2"/>
              </a:pPr>
              <a:endParaRPr lang="zh-TW" altLang="en-US" sz="1800" dirty="0">
                <a:latin typeface="Gulim" pitchFamily="34" charset="-127"/>
              </a:endParaRPr>
            </a:p>
          </p:txBody>
        </p:sp>
      </p:grpSp>
      <p:sp>
        <p:nvSpPr>
          <p:cNvPr id="19570" name="Text Box 114"/>
          <p:cNvSpPr txBox="1">
            <a:spLocks noChangeArrowheads="1"/>
          </p:cNvSpPr>
          <p:nvPr/>
        </p:nvSpPr>
        <p:spPr bwMode="auto">
          <a:xfrm>
            <a:off x="1125538" y="2060575"/>
            <a:ext cx="7875588" cy="62865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/>
          <a:p>
            <a:pPr marR="0" algn="ctr" defTabSz="914400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4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2.2 </a:t>
            </a:r>
            <a:r>
              <a:rPr kumimoji="0" lang="zh-CN" altLang="en-US" sz="4400" b="1" kern="1200" cap="none" spc="0" normalizeH="0" baseline="0" noProof="0">
                <a:effectLst>
                  <a:outerShdw blurRad="38100" dist="38100" dir="2700000" algn="tl">
                    <a:srgbClr val="C0C0C0"/>
                  </a:outerShdw>
                </a:effectLst>
                <a:latin typeface="Gulim" pitchFamily="34" charset="-127"/>
                <a:ea typeface="宋体" panose="02010600030101010101" pitchFamily="2" charset="-122"/>
                <a:cs typeface="Tahoma" panose="020B0604030504040204" pitchFamily="34" charset="0"/>
              </a:rPr>
              <a:t>算术运算符、赋值运算符</a:t>
            </a:r>
            <a:endParaRPr kumimoji="0" lang="zh-CN" altLang="en-US" sz="4400" b="1" kern="1200" cap="none" spc="0" normalizeH="0" baseline="0" noProof="0">
              <a:effectLst>
                <a:outerShdw blurRad="38100" dist="38100" dir="2700000" algn="tl">
                  <a:srgbClr val="C0C0C0"/>
                </a:outerShdw>
              </a:effectLst>
              <a:latin typeface="Gulim" pitchFamily="34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 spd="med">
    <p:wedg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76200"/>
            <a:ext cx="9072563" cy="9763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算术运算符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15900" y="1052513"/>
            <a:ext cx="9864725" cy="5805487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+, -, *, /, %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#include &lt;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stdio.h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  main()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("5/2 = %d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\n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“, 5/2);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("5%%2 = %d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\n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“, 5%2 );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 </a:t>
            </a:r>
            <a:r>
              <a:rPr kumimoji="0" lang="en-US" altLang="zh-CN" sz="26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printf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("5.0/2 = %.3f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\n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 , 5/2.0);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return 0;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/</a:t>
            </a: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：操作数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类型</a:t>
            </a:r>
            <a:r>
              <a:rPr kumimoji="0" lang="zh-CN" altLang="en-US" sz="2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不同，含义不同</a:t>
            </a:r>
            <a:endParaRPr kumimoji="0" lang="zh-CN" altLang="en-US" sz="2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6263" y="71438"/>
            <a:ext cx="8809038" cy="981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关于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/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、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%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运算符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463" y="1125538"/>
            <a:ext cx="9936162" cy="3455987"/>
          </a:xfrm>
          <a:solidFill>
            <a:srgbClr val="FFFFFF"/>
          </a:solidFill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num1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num2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1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）当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num1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num2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中至少有一个为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浮点数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，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则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num1/num2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为数学中的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浮点除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）当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num1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num2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均为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整型数据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时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则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num1/num2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为数学中的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整除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；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num1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%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num2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为数学中的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求余运算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。</a:t>
            </a: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76200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练习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1507" name="Rectangle 3"/>
          <p:cNvSpPr/>
          <p:nvPr>
            <p:ph idx="1"/>
          </p:nvPr>
        </p:nvSpPr>
        <p:spPr>
          <a:xfrm>
            <a:off x="215900" y="1219200"/>
            <a:ext cx="9577388" cy="1417638"/>
          </a:xfrm>
          <a:noFill/>
          <a:ln>
            <a:noFill/>
          </a:ln>
        </p:spPr>
        <p:txBody>
          <a:bodyPr/>
          <a:p>
            <a:pPr>
              <a:lnSpc>
                <a:spcPct val="120000"/>
              </a:lnSpc>
              <a:buNone/>
            </a:pPr>
            <a:r>
              <a:rPr lang="zh-CN" altLang="en-US" dirty="0"/>
              <a:t>编程：输入华氏温度</a:t>
            </a:r>
            <a:r>
              <a:rPr lang="en-US" altLang="zh-CN" dirty="0"/>
              <a:t>F</a:t>
            </a:r>
            <a:r>
              <a:rPr lang="zh-CN" altLang="en-US" dirty="0"/>
              <a:t>，将其按公式 </a:t>
            </a:r>
            <a:r>
              <a:rPr lang="en-US" altLang="zh-CN" dirty="0"/>
              <a:t>C = 5/9(F-32)</a:t>
            </a:r>
            <a:endParaRPr lang="en-US" altLang="zh-CN" dirty="0"/>
          </a:p>
          <a:p>
            <a:pPr>
              <a:lnSpc>
                <a:spcPct val="120000"/>
              </a:lnSpc>
              <a:buNone/>
            </a:pPr>
            <a:r>
              <a:rPr lang="zh-CN" altLang="en-US" dirty="0"/>
              <a:t>转换为摄氏温度，并输出。</a:t>
            </a:r>
            <a:endParaRPr lang="zh-CN" altLang="en-US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7251700" y="5441950"/>
            <a:ext cx="254158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2400" b="1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ahoma" panose="020B0604030504040204" pitchFamily="34" charset="0"/>
              </a:rPr>
              <a:t>exp2_2.cpp</a:t>
            </a:r>
            <a:endParaRPr kumimoji="0" lang="en-US" sz="2400" b="1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pic>
        <p:nvPicPr>
          <p:cNvPr id="2048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788" y="2649538"/>
            <a:ext cx="4657725" cy="4143375"/>
          </a:xfrm>
          <a:prstGeom prst="rect">
            <a:avLst/>
          </a:prstGeom>
          <a:noFill/>
          <a:ln w="12700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pic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503238" y="-95250"/>
            <a:ext cx="9072563" cy="113823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算术表达式、</a:t>
            </a: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=</a:t>
            </a:r>
            <a:endParaRPr kumimoji="0" lang="en-US" sz="4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198438" y="1052513"/>
            <a:ext cx="9713912" cy="50736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算术表达式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: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由变量、常量和算术运算符组成的表达式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赋值运算符：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</a:t>
            </a:r>
            <a:endParaRPr kumimoji="0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赋值表达式：变量 </a:t>
            </a:r>
            <a:r>
              <a:rPr kumimoji="0" lang="en-US" altLang="zh-CN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</a:t>
            </a:r>
            <a:r>
              <a:rPr kumimoji="0" lang="zh-CN" alt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表达式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6" name="Rectangle 4"/>
          <p:cNvSpPr/>
          <p:nvPr/>
        </p:nvSpPr>
        <p:spPr>
          <a:xfrm>
            <a:off x="719138" y="2955925"/>
            <a:ext cx="8988425" cy="3170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ts val="3000"/>
              </a:lnSpc>
              <a:buFont typeface="Wingdings" panose="05000000000000000000" pitchFamily="2" charset="2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#include &lt;stdio.h&gt;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Wingdings" panose="05000000000000000000" pitchFamily="2" charset="2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int main()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Wingdings" panose="05000000000000000000" pitchFamily="2" charset="2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{   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Wingdings" panose="05000000000000000000" pitchFamily="2" charset="2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    float	c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,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f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10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Wingdings" panose="05000000000000000000" pitchFamily="2" charset="2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 =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5.0 / 9.0 * ( f – 32.0 ) 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;         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Wingdings" panose="05000000000000000000" pitchFamily="2" charset="2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    printf(“%f-&gt;%f\n”,f,c);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     return 0;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lnSpc>
                <a:spcPts val="3000"/>
              </a:lnSpc>
              <a:buFont typeface="Wingdings" panose="05000000000000000000" pitchFamily="2" charset="2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}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bldLvl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152400"/>
            <a:ext cx="9072563" cy="9001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隐式类型转换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3555" name="Rectangle 3"/>
          <p:cNvSpPr/>
          <p:nvPr>
            <p:ph idx="1"/>
          </p:nvPr>
        </p:nvSpPr>
        <p:spPr>
          <a:xfrm>
            <a:off x="168275" y="1227138"/>
            <a:ext cx="9324975" cy="762000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buClr>
                <a:srgbClr val="FF0000"/>
              </a:buClr>
              <a:buFont typeface="Wingdings" panose="05000000000000000000" pitchFamily="2" charset="2"/>
              <a:buChar char="p"/>
            </a:pPr>
            <a:r>
              <a:rPr lang="zh-CN" altLang="en-US" dirty="0"/>
              <a:t>转换规则</a:t>
            </a:r>
            <a:endParaRPr lang="zh-CN" altLang="en-US" i="1" dirty="0"/>
          </a:p>
        </p:txBody>
      </p:sp>
      <p:sp>
        <p:nvSpPr>
          <p:cNvPr id="23556" name="Text Box 4"/>
          <p:cNvSpPr txBox="1"/>
          <p:nvPr/>
        </p:nvSpPr>
        <p:spPr>
          <a:xfrm>
            <a:off x="4284663" y="5070475"/>
            <a:ext cx="7556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int 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Text Box 5"/>
          <p:cNvSpPr txBox="1"/>
          <p:nvPr/>
        </p:nvSpPr>
        <p:spPr>
          <a:xfrm>
            <a:off x="5795963" y="5070475"/>
            <a:ext cx="31083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char, short 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8" name="Line 6"/>
          <p:cNvSpPr/>
          <p:nvPr/>
        </p:nvSpPr>
        <p:spPr>
          <a:xfrm flipH="1">
            <a:off x="5054600" y="5337175"/>
            <a:ext cx="67151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59" name="Text Box 7"/>
          <p:cNvSpPr txBox="1"/>
          <p:nvPr/>
        </p:nvSpPr>
        <p:spPr>
          <a:xfrm>
            <a:off x="3863975" y="4232275"/>
            <a:ext cx="24368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unsigned 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0" name="Line 8"/>
          <p:cNvSpPr/>
          <p:nvPr/>
        </p:nvSpPr>
        <p:spPr>
          <a:xfrm flipV="1">
            <a:off x="4619625" y="4765675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61" name="Text Box 9"/>
          <p:cNvSpPr txBox="1"/>
          <p:nvPr/>
        </p:nvSpPr>
        <p:spPr>
          <a:xfrm>
            <a:off x="3948113" y="3546475"/>
            <a:ext cx="24368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long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2" name="Text Box 10"/>
          <p:cNvSpPr txBox="1"/>
          <p:nvPr/>
        </p:nvSpPr>
        <p:spPr>
          <a:xfrm>
            <a:off x="3948113" y="2860675"/>
            <a:ext cx="36957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unsigned long int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3" name="Text Box 11"/>
          <p:cNvSpPr txBox="1"/>
          <p:nvPr/>
        </p:nvSpPr>
        <p:spPr>
          <a:xfrm>
            <a:off x="3948113" y="2098675"/>
            <a:ext cx="15128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double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4" name="Text Box 12"/>
          <p:cNvSpPr txBox="1"/>
          <p:nvPr/>
        </p:nvSpPr>
        <p:spPr>
          <a:xfrm>
            <a:off x="5880100" y="2060575"/>
            <a:ext cx="15128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float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5" name="Text Box 13"/>
          <p:cNvSpPr txBox="1"/>
          <p:nvPr/>
        </p:nvSpPr>
        <p:spPr>
          <a:xfrm>
            <a:off x="1092200" y="2098675"/>
            <a:ext cx="26876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long double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66" name="Line 14"/>
          <p:cNvSpPr/>
          <p:nvPr/>
        </p:nvSpPr>
        <p:spPr>
          <a:xfrm flipV="1">
            <a:off x="4578350" y="3978275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67" name="Line 15"/>
          <p:cNvSpPr/>
          <p:nvPr/>
        </p:nvSpPr>
        <p:spPr>
          <a:xfrm flipV="1">
            <a:off x="4564063" y="3279775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68" name="Line 16"/>
          <p:cNvSpPr/>
          <p:nvPr/>
        </p:nvSpPr>
        <p:spPr>
          <a:xfrm flipV="1">
            <a:off x="4537075" y="2555875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69" name="Line 17"/>
          <p:cNvSpPr/>
          <p:nvPr/>
        </p:nvSpPr>
        <p:spPr>
          <a:xfrm flipH="1">
            <a:off x="5432425" y="2352675"/>
            <a:ext cx="4206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70" name="Line 18"/>
          <p:cNvSpPr/>
          <p:nvPr/>
        </p:nvSpPr>
        <p:spPr>
          <a:xfrm flipH="1">
            <a:off x="3529013" y="2365375"/>
            <a:ext cx="4191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3571" name="Rectangle 19"/>
          <p:cNvSpPr/>
          <p:nvPr/>
        </p:nvSpPr>
        <p:spPr>
          <a:xfrm>
            <a:off x="168275" y="6019800"/>
            <a:ext cx="8724900" cy="554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marL="457200" indent="-457200" eaLnBrk="1" hangingPunct="1">
              <a:spcBef>
                <a:spcPct val="200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赋值语句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右边值类型转换成左边变量的类型。</a:t>
            </a:r>
            <a:endParaRPr lang="en-US" altLang="zh-CN" sz="3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504825" y="0"/>
            <a:ext cx="9072563" cy="981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Tahoma" panose="020B0604030504040204" pitchFamily="34" charset="0"/>
              </a:rPr>
              <a:t>强制类型转换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24579" name="Rectangle 3"/>
          <p:cNvSpPr/>
          <p:nvPr/>
        </p:nvSpPr>
        <p:spPr>
          <a:xfrm>
            <a:off x="144463" y="1208088"/>
            <a:ext cx="9072562" cy="45259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457200" indent="-457200" eaLnBrk="1" hangingPunct="1">
              <a:spcBef>
                <a:spcPct val="20000"/>
              </a:spcBef>
              <a:buClr>
                <a:srgbClr val="FF0000"/>
              </a:buClr>
              <a:buSzPct val="100000"/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（类型）表达式  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或 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类型（表达式）</a:t>
            </a:r>
            <a:endParaRPr lang="zh-CN" altLang="en-US" sz="3200" b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360363" y="1941513"/>
            <a:ext cx="9431337" cy="3748087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lstStyle>
            <a:lvl1pPr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Gulim" pitchFamily="34" charset="-127"/>
                <a:ea typeface="Gulim" pitchFamily="34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#include &lt;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stdio.h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&gt;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int main()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{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    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("5/2 = %d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\n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“,5/2);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("5%2 = %d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\n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“,5%2);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	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printf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(“5.0/2 = %.3f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Gulim" pitchFamily="34" charset="-127"/>
                <a:cs typeface="Times New Roman" panose="02020603050405020304" pitchFamily="18" charset="0"/>
              </a:rPr>
              <a:t>\n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“,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(float)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5/2);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         return 0;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itchFamily="34" charset="-127"/>
                <a:ea typeface="Gulim" pitchFamily="34" charset="-127"/>
                <a:cs typeface="+mn-cs"/>
              </a:rPr>
              <a:t>}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ulim" pitchFamily="34" charset="-127"/>
              <a:ea typeface="Gulim" pitchFamily="34" charset="-127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53975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赋值表达式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: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变量 </a:t>
            </a:r>
            <a:r>
              <a:rPr kumimoji="0" 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= </a:t>
            </a: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表达式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31763" y="1196975"/>
            <a:ext cx="9804400" cy="5516563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变量初始化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int	a = 10, b = 20;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double  r = 10.5;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2)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变量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=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表达式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//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变量的值和类型作为赋值表达式的值和类型 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3) 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可连续赋值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 = b = c = 10             //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从右向左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    </a:t>
            </a:r>
            <a:r>
              <a:rPr kumimoji="0" lang="en-US" altLang="zh-CN" sz="3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a = (b = 2) + (c = 3)      //a =  5</a:t>
            </a:r>
            <a:endParaRPr kumimoji="0" lang="en-US" altLang="zh-CN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103188"/>
            <a:ext cx="9072563" cy="9810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部分预定义的数学函数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215900" y="1268413"/>
            <a:ext cx="9072563" cy="4525962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#include 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math.h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sin(x)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cos(x)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tan(x)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log(x)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log10(x)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exp(x)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pow(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x,y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)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sqrt(x)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ceil(x)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floor(x)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+mn-cs"/>
              </a:rPr>
              <a:t>fabs(x)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n-lt"/>
              <a:ea typeface="+mn-ea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zh-CN" altLang="en-US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edg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/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部分预定义的数学函数定义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44463" y="1125538"/>
            <a:ext cx="9720262" cy="5472112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double sqrt(double   x);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功能：计算    的值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返回值：计算结果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说明：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x ≥ 0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double pow(double x, double y);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功能：求</a:t>
            </a:r>
            <a:r>
              <a:rPr kumimoji="0" lang="en-US" altLang="zh-CN" sz="26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x</a:t>
            </a:r>
            <a:r>
              <a:rPr kumimoji="0" lang="en-US" altLang="zh-CN" sz="2600" b="0" i="0" u="none" strike="noStrike" kern="0" cap="none" spc="0" normalizeH="0" baseline="3000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y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返回值：计算结果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double sin(double x);</a:t>
            </a:r>
            <a:endParaRPr kumimoji="0" lang="en-US" altLang="zh-CN" sz="2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功能：计算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sin(x)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的值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返回值：计算结果</a:t>
            </a:r>
            <a:endParaRPr kumimoji="0" lang="zh-CN" altLang="en-US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说明：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x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的单位为</a:t>
            </a:r>
            <a:r>
              <a:rPr kumimoji="0" lang="zh-CN" altLang="en-US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弧度</a:t>
            </a:r>
            <a:r>
              <a:rPr kumimoji="0" lang="en-US" altLang="zh-CN" sz="2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</a:t>
            </a: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2765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303463" y="1628775"/>
          <a:ext cx="5048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41935" imgH="229235" progId="Equation.3">
                  <p:embed/>
                </p:oleObj>
              </mc:Choice>
              <mc:Fallback>
                <p:oleObj name="" r:id="rId1" imgW="241935" imgH="22923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03463" y="1628775"/>
                        <a:ext cx="50482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3" name="Text Box 5"/>
          <p:cNvSpPr txBox="1"/>
          <p:nvPr/>
        </p:nvSpPr>
        <p:spPr>
          <a:xfrm>
            <a:off x="5400675" y="5949950"/>
            <a:ext cx="4464050" cy="387350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  <p:txBody>
          <a:bodyPr>
            <a:spAutoFit/>
          </a:bodyPr>
          <a:p>
            <a:pPr algn="ct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更多函数请参考</a:t>
            </a:r>
            <a:r>
              <a:rPr lang="en-US" altLang="zh-CN" sz="2400" b="1" dirty="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P407</a:t>
            </a:r>
            <a:endParaRPr lang="en-US" altLang="zh-CN" sz="2400" b="1" dirty="0">
              <a:solidFill>
                <a:srgbClr val="FF000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9113" y="115888"/>
            <a:ext cx="9072563" cy="114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库函数文档资源</a:t>
            </a:r>
            <a:endParaRPr kumimoji="0" lang="zh-CN" altLang="en-US" sz="4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44463" y="1125538"/>
            <a:ext cx="9720262" cy="5472112"/>
          </a:xfrm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  <a:hlinkClick r:id="rId1"/>
              </a:rPr>
              <a:t>http://www.cplusplus.com/</a:t>
            </a:r>
            <a:r>
              <a:rPr kumimoji="0" lang="en-US" altLang="zh-CN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3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数学库函数，搜索</a:t>
            </a:r>
            <a:r>
              <a:rPr kumimoji="0" lang="en-US" altLang="zh-CN" sz="30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math.h</a:t>
            </a:r>
            <a:endParaRPr kumimoji="0" lang="en-US" altLang="zh-CN" sz="3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447675" marR="0" lvl="0" indent="-447675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altLang="zh-CN" sz="2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8676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8" y="2268538"/>
            <a:ext cx="8642350" cy="38973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edg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0363" y="44450"/>
            <a:ext cx="9072563" cy="9366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练习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9699" name="Rectangle 3"/>
          <p:cNvSpPr/>
          <p:nvPr>
            <p:ph idx="1"/>
          </p:nvPr>
        </p:nvSpPr>
        <p:spPr>
          <a:xfrm>
            <a:off x="144463" y="1196975"/>
            <a:ext cx="9072562" cy="4525963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dirty="0"/>
              <a:t> 求三角形面积</a:t>
            </a:r>
            <a:r>
              <a:rPr lang="en-US" altLang="zh-CN" dirty="0"/>
              <a:t>: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s  =  ( a + b + c ) / 2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A =  √ s ( s – a )( s – b )( s – c )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</a:t>
            </a:r>
            <a:r>
              <a:rPr lang="zh-CN" altLang="en-US" dirty="0"/>
              <a:t>边长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从屏幕读入。</a:t>
            </a:r>
            <a:endParaRPr lang="zh-CN" altLang="en-US" dirty="0"/>
          </a:p>
        </p:txBody>
      </p:sp>
      <p:sp>
        <p:nvSpPr>
          <p:cNvPr id="29700" name="Line 4"/>
          <p:cNvSpPr/>
          <p:nvPr/>
        </p:nvSpPr>
        <p:spPr>
          <a:xfrm>
            <a:off x="2100263" y="28194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1" name="Line 5"/>
          <p:cNvSpPr/>
          <p:nvPr/>
        </p:nvSpPr>
        <p:spPr>
          <a:xfrm>
            <a:off x="1558925" y="3487738"/>
            <a:ext cx="47767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02" name="Text Box 6"/>
          <p:cNvSpPr txBox="1"/>
          <p:nvPr/>
        </p:nvSpPr>
        <p:spPr>
          <a:xfrm>
            <a:off x="7632700" y="5462588"/>
            <a:ext cx="199072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exp2_3.cpp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edg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/>
          <a:p>
            <a:endParaRPr lang="zh-CN" altLang="en-US" dirty="0"/>
          </a:p>
        </p:txBody>
      </p:sp>
      <p:pic>
        <p:nvPicPr>
          <p:cNvPr id="30723" name="Picture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0255250" cy="6858000"/>
          </a:xfrm>
          <a:noFill/>
          <a:ln w="12700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pic>
    </p:spTree>
  </p:cSld>
  <p:clrMapOvr>
    <a:masterClrMapping/>
  </p:clrMapOvr>
  <p:transition spd="med">
    <p:wedg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/>
          <p:nvPr>
            <p:ph idx="1"/>
          </p:nvPr>
        </p:nvSpPr>
        <p:spPr>
          <a:xfrm>
            <a:off x="215900" y="1268413"/>
            <a:ext cx="10080625" cy="1873250"/>
          </a:xfrm>
          <a:solidFill>
            <a:srgbClr val="FFFFFF"/>
          </a:solidFill>
          <a:ln>
            <a:noFill/>
          </a:ln>
        </p:spPr>
        <p:txBody>
          <a:bodyPr/>
          <a:p>
            <a:pPr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a=10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b=-10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c=30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x=2.5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y=3.5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，写出表达式的值。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  ① 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pow(a,(int)x)/80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② (float)(a+c)/50+(int)y%(int)x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endParaRPr lang="en-US" altLang="zh-CN" sz="2600" dirty="0"/>
          </a:p>
          <a:p>
            <a:pPr>
              <a:buNone/>
            </a:pPr>
            <a:r>
              <a:rPr lang="en-US" altLang="zh-CN" sz="2600" dirty="0"/>
              <a:t>     </a:t>
            </a:r>
            <a:endParaRPr lang="en-US" altLang="zh-CN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04825" y="58738"/>
            <a:ext cx="9072563" cy="77787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HY헤드라인M" pitchFamily="2" charset="-127"/>
                <a:ea typeface="宋体" panose="02010600030101010101" pitchFamily="2" charset="-122"/>
                <a:cs typeface="+mj-cs"/>
              </a:rPr>
              <a:t>练习</a:t>
            </a:r>
            <a:endParaRPr kumimoji="0" lang="zh-CN" altLang="en-US" sz="4000" b="1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HY헤드라인M" pitchFamily="2" charset="-127"/>
              <a:ea typeface="宋体" panose="02010600030101010101" pitchFamily="2" charset="-122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0363" y="4538663"/>
            <a:ext cx="4103687" cy="554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分析后，环境中运行。</a:t>
            </a:r>
            <a:endParaRPr lang="zh-CN" altLang="en-US" sz="3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4_색종이 상자">
  <a:themeElements>
    <a:clrScheme name="4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4_색종이 상자">
      <a:majorFont>
        <a:latin typeface="Gulim"/>
        <a:ea typeface="Gulim"/>
        <a:cs typeface=""/>
      </a:majorFont>
      <a:minorFont>
        <a:latin typeface="Gulim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lnDef>
  </a:objectDefaults>
  <a:extraClrSchemeLst>
    <a:extraClrScheme>
      <a:clrScheme name="4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색종이 상자">
  <a:themeElements>
    <a:clrScheme name="5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5_색종이 상자">
      <a:majorFont>
        <a:latin typeface="Gulim"/>
        <a:ea typeface="Gulim"/>
        <a:cs typeface=""/>
      </a:majorFont>
      <a:minorFont>
        <a:latin typeface="Gulim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itchFamily="34" charset="-127"/>
            <a:ea typeface="Gulim" pitchFamily="34" charset="-127"/>
            <a:cs typeface="Tahoma" panose="020B0604030504040204" pitchFamily="34" charset="0"/>
          </a:defRPr>
        </a:defPPr>
      </a:lstStyle>
    </a:lnDef>
  </a:objectDefaults>
  <a:extraClrSchemeLst>
    <a:extraClrScheme>
      <a:clrScheme name="5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3134</Words>
  <Application>WPS 演示</Application>
  <PresentationFormat/>
  <Paragraphs>286</Paragraphs>
  <Slides>26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2" baseType="lpstr">
      <vt:lpstr>Arial</vt:lpstr>
      <vt:lpstr>宋体</vt:lpstr>
      <vt:lpstr>Wingdings</vt:lpstr>
      <vt:lpstr>Gulim</vt:lpstr>
      <vt:lpstr>Malgun Gothic</vt:lpstr>
      <vt:lpstr>Tahoma</vt:lpstr>
      <vt:lpstr>HY헤드라인M</vt:lpstr>
      <vt:lpstr>华文隶书</vt:lpstr>
      <vt:lpstr>Times New Roman</vt:lpstr>
      <vt:lpstr>黑体</vt:lpstr>
      <vt:lpstr>Arial</vt:lpstr>
      <vt:lpstr>微软雅黑</vt:lpstr>
      <vt:lpstr>Arial Unicode MS</vt:lpstr>
      <vt:lpstr>4_색종이 상자</vt:lpstr>
      <vt:lpstr>5_색종이 상자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hc</dc:creator>
  <cp:lastModifiedBy>恪守本心</cp:lastModifiedBy>
  <cp:revision>129</cp:revision>
  <dcterms:created xsi:type="dcterms:W3CDTF">2023-10-18T04:34:29Z</dcterms:created>
  <dcterms:modified xsi:type="dcterms:W3CDTF">2023-10-18T04:35:27Z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D814C8F822BE49EEB1EE3EBA2FE48600_13</vt:lpwstr>
  </property>
  <property fmtid="{D5CDD505-2E9C-101B-9397-08002B2CF9AE}" pid="3" name="KSOProductBuildVer">
    <vt:lpwstr>2052-12.1.0.15712</vt:lpwstr>
  </property>
</Properties>
</file>