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8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9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10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1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2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3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4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5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6.xml" ContentType="application/vnd.openxmlformats-officedocument.theme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8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19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20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21.xml" ContentType="application/vnd.openxmlformats-officedocument.theme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theme/theme22.xml" ContentType="application/vnd.openxmlformats-officedocument.theme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23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24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theme/theme2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6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7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28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29.xml" ContentType="application/vnd.openxmlformats-officedocument.theme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30.xml" ContentType="application/vnd.openxmlformats-officedocument.theme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theme/theme31.xml" ContentType="application/vnd.openxmlformats-officedocument.theme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theme/theme32.xml" ContentType="application/vnd.openxmlformats-officedocument.theme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theme/theme33.xml" ContentType="application/vnd.openxmlformats-officedocument.theme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theme/theme34.xml" ContentType="application/vnd.openxmlformats-officedocument.theme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theme/theme35.xml" ContentType="application/vnd.openxmlformats-officedocument.theme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theme/theme36.xml" ContentType="application/vnd.openxmlformats-officedocument.theme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theme/theme37.xml" ContentType="application/vnd.openxmlformats-officedocument.theme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theme/theme38.xml" ContentType="application/vnd.openxmlformats-officedocument.theme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39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theme/theme40.xml" ContentType="application/vnd.openxmlformats-officedocument.theme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theme/theme41.xml" ContentType="application/vnd.openxmlformats-officedocument.theme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theme/theme42.xml" ContentType="application/vnd.openxmlformats-officedocument.theme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3" r:id="rId14"/>
    <p:sldMasterId id="2147483815" r:id="rId15"/>
    <p:sldMasterId id="2147483826" r:id="rId16"/>
    <p:sldMasterId id="2147483839" r:id="rId17"/>
    <p:sldMasterId id="2147483851" r:id="rId18"/>
    <p:sldMasterId id="2147483863" r:id="rId19"/>
    <p:sldMasterId id="2147483875" r:id="rId20"/>
    <p:sldMasterId id="2147483887" r:id="rId21"/>
    <p:sldMasterId id="2147483899" r:id="rId22"/>
    <p:sldMasterId id="2147483911" r:id="rId23"/>
    <p:sldMasterId id="2147483923" r:id="rId24"/>
    <p:sldMasterId id="2147483935" r:id="rId25"/>
    <p:sldMasterId id="2147483947" r:id="rId26"/>
    <p:sldMasterId id="2147483959" r:id="rId27"/>
    <p:sldMasterId id="2147483971" r:id="rId28"/>
    <p:sldMasterId id="2147483983" r:id="rId29"/>
    <p:sldMasterId id="2147483995" r:id="rId30"/>
    <p:sldMasterId id="2147484007" r:id="rId31"/>
    <p:sldMasterId id="2147484019" r:id="rId32"/>
    <p:sldMasterId id="2147484031" r:id="rId33"/>
    <p:sldMasterId id="2147484043" r:id="rId34"/>
    <p:sldMasterId id="2147484055" r:id="rId35"/>
    <p:sldMasterId id="2147484067" r:id="rId36"/>
    <p:sldMasterId id="2147484079" r:id="rId37"/>
    <p:sldMasterId id="2147484091" r:id="rId38"/>
    <p:sldMasterId id="2147484103" r:id="rId39"/>
    <p:sldMasterId id="2147484115" r:id="rId40"/>
    <p:sldMasterId id="2147484199" r:id="rId41"/>
    <p:sldMasterId id="2147484211" r:id="rId42"/>
    <p:sldMasterId id="2147484235" r:id="rId43"/>
  </p:sldMasterIdLst>
  <p:notesMasterIdLst>
    <p:notesMasterId r:id="rId59"/>
  </p:notesMasterIdLst>
  <p:sldIdLst>
    <p:sldId id="729" r:id="rId44"/>
    <p:sldId id="747" r:id="rId45"/>
    <p:sldId id="748" r:id="rId46"/>
    <p:sldId id="756" r:id="rId47"/>
    <p:sldId id="749" r:id="rId48"/>
    <p:sldId id="750" r:id="rId49"/>
    <p:sldId id="751" r:id="rId50"/>
    <p:sldId id="752" r:id="rId51"/>
    <p:sldId id="753" r:id="rId52"/>
    <p:sldId id="754" r:id="rId53"/>
    <p:sldId id="758" r:id="rId54"/>
    <p:sldId id="759" r:id="rId55"/>
    <p:sldId id="760" r:id="rId56"/>
    <p:sldId id="757" r:id="rId57"/>
    <p:sldId id="755" r:id="rId5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6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Master" Target="slideMasters/slideMaster42.xml"/><Relationship Id="rId47" Type="http://schemas.openxmlformats.org/officeDocument/2006/relationships/slide" Target="slides/slide4.xml"/><Relationship Id="rId50" Type="http://schemas.openxmlformats.org/officeDocument/2006/relationships/slide" Target="slides/slide7.xml"/><Relationship Id="rId55" Type="http://schemas.openxmlformats.org/officeDocument/2006/relationships/slide" Target="slides/slide12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2.xml"/><Relationship Id="rId53" Type="http://schemas.openxmlformats.org/officeDocument/2006/relationships/slide" Target="slides/slide10.xml"/><Relationship Id="rId58" Type="http://schemas.openxmlformats.org/officeDocument/2006/relationships/slide" Target="slides/slide15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" Target="slides/slide5.xml"/><Relationship Id="rId56" Type="http://schemas.openxmlformats.org/officeDocument/2006/relationships/slide" Target="slides/slide1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3.xml"/><Relationship Id="rId59" Type="http://schemas.openxmlformats.org/officeDocument/2006/relationships/notesMaster" Target="notesMasters/notesMaster1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1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6.xml"/><Relationship Id="rId57" Type="http://schemas.openxmlformats.org/officeDocument/2006/relationships/slide" Target="slides/slide14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.xml"/><Relationship Id="rId52" Type="http://schemas.openxmlformats.org/officeDocument/2006/relationships/slide" Target="slides/slide9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8CE056-D596-48F6-95D0-6E5B53562267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618DD15-0A6B-4FE1-8066-6C3FF5D55B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455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18DD15-0A6B-4FE1-8066-6C3FF5D55B93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181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0F659-DD2A-4902-A43B-C9DA0C71DBB5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F3E76-926C-4BDE-AA47-8F78DAB352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08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C0C61-895B-4880-B0E2-BCBE1DAD19E1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62CE1-845D-4C21-A6B2-D6C5CDF526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4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E6D1E-43AD-441D-9F9C-F33ACCF12C16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833C6-6B79-4225-8AD3-E9FC24217B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78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20E67-FBE4-417E-A047-B2159E4D6F5F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2A12-2AE5-4A52-AE8B-48B6CC7D41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1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277AA-2AE8-4571-8F93-EFE9B315BBD0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96040-5953-43B8-B315-7E9E92D787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1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5AB44-D1D4-4900-B4D8-8A652D35A8A4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C4397-1B3B-4DC2-AC71-E9E410F1A0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10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417A0-3B26-4190-8658-9DD635D3B17E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73AF5-A866-49A0-9E85-F73883E68A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64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CAEF5-7357-4BD6-9823-3C518667EB19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3BD0E-E2B4-4E2D-90B5-C2CC0012B7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1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AB3AC-D7F8-4EDB-B575-0946C7AD89DB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2CEA4-6388-498C-BA1F-33614EBFEC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0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89ADB-C01A-431C-940E-02BDAC024323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CE207-E660-4822-830D-B2138B12FF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0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20AC3-E1DE-417B-B3DA-3A478223FF59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C7447-17D4-4B7D-AF3D-5DB703F31F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10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43CDB4F-577D-4E77-B4BA-0B9DE7467A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07306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5E2C28-B0F4-4008-9EAF-3F7E723436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5113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3D7EE49-32C7-4381-A37C-AF4F324442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998187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8D606D1-C393-48AE-BAAB-F7233EF4E5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50657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12C0D2-80A1-4C13-936C-0A657E0AF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71390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EC4468-D244-491E-8CE3-89D4E6F8BE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697494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8F62EE7-931A-4BFA-B927-EE078A8FB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07426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A819CC9-0B9D-4981-B526-29C4EDFEA8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339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CA130A4-33A7-43B4-AA4E-40D1722C35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7337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885C56-1F7C-4141-95D5-5B554EF14C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829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A9D8478-8856-4627-A910-A528A98BDA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8727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0F5D3E-5963-4758-B7ED-29DABB21DC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423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F07BB46-6C72-4FA6-9EB6-2275365A8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38245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61B62C2-6B36-4AD0-B03F-9FA2D73B33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957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B62113-B9D1-4588-93AA-2D3EFBAC89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19278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64B87E-EEB0-4A92-8DB3-15BCAC903E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8919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FEADBAE-13E2-4373-A3CB-1F0E07030D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30785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A05441-1153-4AB6-807D-C1312D42D3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8560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30A0C0-22ED-4AE8-BA2B-D48FED64A8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22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70F1CA-114D-4BAC-B1FF-16E734EB2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63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0F91C4-F4B7-4FA5-A616-6C65972D0E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738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2FD6620-7A1C-4101-BEAF-3E58C861CE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99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8079CB-3A8C-4CB8-AE21-33360EFF90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8019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2EC33DB-177C-4C7D-9D3A-370CAD4BD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32125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136DD5-79A7-49D4-B7D1-A6AF894D66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6520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6C9D5F4-87DF-4065-8CB1-5701DB6C37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6924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F8A43C-D627-4896-A9A0-358DB25CED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7794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F90A50-0F83-4134-A44D-14D6BF2CD6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54190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3628E4A-B11C-4583-964C-1D7F39A34F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177124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83EA09-424A-4651-BB1C-08477A37F2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45940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793C967-FC62-4773-8089-ABD5C6197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06837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29E0CB-2312-43A4-8958-397DCC3024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816503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DC18520-D04B-4A1F-A986-56D7D4DEDF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400109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FE6A2F-8883-492D-B74A-1D7C84A75E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226954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4D5DB6-0526-4721-A54A-BB2B1FA33A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046878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EE7D69-E26E-438E-9937-3B81D2F339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323223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C02BDF-36EB-4B94-87C5-A92EF5F9D5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35979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202CFD-10F1-4506-9700-FE40A50B6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564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6ED1ADE-08B2-4BEB-AE51-CBCF11B663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6422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B669C0-DBCE-472B-A4B2-BC97DFFC0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3667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7C602C-D311-4F86-96D7-E5021F6A51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8155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9C90B1D-094D-4D9E-AB33-639229610F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785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798F01-93BA-4609-AFA6-AC2259CF7D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2675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C3889B3-9A04-4A8B-B8D8-A951F32BE2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4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038EE5-FA2C-403E-9B44-0A8A6EE1E1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8020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545AE4E-EF14-4D51-A6DB-64C572E2B7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4832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2254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54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F720F4-E0BC-4297-AABD-D76288CA6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210865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C810BD-C75A-4FCF-AD82-71C3624F1A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6549234"/>
      </p:ext>
    </p:extLst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A479BDB-BA76-4720-9346-5AE31E97D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772779"/>
      </p:ext>
    </p:extLst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B3321C-96AE-4494-A52B-B0E658316D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829001"/>
      </p:ext>
    </p:extLst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AB7A7BC-E5DE-4610-B513-6C70AAE96E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541955"/>
      </p:ext>
    </p:extLst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7DED14-2E1D-4967-98FD-0AB2D033BD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8155591"/>
      </p:ext>
    </p:extLst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C081B2-FD43-42CC-BF80-4B025955AA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544570"/>
      </p:ext>
    </p:extLst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F60CA86-294D-4F23-B9E1-5FDC42F168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128844"/>
      </p:ext>
    </p:extLst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8924C8-4665-4E2C-836A-8FC2C26E5E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483059"/>
      </p:ext>
    </p:extLst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9BD358-A699-4351-B91B-7DA9D693F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9323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4154D9-B8BF-47FE-80C7-6F9E817BF7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7975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D88C4AE-1C09-4988-80F7-3AEE06F91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79897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FF3B357-5DB3-4AEC-B3BC-68D46A271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1069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FE11F7-538F-4CE2-8F7B-7926298119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6191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8C8728-A9D9-4831-9CD7-01ABF349A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6612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BC1BFA3-3688-47C0-8C6C-B4775DE50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846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8B9E29-A795-40AC-A3C7-4A3AF07D44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6449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B09134F-14FE-4949-9C1B-81284C2626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5961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6A2E9A-305F-4E8B-BFBC-5F6B03152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17196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327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27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0A9EB4-5A42-4373-9434-70CE551B5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583388"/>
      </p:ext>
    </p:extLst>
  </p:cSld>
  <p:clrMapOvr>
    <a:masterClrMapping/>
  </p:clrMapOvr>
  <p:transition spd="slow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23F45E-89D8-481B-889C-3EA6EB0B55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119467"/>
      </p:ext>
    </p:extLst>
  </p:cSld>
  <p:clrMapOvr>
    <a:masterClrMapping/>
  </p:clrMapOvr>
  <p:transition spd="slow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70409C-A4E7-41DB-8F55-72F2DF450B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3558604"/>
      </p:ext>
    </p:extLst>
  </p:cSld>
  <p:clrMapOvr>
    <a:masterClrMapping/>
  </p:clrMapOvr>
  <p:transition spd="slow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84FB32-EE17-4942-8730-0AA73C0100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727249"/>
      </p:ext>
    </p:extLst>
  </p:cSld>
  <p:clrMapOvr>
    <a:masterClrMapping/>
  </p:clrMapOvr>
  <p:transition spd="slow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E7175F-31F5-466B-9C61-D16DA670FC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326083"/>
      </p:ext>
    </p:extLst>
  </p:cSld>
  <p:clrMapOvr>
    <a:masterClrMapping/>
  </p:clrMapOvr>
  <p:transition spd="slow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B75F8BD-7D08-439C-A16D-568B19A0C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544291"/>
      </p:ext>
    </p:extLst>
  </p:cSld>
  <p:clrMapOvr>
    <a:masterClrMapping/>
  </p:clrMapOvr>
  <p:transition spd="slow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CFCE63D-48FB-4001-BC7B-231D27FBB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735457"/>
      </p:ext>
    </p:extLst>
  </p:cSld>
  <p:clrMapOvr>
    <a:masterClrMapping/>
  </p:clrMapOvr>
  <p:transition spd="slow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0000C6-F5A9-4E29-BF95-0B0E64553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886615"/>
      </p:ext>
    </p:extLst>
  </p:cSld>
  <p:clrMapOvr>
    <a:masterClrMapping/>
  </p:clrMapOvr>
  <p:transition spd="slow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BC4BA5-81C1-44F1-A32F-0DA8115A44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58765"/>
      </p:ext>
    </p:extLst>
  </p:cSld>
  <p:clrMapOvr>
    <a:masterClrMapping/>
  </p:clrMapOvr>
  <p:transition spd="slow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8C81BA-B8FD-49AA-844B-AFC9AA773D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8031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9ABA598-DAB3-4237-B78F-3402F92A5F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4128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380DEA-1FE8-4D09-B426-61603A05B7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7283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D016027-1CE3-4872-9CAB-F4D02375E9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3611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20DFCB-88CF-466C-9CF8-3DC9B1AA9F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01909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A7D72A6-E809-45D6-A6FB-3CA888890A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225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484854-4D0A-41D7-84D3-D0CE7C49A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9130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D734CF0-A62C-4CE0-8E93-1A1CD4BDA1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61515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F6CA9FC-5493-4906-A27F-AFF5739DA7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930837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0E59E3-F0E1-4CF5-B0D6-022E39EB6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6168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C834507-A77A-46C4-A004-BF4831C783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540886"/>
      </p:ext>
    </p:extLst>
  </p:cSld>
  <p:clrMapOvr>
    <a:masterClrMapping/>
  </p:clrMapOvr>
  <p:transition spd="slow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0B27D80-90FB-457E-9131-5AD92921F8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154489"/>
      </p:ext>
    </p:extLst>
  </p:cSld>
  <p:clrMapOvr>
    <a:masterClrMapping/>
  </p:clrMapOvr>
  <p:transition spd="slow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603B61-93A1-4E8C-B9EF-1BEB69E6E5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622421"/>
      </p:ext>
    </p:extLst>
  </p:cSld>
  <p:clrMapOvr>
    <a:masterClrMapping/>
  </p:clrMapOvr>
  <p:transition spd="slow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41A623-A278-4C1D-B1AA-FB69F0CEA1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064146"/>
      </p:ext>
    </p:extLst>
  </p:cSld>
  <p:clrMapOvr>
    <a:masterClrMapping/>
  </p:clrMapOvr>
  <p:transition spd="slow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3B6F49D-2061-42F1-8DA1-875003F3E7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50308"/>
      </p:ext>
    </p:extLst>
  </p:cSld>
  <p:clrMapOvr>
    <a:masterClrMapping/>
  </p:clrMapOvr>
  <p:transition spd="slow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8017412-2811-412F-90E6-5741A9D8A8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525289"/>
      </p:ext>
    </p:extLst>
  </p:cSld>
  <p:clrMapOvr>
    <a:masterClrMapping/>
  </p:clrMapOvr>
  <p:transition spd="slow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52213A-6663-4A89-82C3-4054975FFD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3350721"/>
      </p:ext>
    </p:extLst>
  </p:cSld>
  <p:clrMapOvr>
    <a:masterClrMapping/>
  </p:clrMapOvr>
  <p:transition spd="slow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0F01D61-5470-45D5-95AA-544DA9A366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6045750"/>
      </p:ext>
    </p:extLst>
  </p:cSld>
  <p:clrMapOvr>
    <a:masterClrMapping/>
  </p:clrMapOvr>
  <p:transition spd="slow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6848EB-3E7B-46D6-A385-F03B0C98E6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477322"/>
      </p:ext>
    </p:extLst>
  </p:cSld>
  <p:clrMapOvr>
    <a:masterClrMapping/>
  </p:clrMapOvr>
  <p:transition spd="slow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C23EC51-8357-4891-AE03-2504BAED00D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8ED3C27-89B1-4F2E-828A-B294D6B8BD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58433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77DD863-7079-4A42-A60B-0DFDE47E080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6EDF7570-AA81-450A-AEEF-E7285C5BC2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82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FCD280B-7901-4B45-B9CF-2D2B2632B76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67096AB-5EE9-48A7-A800-A257FB413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75233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582CEE9-F44F-415A-A224-A53EC3FD21F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4C57213-7466-4D51-94BD-E5F7445DBC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992401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921F335-93B5-42DA-A82C-5D45D2F5A3B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A788818-31A7-4450-B6D7-8521189C99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88345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A71A9ACF-A426-46FC-A834-74D68DD385B1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84F3772-A28C-4495-85CA-53D33CBDAD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322294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80EA9C2-571F-4E2D-9BD8-8915D26A0A4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34005BE7-1A18-429B-BDBD-8F9E4D0082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17306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FB117A5-44B2-46A8-8D1C-039F53F32E7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E8DF22C-78D4-46AC-ABFF-993C9A2340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54739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EAE708D-A517-4423-923B-3D4822B6218B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05583F9-AC7C-48D0-855E-CBECDCBAFC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39277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A59FB376-A951-45D3-9423-81F8A6D9D5A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8639A30-E6B8-4F85-AE48-AE2D50A835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09203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742A568-FA11-4DA3-B934-E3844D1D3E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073326"/>
      </p:ext>
    </p:extLst>
  </p:cSld>
  <p:clrMapOvr>
    <a:masterClrMapping/>
  </p:clrMapOvr>
  <p:transition spd="slow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13EBB81-E88C-4A13-AE71-43BD4BB95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185057"/>
      </p:ext>
    </p:extLst>
  </p:cSld>
  <p:clrMapOvr>
    <a:masterClrMapping/>
  </p:clrMapOvr>
  <p:transition spd="slow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796DC5-7F3C-44FD-B4D6-19DF070E80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253149"/>
      </p:ext>
    </p:extLst>
  </p:cSld>
  <p:clrMapOvr>
    <a:masterClrMapping/>
  </p:clrMapOvr>
  <p:transition spd="slow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63346DE-DBF8-4967-9D28-57B1169B5B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791050"/>
      </p:ext>
    </p:extLst>
  </p:cSld>
  <p:clrMapOvr>
    <a:masterClrMapping/>
  </p:clrMapOvr>
  <p:transition spd="slow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19D4E8-7A29-4630-B4D0-6F34BFF307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4970429"/>
      </p:ext>
    </p:extLst>
  </p:cSld>
  <p:clrMapOvr>
    <a:masterClrMapping/>
  </p:clrMapOvr>
  <p:transition spd="slow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91F7306-3F15-489D-872E-8A7621B3F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731854"/>
      </p:ext>
    </p:extLst>
  </p:cSld>
  <p:clrMapOvr>
    <a:masterClrMapping/>
  </p:clrMapOvr>
  <p:transition spd="slow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A6AC9D5-FECE-4498-89CF-76F1A5040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087734"/>
      </p:ext>
    </p:extLst>
  </p:cSld>
  <p:clrMapOvr>
    <a:masterClrMapping/>
  </p:clrMapOvr>
  <p:transition spd="slow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097FC4-06BA-4C63-B6C6-E52CCA7794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157623"/>
      </p:ext>
    </p:extLst>
  </p:cSld>
  <p:clrMapOvr>
    <a:masterClrMapping/>
  </p:clrMapOvr>
  <p:transition spd="slow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62A67F7-0A69-4B9A-AA7E-3C8EF423E2B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090B41F-5FA1-40A2-986F-2302C90DE57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11465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037984E-25AB-47E6-B9BD-9BED2BAD4C8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A0AE3D9-4EDF-4FCA-8B60-44A73DC4B4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9091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92EC545-7CB6-4E9B-B31E-72D09CAF7D6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BCF3EF0-699A-439B-A9CA-EB1B412F9E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6428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D66AA1E-B050-4ABE-BE17-A160B8C3115E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0C28EEE-9CCE-4B25-8279-B37EDD7787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60560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7DDCDD7-FE05-4B15-ABB9-947E4EB6407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3B1EF4C-60B8-4EB6-818B-65FF2DE19D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04976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3C4724F4-DF9C-4235-86E7-00454AED6FB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D3AAE46-D27C-4508-A502-D202198764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279354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626D2DA-BD49-43A9-AB56-527AE8815FB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DDDC5F5-B2DA-49F0-83CA-6F89C74F56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1336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D001D127-B859-42A2-AA46-E27D12F9867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0EEFFB9-315A-4FF6-8EB6-9325FAB28F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9574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7DB8A0C-7A96-439A-A1DE-7F7BD905141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81FCCA0-AF3C-4549-8160-38BFC5557E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863496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4E8BF49-E69C-4BB4-B438-04835C269D1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C0C3BAD-FD19-4830-BFE1-A95564A713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98986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B16937-588B-441A-A164-4818ACAEA5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083097"/>
      </p:ext>
    </p:extLst>
  </p:cSld>
  <p:clrMapOvr>
    <a:masterClrMapping/>
  </p:clrMapOvr>
  <p:transition spd="slow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1636EC-513E-4A63-9A42-4C4BDCE156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638965"/>
      </p:ext>
    </p:extLst>
  </p:cSld>
  <p:clrMapOvr>
    <a:masterClrMapping/>
  </p:clrMapOvr>
  <p:transition spd="slow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0101C3-C713-4B60-9B7C-22BE72B09F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746120"/>
      </p:ext>
    </p:extLst>
  </p:cSld>
  <p:clrMapOvr>
    <a:masterClrMapping/>
  </p:clrMapOvr>
  <p:transition spd="slow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6B3BDC-10F7-492D-A3C8-FB52ADE1EE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814781"/>
      </p:ext>
    </p:extLst>
  </p:cSld>
  <p:clrMapOvr>
    <a:masterClrMapping/>
  </p:clrMapOvr>
  <p:transition spd="slow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C51AF50-6275-45B6-A97B-7A1BB3A34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772098"/>
      </p:ext>
    </p:extLst>
  </p:cSld>
  <p:clrMapOvr>
    <a:masterClrMapping/>
  </p:clrMapOvr>
  <p:transition spd="slow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7560C3-DC7F-4D4C-922C-8FEC04E149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085290"/>
      </p:ext>
    </p:extLst>
  </p:cSld>
  <p:clrMapOvr>
    <a:masterClrMapping/>
  </p:clrMapOvr>
  <p:transition spd="slow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E33B3B3-EFEE-4483-B580-73EDA9EF51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35015"/>
      </p:ext>
    </p:extLst>
  </p:cSld>
  <p:clrMapOvr>
    <a:masterClrMapping/>
  </p:clrMapOvr>
  <p:transition spd="slow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0F1E8D-957C-43F1-9387-99B681AD65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238700"/>
      </p:ext>
    </p:extLst>
  </p:cSld>
  <p:clrMapOvr>
    <a:masterClrMapping/>
  </p:clrMapOvr>
  <p:transition spd="slow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68A108B-D9E9-4B6F-BD29-4456A6C852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719852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2647C42-A78B-4DFF-864F-30A654EEC3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23704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3F93C36-FB13-44CE-BB58-9AD03EBC7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67231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A4C094-CC8F-4639-A8C8-5B4AD107CD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7058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6BCB2E4-18D0-486D-935F-39F7378716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30615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B9EC8E4-4D27-4976-ACB6-001D6A5C0D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10927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9DDE8F0-5F03-4BBD-A7D4-2467D12E11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63937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A0A905-4516-41B2-BC77-4E81F4EB2C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68547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4D3678F-A65E-4C33-8D6A-94B54098D8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4262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10D913F-FC2B-454F-AE7F-25ADD1B97A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0874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3A0D84-8DB3-4361-AAB3-59AE8DA4E8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92142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6AA0914-1E25-480D-AB1D-5C410B3A74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70766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5E01251-C9FB-4E2D-A1CC-3B26C36334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90912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2E9FD5B-6755-4897-A208-DC72AD341B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04483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57772ED-D17D-417D-B00A-F6A38F8834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9892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9F7B99A-6448-4FC6-A271-861A86D5AD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8027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287F8F8-D45B-4AC4-AACC-EAE1ACA92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463404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4475E4-66CD-45CC-B5A1-CD0E599A9C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92771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8049D1-4EED-4333-BC29-380C4633E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088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C1825ED-D365-4223-B2CC-BA49C90693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68350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2000CEB-074A-4919-BF34-373EEDF6D1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656769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AB28E8-5B25-4875-9E7D-9D0DC85DAD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695129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8A3E4F6-44C4-4368-9BBC-8859AAE4EC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27552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BC2891-8636-4B37-BCC5-F3C1A028A3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58477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2A2AA9-3927-49CB-9E1C-FE8297D660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75327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8A34D8-81A7-4AAB-A06D-C7CBD7E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2097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C220BF0-0A8C-43DD-BDFC-D503A84F8A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2553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B33B675-28AB-49D7-AC62-ED9D305722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37568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614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837B59-9966-4197-B066-AEFB6F240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598278"/>
      </p:ext>
    </p:extLst>
  </p:cSld>
  <p:clrMapOvr>
    <a:masterClrMapping/>
  </p:clrMapOvr>
  <p:transition spd="slow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22D938A-37C5-4597-90AA-F4EC68FA8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802949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9AA34C9-A3E6-42DC-9EE9-6BD9248E2F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42764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41EAD7-2A9F-43C7-9ED3-BAF00968D9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7957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21713E-8602-42EA-8FF0-9EBC296A2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56205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F3E929-06F2-421C-8689-33165BA517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256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473F79-7FE6-408F-8633-DDBE5078C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367611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B58224-6566-4606-820D-039FAF54EE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66793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BD3EB51-6B17-4296-9399-A5800555E2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640585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1501E1-8BFE-4059-83F3-D2AD678F8D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04593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0018F0B-DB5B-4354-BB1A-12734D5B6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72163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17CB191-8FBF-4A43-B86E-47704765D3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17645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FCD65E8-E4BF-463F-BD2C-EE94DA8667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3980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D6ABEB0-E933-4CA9-AF04-DD2B46FE71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2313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BF5E49D-C4FA-4C27-A85D-27EC7F432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2684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25A5FAF-B2DC-47C6-BAED-2A031A2CF6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44564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8ADB63-4C42-4D2E-B824-96BC93F3B3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48011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D4A223-BFE5-40FA-AFFE-826FFC6B74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97347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CD43860-A690-4507-897E-36D4EE636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49809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C2CB74-9E1E-48AA-BE09-C1E25C4167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771457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D49F24-2219-4262-824F-F6E3879C6E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90452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779FC38-843E-49F2-9A8D-61C879F61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55105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C60E39D-CD9A-4329-9EC2-7567DBC47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36026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AEBC444-D6BD-4A63-A273-66E9738CCD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302256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F69B4F4-DBE2-40E1-86F6-A7A4FB24DE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95185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3C5D57-9C38-485D-BD71-D5BA86DA62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31599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47C98A0-038F-4B90-87C2-822B2BB8C6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074861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429A6D-03F8-48AA-9DEE-BC855C1F0B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39046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5F2C6E-5BEB-4CA9-905D-E8D841F67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06567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4828820-8056-48C1-A9B3-E9383A221B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095094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DBCB3FB-F4B0-49F9-A944-6D55877085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09685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EABD0ED-D0D3-49C2-A363-585C4EE237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8648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608AE1-8469-4A70-A91B-F24585AF7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57025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D7F16A-BC21-445E-90B8-92CDF1FF3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89188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E34E505-3B21-4412-B164-F0E969D305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65294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60A5C03-520A-4A43-9D38-37BFA5138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30999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B131C99-2400-4883-8853-B9855BB4F5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1406115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70B848-AF7D-4951-8D72-9BB028E827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66390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07FE37-9D53-4D36-9CD3-92132BD4B2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838770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4D4B9CD-DF07-40BF-9B1D-FB6FEDD420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31774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23BB6A3-0215-4483-BC9E-FF9B3A35DA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55430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8FD8FE-A561-476F-8AFB-61AB4A28C7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9857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989B8A-EF64-4FB5-B728-717A6855F0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901645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3D6A2E6-469D-49FE-9BEA-F43643B266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49220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881C44-14A5-4D8A-8C69-BB44042579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242232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5E1030C-FEC8-48D3-8D8D-2708E0B7AF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45584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80027BC-7836-42C9-89CC-E7CC4B5F60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735229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AE924F-25A5-46A8-A502-1149357B15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1439140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1B26F3B-3ACE-4FC2-8D36-D2E3E16730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6960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F5BCA7C-33DE-495D-A6B1-2D1ED3ED1E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31806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4071069-FED2-4D22-93A9-BC686D28FB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65004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34CCC0C-E3CB-4A8E-B275-0BFF6A0B63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01255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EC5C07E-D4D6-40C9-BDC4-3600880422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257148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FF2B8FB-5FD8-4D0D-B48A-72A300DE91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3656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547A924-AD7D-47BB-8A98-23F3BC913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8423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B624F0A-72D5-41B3-8C12-14384F74B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94484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D6C17C2-D29C-462E-8CE6-7B7AA637B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727940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A49D78-BD50-442A-80EE-AABF104715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594045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C113B2-C3C3-48D7-82AD-2AB4AB742C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47374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6861CA-4567-476A-B396-8D74DEF83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80404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DF0EB6-95EC-4C2A-8DCC-11DC248E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52874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CB94860-7849-4A9B-AA14-5171A8E3BC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61812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524A537-9641-4F60-97DB-B0A438D442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29321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7C2D1C1-B1D3-4D68-A056-D56E6FBAF8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42910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EE6FB6-73F6-4DD8-BD27-C7E6DBCF47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43632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A93A8D-F57A-46B1-AA3C-0971DBC6F0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60924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7BECE6-C211-415E-9FC3-71BBCD4BB8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78709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D5E55B-7675-46B1-89E5-6B42C378B9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79679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8C94B20-4E75-407A-9F1D-4631FCD691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892801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F55B6F-5D42-4F4F-BE37-A11BEBEBD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03190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264697A-E342-4587-B64E-5C03FBF61D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76889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3862E4-CB26-4962-865E-CEC92DBA9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0848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B13EF0-350E-4F2A-8FCD-C2A2DCA1B4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115545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D59BF0-7608-4D9E-B534-605560BD62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53213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0DEC89-C3AB-4DF4-A8FB-AAC9D5870E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40559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BDD4884-2046-46A0-A7FE-3A80139F6B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22593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80A178-2924-47DD-9E9E-5F74F92BAE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943276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DBD65D-F414-4403-B1EE-7830D8489C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21744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E8FC3C-5EF0-4161-8C96-7280F5C474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7647530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E75C970-370E-4C15-9501-42F6B10A51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076424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DA7AB6-9B15-44B5-84B7-57F0C1C050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83518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C7D6F5-B044-4F55-BDD2-B3FDF50DB5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04367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522014-FDD3-4D0A-922A-3064558D6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874153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BC88B5-E919-4340-90D8-9BE758DBCE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19535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33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8DF195A-F42F-45DD-B364-1BCA1FEE2D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719374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CD2590-82B9-4053-832D-14B6B2097B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89864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928D02-D8DC-4664-9888-F8F53A5E4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44050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45D55D-029B-4146-ADA7-CBDA9D927C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91317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0665C2B-8153-41A4-9964-AA5B54D29C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3172468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C4F51C-95EF-41A6-BA26-8B5C13C92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67829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1068899-88D0-4DFE-AF87-7CE7A14187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736148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6200"/>
            <a:ext cx="205740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601980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FCC698-11E1-4FA5-AA4B-7CA37CB6A7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3537569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06C4CA6-69E4-46A3-BF66-F676915F3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531499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42BDEC-53C5-40E7-90FC-36608CB32C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164919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4B9B23-B0BA-46BF-8C45-DFF2972FAB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5130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F3EA78-6042-43A8-B8E5-12247C922C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743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A14B28F-256D-4A7E-8189-03AAF0A684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367561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73845A3-2BA1-4AE5-AC66-6B94577CB6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714882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7AF598-FBA1-49EA-9403-035AABF16D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898010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BCB73B6-D080-4A38-B742-6345920B00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959173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98BF5E-192D-4FEC-AA3C-7AE021D561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6817163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129C44-157B-4592-ADBD-A669352DBC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8810636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EEE115-CDA3-4DD5-BA40-850DA59C67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47288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94FACE-06EB-428D-8E00-79813AA928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372685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F6E4677-47FE-449B-A570-0E1EDC294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499590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DD0A4A-0746-4F52-A70F-AD17D57F55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746281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C777521-33F1-4ED0-9C14-2B56C0920A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326851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130DD3-346D-425C-B7F3-F83DEB5EAC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739731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94DE688-D375-4D9C-B531-AF26C4A9CE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85906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751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751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D61CCC3-4AAC-4420-8748-971A63EA6A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602492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FA5A09F-59E0-4A74-BD20-F35C7F2BD2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387189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63407C-3DD0-4F9F-9927-80C3DFDA6C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588420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FED2504-391D-4F32-A4BD-6E0859A981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9629707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1AA269-36BA-4E16-BAA1-CE868F3E5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892855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E6CD334-791A-400A-B971-AFC64C8D18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73920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567503-C55D-4E5A-BC57-3183390F2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03812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2EF65E-31EF-4F02-9235-465258FC36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232223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0680B89-451F-4D94-B808-808E8E6F87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517373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AA176C-1DCD-4FE6-AC42-86FB867271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850512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3A4EE6E-F0E9-429A-B22B-BE38A029C0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240504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D46434-1530-4711-AD34-B7C2155CE3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31609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4207F2-7145-4414-B49A-4D0CF66D19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056972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D17708-73AE-4E8F-9640-F91E2E3511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395576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8FCD3A8-76A9-4C66-ACC1-CCA7280A68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558444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1F4B1BE-9363-4FFE-B78F-5022A6CA70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518506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16E0A2-BCBF-49C7-85B4-1D1D6430E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5750391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8A6CB19-1E47-47AB-AD06-7F2D392C66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827246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FECB467-CBF6-43EC-8BC9-F3B8C6342B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388923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C39DAC-BC65-42DF-92BD-C46DD1C70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215432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EA87EB-762F-43AD-A7A9-27CBD136D3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717129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7CA2B5-2470-4386-8FEC-9FDE0174BA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449153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0000A3B-AE5A-4DC1-8658-153D414421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26300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47218E-20FE-45D5-95CE-F1D452A904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9284971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0969963-2301-4619-9D2E-CB13521487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349754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0E357E-69C0-4204-9A5E-8A6A0F936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269880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8722EE-0B89-4DDC-82C9-4EF2A0BAEC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489613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861E532-1919-401A-B83A-9B14E9F824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766501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E7FBB42-12CB-4EDB-B031-74D6FAE4BA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58972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423E00-F75B-4906-86FA-475E629051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14046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BDC10B2-4FE8-4AFB-A8F5-302C58D71E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66554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2FDFF24-5AFB-41CB-B721-5A1C308CA1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185644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DA9D37-3623-4924-A474-045964DBD2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70870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017D2A-C927-4409-8096-2BBE986A2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458789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008C69-81B6-4D5B-BEB6-7D85A9C3D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990110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E6EE687-C997-4F7E-8D3A-97A8F375C4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480060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7BE387-F9CD-44B1-9530-6B71C10B5A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059552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BC8E91B-0DCE-48AC-B8F3-F36405F520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0878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D36D41-2591-4D75-B28C-3323965BBA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4685159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0A1B654-275C-4EB3-A5BC-9C7D62799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242806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99FFC5-A484-4B6E-B8F1-261A9EB36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814100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A5FABB-8C5D-4281-9432-5D727E378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159166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12757E-1298-404B-9D81-30EDB1FD65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292420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4D7F3A7-831A-46DB-8523-BA728B44C0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575592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0B7494-DF97-4408-97E5-BA0804BBB2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078049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8FC456B-E75E-48A8-8781-2A80435C0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126560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23332F-CAAB-4006-BB9D-F283D21F15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719363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BE809A-FE44-4E00-8169-8EB4FE7892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212170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D3469B-54B6-4B1F-BB99-36B7D032F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811921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0F5EEE-6D47-45F7-A77E-730398990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333899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F6CA04-35D9-48CD-AC97-F06EB94BF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2693758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1631D3-738D-4CB8-A3CF-355EEAFB70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34272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56D303D-34D8-43C6-B9FC-896B8D511E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004103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B0A2A5-D6D6-46D0-9608-21FF362105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360307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C9CC91-E97C-47D3-A36E-4483739992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761699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04D4BB9-D765-4B4A-8C14-7F70BEFD2F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498078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EE03A7C-D239-42D5-ABB8-1FFB1FEC19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291175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FD3DBB-AD80-4768-9EE3-ADA02EDF3F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286529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53C89A-36DD-45B6-A37D-D20526D85A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4593285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6CE908B-F99F-4081-8D92-BE65A8297F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79545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D669651-C84F-4891-9E64-964D7F8F66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948743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E2E885D-937F-40D0-8374-8C38B384A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560184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5408291-677F-42F1-98C5-84689616A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203716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FC33D58-AD8B-4DE5-91C6-155F79FE83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720376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796B364-191E-46CB-BEB2-317D7CE3BE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471825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79FF6D4-4129-48C2-8DD5-ADDE420AAD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6305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08961D-F993-4B48-9338-0FE25D5473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982200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19BCFEB-268D-43AD-97B3-5DAF2F41B3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782696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E0DDEE-8D75-4189-B6DF-82D188C779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317948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82693E-FA61-4C37-80D6-1EE261D5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394747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C49219-B9FB-4F74-A60D-796D074795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597592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73FC630-0000-4952-9B14-90466C5AB5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0033063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084F36-7BD7-4692-940A-BD74441C6A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0971307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BCE109-86CA-4FD6-949E-E5183B819F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634194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CE69E65-4A44-4185-85D5-E78EED5FD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3463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AD265E-44DD-47D7-8390-46A7F135C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909392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EB8C6F-D22B-4B62-9B34-747BBD46AD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5568338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486820-851A-4051-B405-E5CECE04D6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266592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6CA5324-88C9-4E7F-A9D4-AC34852EC3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00802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DCBD68-D02F-4D66-A4A8-9D4ECC3B89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350225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424FEB9-7FD7-485A-BFAF-EC1712CABC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560016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C6C3DF-A7FF-4146-B81E-33C83063A9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90823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F4C569-937D-4FA6-87C4-3B8D98F734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508434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414C7E-E232-4DD4-986A-D2D367B1C3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795697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FE125A1-9292-4675-BAF8-ECE20AF922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504094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3C44E6A-B2CF-4CB7-8E7A-0F4A9C016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78942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5140E4-4A41-4554-822C-E27171F782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462178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56EE4B2-2C1F-40D6-B15E-5246E82597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788878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6BFC1E-B5F1-4A58-B0C5-F34DF784F6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002373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F879E0-9FFF-4E15-8C72-55DF1583B5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861977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9A2B43-62B3-41AA-AC28-8AE884A800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053436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2E8779-75C3-4C1D-941A-30B0E92D3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465465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73CF51-B729-46DF-83C2-D96B43F2E6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361542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695E51-294A-40A1-BE17-2BBBB016DB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024078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2DBB2D-F9A2-49AC-B1ED-72947AB8F3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276794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2FF314E-1982-44B3-A7B0-717AE92D92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184389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478F6E-400B-450F-AE8C-0F0BD28AB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318939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2C7D35F-6E58-4580-9004-61B0EE416C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206268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17B4D34-97D8-4BDF-AF9A-A1AE5BACCD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018856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4CCD6E-ACAB-43FE-AC64-1AC978D6EB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3905713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2294270-9D6B-4D08-BB03-59BEE14B44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3009338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044542-8AC6-4290-ADEE-B936C8154B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4431463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E5E9469B-1D73-4875-9204-B553BB86DE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067107"/>
      </p:ext>
    </p:extLst>
  </p:cSld>
  <p:clrMapOvr>
    <a:masterClrMapping/>
  </p:clrMapOvr>
  <p:transition spd="slow"/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9991C95-DE28-4708-8C63-9CB5E1A352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9128971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3F71CBD-FDFA-4DD7-8B85-4CCDCCF93D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0750164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D689FE6-8EF6-4781-857D-F570D01786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041589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E83E6E-23C5-4E65-A427-E40644E93B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8048688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5DE7F6-5BDD-4E56-97EB-EFE344A5B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990050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E68EA7-8691-4818-8F14-7D9A9383FC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183194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B596425-6E75-40F3-9D54-0C9708C571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380898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B05DFF-4D21-423F-A312-917001351C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987174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4520428-4D5C-4C20-AF37-D19F6ED242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288786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9F8B1A8-D340-4E59-B40D-9B44AC980D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57691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E8AFC43-B885-4813-8340-E565DB9F92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263901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3BE7454-73BE-4D64-B036-65769B258B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346420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96CC22F-3F02-48C1-A002-E64CFDBBF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203284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3697A9-36B6-40E2-99FF-D4521933C0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059051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C8D298C-DB2C-4738-9047-C28D9A8F99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082266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B222C6-7FB1-45DA-BDAC-EB6CF3406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078336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9639012-0551-4C32-BCFE-94652C6A4D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152906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F2E130A-9E81-4DAA-8C7F-891AC9534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990944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10DFA0A-8D81-4E28-BA5A-C8802F351E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164468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EEFB348-5288-40E1-A412-B4A0281F80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588491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927D5B1-3B28-4504-8D85-53E0303F3F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424610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E23AF247-AF63-4E38-A7FC-52780CC93D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346222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A85B93C5-6C8D-4C11-89EE-41073BCDBF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776159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BA589EA4-E2D3-4D8F-AFC5-573AB9C6E3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100213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C4500C97-87A9-4BF1-9646-3F413C7366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664473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894BDD83-0568-40C0-A043-73AA27F143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368573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D18F0770-3800-4186-9E01-B9584116DE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01725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2971FA57-CEB2-4052-926E-9F190A2A37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07519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7EA26D79-72BD-4880-9B50-27F86C506C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454125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B34AE309-6C1A-432E-A34D-C23655171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488729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2A0258D4-5CF2-4200-A75B-6DA2FBB80F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76186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6B24322A-ED51-4359-A491-3AF2551A4A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12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10" Type="http://schemas.openxmlformats.org/officeDocument/2006/relationships/theme" Target="../theme/theme11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heme" Target="../theme/theme14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9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9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3.xml"/><Relationship Id="rId10" Type="http://schemas.openxmlformats.org/officeDocument/2006/relationships/theme" Target="../theme/theme19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theme" Target="../theme/theme20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theme" Target="../theme/theme21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203.xml"/><Relationship Id="rId11" Type="http://schemas.openxmlformats.org/officeDocument/2006/relationships/theme" Target="../theme/theme22.xml"/><Relationship Id="rId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6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5.xml"/><Relationship Id="rId3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13.xml"/><Relationship Id="rId11" Type="http://schemas.openxmlformats.org/officeDocument/2006/relationships/theme" Target="../theme/theme23.xml"/><Relationship Id="rId5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22.xml"/><Relationship Id="rId4" Type="http://schemas.openxmlformats.org/officeDocument/2006/relationships/slideLayout" Target="../slideLayouts/slideLayout221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theme" Target="../theme/theme25.xml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9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34.xml"/><Relationship Id="rId1" Type="http://schemas.openxmlformats.org/officeDocument/2006/relationships/slideLayout" Target="../slideLayouts/slideLayout233.xml"/><Relationship Id="rId6" Type="http://schemas.openxmlformats.org/officeDocument/2006/relationships/slideLayout" Target="../slideLayouts/slideLayout238.xml"/><Relationship Id="rId11" Type="http://schemas.openxmlformats.org/officeDocument/2006/relationships/theme" Target="../theme/theme26.xml"/><Relationship Id="rId5" Type="http://schemas.openxmlformats.org/officeDocument/2006/relationships/slideLayout" Target="../slideLayouts/slideLayout237.xml"/><Relationship Id="rId10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36.xml"/><Relationship Id="rId9" Type="http://schemas.openxmlformats.org/officeDocument/2006/relationships/slideLayout" Target="../slideLayouts/slideLayout241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44.xml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theme" Target="../theme/theme27.xml"/><Relationship Id="rId5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3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9.xml"/><Relationship Id="rId2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6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theme" Target="../theme/theme29.xml"/><Relationship Id="rId5" Type="http://schemas.openxmlformats.org/officeDocument/2006/relationships/slideLayout" Target="../slideLayouts/slideLayout265.xml"/><Relationship Id="rId10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2" Type="http://schemas.openxmlformats.org/officeDocument/2006/relationships/slideLayout" Target="../slideLayouts/slideLayout272.xml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9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theme" Target="../theme/theme31.xml"/><Relationship Id="rId3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82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91.xml"/><Relationship Id="rId11" Type="http://schemas.openxmlformats.org/officeDocument/2006/relationships/theme" Target="../theme/theme32.xml"/><Relationship Id="rId5" Type="http://schemas.openxmlformats.org/officeDocument/2006/relationships/slideLayout" Target="../slideLayouts/slideLayout290.xml"/><Relationship Id="rId10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89.xml"/><Relationship Id="rId9" Type="http://schemas.openxmlformats.org/officeDocument/2006/relationships/slideLayout" Target="../slideLayouts/slideLayout294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3.xml"/><Relationship Id="rId3" Type="http://schemas.openxmlformats.org/officeDocument/2006/relationships/slideLayout" Target="../slideLayouts/slideLayout298.xml"/><Relationship Id="rId7" Type="http://schemas.openxmlformats.org/officeDocument/2006/relationships/slideLayout" Target="../slideLayouts/slideLayout302.xml"/><Relationship Id="rId2" Type="http://schemas.openxmlformats.org/officeDocument/2006/relationships/slideLayout" Target="../slideLayouts/slideLayout297.xml"/><Relationship Id="rId1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301.xml"/><Relationship Id="rId11" Type="http://schemas.openxmlformats.org/officeDocument/2006/relationships/theme" Target="../theme/theme33.xml"/><Relationship Id="rId5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4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12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0.xml"/><Relationship Id="rId10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09.xml"/><Relationship Id="rId9" Type="http://schemas.openxmlformats.org/officeDocument/2006/relationships/slideLayout" Target="../slideLayouts/slideLayout314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17.xml"/><Relationship Id="rId6" Type="http://schemas.openxmlformats.org/officeDocument/2006/relationships/slideLayout" Target="../slideLayouts/slideLayout322.xml"/><Relationship Id="rId11" Type="http://schemas.openxmlformats.org/officeDocument/2006/relationships/theme" Target="../theme/theme35.xml"/><Relationship Id="rId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20.xml"/><Relationship Id="rId9" Type="http://schemas.openxmlformats.org/officeDocument/2006/relationships/slideLayout" Target="../slideLayouts/slideLayout325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33.xml"/><Relationship Id="rId12" Type="http://schemas.openxmlformats.org/officeDocument/2006/relationships/theme" Target="../theme/theme36.xml"/><Relationship Id="rId2" Type="http://schemas.openxmlformats.org/officeDocument/2006/relationships/slideLayout" Target="../slideLayouts/slideLayout328.xml"/><Relationship Id="rId1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32.xml"/><Relationship Id="rId11" Type="http://schemas.openxmlformats.org/officeDocument/2006/relationships/slideLayout" Target="../slideLayouts/slideLayout337.xml"/><Relationship Id="rId5" Type="http://schemas.openxmlformats.org/officeDocument/2006/relationships/slideLayout" Target="../slideLayouts/slideLayout331.xml"/><Relationship Id="rId10" Type="http://schemas.openxmlformats.org/officeDocument/2006/relationships/slideLayout" Target="../slideLayouts/slideLayout336.xml"/><Relationship Id="rId4" Type="http://schemas.openxmlformats.org/officeDocument/2006/relationships/slideLayout" Target="../slideLayouts/slideLayout330.xml"/><Relationship Id="rId9" Type="http://schemas.openxmlformats.org/officeDocument/2006/relationships/slideLayout" Target="../slideLayouts/slideLayout335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0.xml"/><Relationship Id="rId7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9.xml"/><Relationship Id="rId1" Type="http://schemas.openxmlformats.org/officeDocument/2006/relationships/slideLayout" Target="../slideLayouts/slideLayout338.xml"/><Relationship Id="rId6" Type="http://schemas.openxmlformats.org/officeDocument/2006/relationships/slideLayout" Target="../slideLayouts/slideLayout343.xml"/><Relationship Id="rId11" Type="http://schemas.openxmlformats.org/officeDocument/2006/relationships/theme" Target="../theme/theme37.xml"/><Relationship Id="rId5" Type="http://schemas.openxmlformats.org/officeDocument/2006/relationships/slideLayout" Target="../slideLayouts/slideLayout342.xml"/><Relationship Id="rId10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1.xml"/><Relationship Id="rId9" Type="http://schemas.openxmlformats.org/officeDocument/2006/relationships/slideLayout" Target="../slideLayouts/slideLayout346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5.xml"/><Relationship Id="rId3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4.xml"/><Relationship Id="rId12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53.xml"/><Relationship Id="rId11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1.xml"/><Relationship Id="rId9" Type="http://schemas.openxmlformats.org/officeDocument/2006/relationships/slideLayout" Target="../slideLayouts/slideLayout356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6.xml"/><Relationship Id="rId3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5.xml"/><Relationship Id="rId2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64.xml"/><Relationship Id="rId11" Type="http://schemas.openxmlformats.org/officeDocument/2006/relationships/theme" Target="../theme/theme39.xml"/><Relationship Id="rId5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2.xml"/><Relationship Id="rId9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6.xml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12" Type="http://schemas.openxmlformats.org/officeDocument/2006/relationships/theme" Target="../theme/theme40.xml"/><Relationship Id="rId2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5" Type="http://schemas.openxmlformats.org/officeDocument/2006/relationships/slideLayout" Target="../slideLayouts/slideLayout373.xml"/><Relationship Id="rId10" Type="http://schemas.openxmlformats.org/officeDocument/2006/relationships/slideLayout" Target="../slideLayouts/slideLayout378.xml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7.xml"/><Relationship Id="rId3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6.xml"/><Relationship Id="rId12" Type="http://schemas.openxmlformats.org/officeDocument/2006/relationships/theme" Target="../theme/theme41.xml"/><Relationship Id="rId2" Type="http://schemas.openxmlformats.org/officeDocument/2006/relationships/slideLayout" Target="../slideLayouts/slideLayout381.xml"/><Relationship Id="rId1" Type="http://schemas.openxmlformats.org/officeDocument/2006/relationships/slideLayout" Target="../slideLayouts/slideLayout380.xml"/><Relationship Id="rId6" Type="http://schemas.openxmlformats.org/officeDocument/2006/relationships/slideLayout" Target="../slideLayouts/slideLayout385.xml"/><Relationship Id="rId11" Type="http://schemas.openxmlformats.org/officeDocument/2006/relationships/slideLayout" Target="../slideLayouts/slideLayout390.xml"/><Relationship Id="rId5" Type="http://schemas.openxmlformats.org/officeDocument/2006/relationships/slideLayout" Target="../slideLayouts/slideLayout384.xml"/><Relationship Id="rId10" Type="http://schemas.openxmlformats.org/officeDocument/2006/relationships/slideLayout" Target="../slideLayouts/slideLayout389.xml"/><Relationship Id="rId4" Type="http://schemas.openxmlformats.org/officeDocument/2006/relationships/slideLayout" Target="../slideLayouts/slideLayout383.xml"/><Relationship Id="rId9" Type="http://schemas.openxmlformats.org/officeDocument/2006/relationships/slideLayout" Target="../slideLayouts/slideLayout388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8.xml"/><Relationship Id="rId3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7.xml"/><Relationship Id="rId12" Type="http://schemas.openxmlformats.org/officeDocument/2006/relationships/theme" Target="../theme/theme42.xml"/><Relationship Id="rId2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91.xml"/><Relationship Id="rId6" Type="http://schemas.openxmlformats.org/officeDocument/2006/relationships/slideLayout" Target="../slideLayouts/slideLayout396.xml"/><Relationship Id="rId11" Type="http://schemas.openxmlformats.org/officeDocument/2006/relationships/slideLayout" Target="../slideLayouts/slideLayout401.xml"/><Relationship Id="rId5" Type="http://schemas.openxmlformats.org/officeDocument/2006/relationships/slideLayout" Target="../slideLayouts/slideLayout395.xml"/><Relationship Id="rId10" Type="http://schemas.openxmlformats.org/officeDocument/2006/relationships/slideLayout" Target="../slideLayouts/slideLayout400.xml"/><Relationship Id="rId4" Type="http://schemas.openxmlformats.org/officeDocument/2006/relationships/slideLayout" Target="../slideLayouts/slideLayout394.xml"/><Relationship Id="rId9" Type="http://schemas.openxmlformats.org/officeDocument/2006/relationships/slideLayout" Target="../slideLayouts/slideLayout399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9.xml"/><Relationship Id="rId3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8.xml"/><Relationship Id="rId12" Type="http://schemas.openxmlformats.org/officeDocument/2006/relationships/theme" Target="../theme/theme43.xml"/><Relationship Id="rId2" Type="http://schemas.openxmlformats.org/officeDocument/2006/relationships/slideLayout" Target="../slideLayouts/slideLayout403.xml"/><Relationship Id="rId1" Type="http://schemas.openxmlformats.org/officeDocument/2006/relationships/slideLayout" Target="../slideLayouts/slideLayout402.xml"/><Relationship Id="rId6" Type="http://schemas.openxmlformats.org/officeDocument/2006/relationships/slideLayout" Target="../slideLayouts/slideLayout407.xml"/><Relationship Id="rId11" Type="http://schemas.openxmlformats.org/officeDocument/2006/relationships/slideLayout" Target="../slideLayouts/slideLayout412.xml"/><Relationship Id="rId5" Type="http://schemas.openxmlformats.org/officeDocument/2006/relationships/slideLayout" Target="../slideLayouts/slideLayout406.xml"/><Relationship Id="rId10" Type="http://schemas.openxmlformats.org/officeDocument/2006/relationships/slideLayout" Target="../slideLayouts/slideLayout411.xml"/><Relationship Id="rId4" Type="http://schemas.openxmlformats.org/officeDocument/2006/relationships/slideLayout" Target="../slideLayouts/slideLayout405.xml"/><Relationship Id="rId9" Type="http://schemas.openxmlformats.org/officeDocument/2006/relationships/slideLayout" Target="../slideLayouts/slideLayout4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659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ADAD38-772F-4B39-88A8-A0E395C4CAF7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C7EAE9-2130-41CF-82CB-94C0F8D128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0" r:id="rId1"/>
    <p:sldLayoutId id="2147484819" r:id="rId2"/>
    <p:sldLayoutId id="2147484818" r:id="rId3"/>
    <p:sldLayoutId id="2147484817" r:id="rId4"/>
    <p:sldLayoutId id="2147484816" r:id="rId5"/>
    <p:sldLayoutId id="2147484815" r:id="rId6"/>
    <p:sldLayoutId id="2147484814" r:id="rId7"/>
    <p:sldLayoutId id="2147484813" r:id="rId8"/>
    <p:sldLayoutId id="2147484812" r:id="rId9"/>
    <p:sldLayoutId id="2147484811" r:id="rId10"/>
    <p:sldLayoutId id="214748481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85F26D7E-B696-410C-A942-CC4AA55F7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6762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762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762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1" r:id="rId1"/>
    <p:sldLayoutId id="2147484822" r:id="rId2"/>
    <p:sldLayoutId id="2147484823" r:id="rId3"/>
    <p:sldLayoutId id="2147484824" r:id="rId4"/>
    <p:sldLayoutId id="2147484825" r:id="rId5"/>
    <p:sldLayoutId id="2147484826" r:id="rId6"/>
    <p:sldLayoutId id="2147484827" r:id="rId7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686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86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1CB47F-5678-4E07-B725-92611D203E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8" r:id="rId1"/>
    <p:sldLayoutId id="2147484829" r:id="rId2"/>
    <p:sldLayoutId id="2147484830" r:id="rId3"/>
    <p:sldLayoutId id="2147484831" r:id="rId4"/>
    <p:sldLayoutId id="2147484832" r:id="rId5"/>
    <p:sldLayoutId id="2147484833" r:id="rId6"/>
    <p:sldLayoutId id="2147484834" r:id="rId7"/>
    <p:sldLayoutId id="2147484835" r:id="rId8"/>
    <p:sldLayoutId id="2147484836" r:id="rId9"/>
    <p:sldLayoutId id="214748483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69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9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EA71A8B-7BAF-45CD-BBEC-3DF07C40F2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2" r:id="rId5"/>
    <p:sldLayoutId id="2147484843" r:id="rId6"/>
    <p:sldLayoutId id="2147484844" r:id="rId7"/>
    <p:sldLayoutId id="2147484845" r:id="rId8"/>
    <p:sldLayoutId id="2147484846" r:id="rId9"/>
    <p:sldLayoutId id="214748484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A6523EC1-0D70-449C-B3DB-6C546F9224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069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069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069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8" r:id="rId1"/>
    <p:sldLayoutId id="2147484849" r:id="rId2"/>
    <p:sldLayoutId id="2147484850" r:id="rId3"/>
    <p:sldLayoutId id="2147484851" r:id="rId4"/>
    <p:sldLayoutId id="2147484852" r:id="rId5"/>
    <p:sldLayoutId id="2147484853" r:id="rId6"/>
    <p:sldLayoutId id="2147484854" r:id="rId7"/>
    <p:sldLayoutId id="2147484855" r:id="rId8"/>
    <p:sldLayoutId id="2147484856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17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17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C351F7-F54C-476B-A5AF-CAE5E0F4E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7" r:id="rId1"/>
    <p:sldLayoutId id="2147484858" r:id="rId2"/>
    <p:sldLayoutId id="2147484859" r:id="rId3"/>
    <p:sldLayoutId id="2147484860" r:id="rId4"/>
    <p:sldLayoutId id="2147484861" r:id="rId5"/>
    <p:sldLayoutId id="2147484862" r:id="rId6"/>
    <p:sldLayoutId id="2147484863" r:id="rId7"/>
    <p:sldLayoutId id="2147484864" r:id="rId8"/>
    <p:sldLayoutId id="2147484865" r:id="rId9"/>
    <p:sldLayoutId id="214748486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92216B1A-5093-4E08-BE1B-E413629F28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274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274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274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67" r:id="rId1"/>
    <p:sldLayoutId id="2147484868" r:id="rId2"/>
    <p:sldLayoutId id="2147484869" r:id="rId3"/>
    <p:sldLayoutId id="2147484870" r:id="rId4"/>
    <p:sldLayoutId id="2147484871" r:id="rId5"/>
    <p:sldLayoutId id="2147484872" r:id="rId6"/>
    <p:sldLayoutId id="2147484873" r:id="rId7"/>
    <p:sldLayoutId id="2147484874" r:id="rId8"/>
    <p:sldLayoutId id="2147484875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37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37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4DA335E-578A-4802-8DF8-5B98EA824E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76" r:id="rId1"/>
    <p:sldLayoutId id="2147484877" r:id="rId2"/>
    <p:sldLayoutId id="2147484878" r:id="rId3"/>
    <p:sldLayoutId id="2147484879" r:id="rId4"/>
    <p:sldLayoutId id="2147484880" r:id="rId5"/>
    <p:sldLayoutId id="2147484881" r:id="rId6"/>
    <p:sldLayoutId id="2147484882" r:id="rId7"/>
    <p:sldLayoutId id="2147484883" r:id="rId8"/>
    <p:sldLayoutId id="2147484884" r:id="rId9"/>
    <p:sldLayoutId id="2147484885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1C900A9D-A3F7-4771-81DA-D005F10B1C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47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175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47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47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76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6" r:id="rId1"/>
    <p:sldLayoutId id="2147484887" r:id="rId2"/>
    <p:sldLayoutId id="2147484888" r:id="rId3"/>
    <p:sldLayoutId id="2147484889" r:id="rId4"/>
    <p:sldLayoutId id="2147484890" r:id="rId5"/>
    <p:sldLayoutId id="2147484891" r:id="rId6"/>
    <p:sldLayoutId id="2147484892" r:id="rId7"/>
    <p:sldLayoutId id="2147484893" r:id="rId8"/>
    <p:sldLayoutId id="2147484894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58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58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CA28A7C-4421-467E-B98D-0FB4211E8C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5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34E004B0-BD4E-40E7-B05F-83E5CA31DF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683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68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68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5" r:id="rId1"/>
    <p:sldLayoutId id="2147484906" r:id="rId2"/>
    <p:sldLayoutId id="2147484907" r:id="rId3"/>
    <p:sldLayoutId id="2147484908" r:id="rId4"/>
    <p:sldLayoutId id="2147484909" r:id="rId5"/>
    <p:sldLayoutId id="2147484910" r:id="rId6"/>
    <p:sldLayoutId id="2147484911" r:id="rId7"/>
    <p:sldLayoutId id="2147484912" r:id="rId8"/>
    <p:sldLayoutId id="2147484913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7786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786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01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F9C39E6C-CE3A-4491-8DDC-3485FA893B3A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01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E6E875DC-04CA-4276-9878-183B48E883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4" r:id="rId1"/>
    <p:sldLayoutId id="2147484915" r:id="rId2"/>
    <p:sldLayoutId id="2147484916" r:id="rId3"/>
    <p:sldLayoutId id="2147484917" r:id="rId4"/>
    <p:sldLayoutId id="2147484918" r:id="rId5"/>
    <p:sldLayoutId id="2147484919" r:id="rId6"/>
    <p:sldLayoutId id="2147484920" r:id="rId7"/>
    <p:sldLayoutId id="2147484921" r:id="rId8"/>
    <p:sldLayoutId id="2147484922" r:id="rId9"/>
    <p:sldLayoutId id="2147484923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78E79833-9541-4ACB-B455-83ED0310DF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888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88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31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88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71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24" r:id="rId1"/>
    <p:sldLayoutId id="2147484925" r:id="rId2"/>
    <p:sldLayoutId id="2147484926" r:id="rId3"/>
    <p:sldLayoutId id="2147484927" r:id="rId4"/>
    <p:sldLayoutId id="2147484928" r:id="rId5"/>
    <p:sldLayoutId id="2147484929" r:id="rId6"/>
    <p:sldLayoutId id="2147484930" r:id="rId7"/>
    <p:sldLayoutId id="2147484931" r:id="rId8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799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99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0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425B3BB5-6FC5-47BE-A57D-41E02F11283C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40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6C25E4A7-BD1D-4882-BD41-7BDEB4365A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933" r:id="rId2"/>
    <p:sldLayoutId id="2147484934" r:id="rId3"/>
    <p:sldLayoutId id="2147484935" r:id="rId4"/>
    <p:sldLayoutId id="2147484936" r:id="rId5"/>
    <p:sldLayoutId id="2147484937" r:id="rId6"/>
    <p:sldLayoutId id="2147484938" r:id="rId7"/>
    <p:sldLayoutId id="2147484939" r:id="rId8"/>
    <p:sldLayoutId id="2147484940" r:id="rId9"/>
    <p:sldLayoutId id="214748494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C1D41BE2-2FC8-4C1D-883E-461FDAC676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09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09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09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2" r:id="rId1"/>
    <p:sldLayoutId id="2147484943" r:id="rId2"/>
    <p:sldLayoutId id="2147484944" r:id="rId3"/>
    <p:sldLayoutId id="2147484945" r:id="rId4"/>
    <p:sldLayoutId id="2147484946" r:id="rId5"/>
    <p:sldLayoutId id="2147484947" r:id="rId6"/>
    <p:sldLayoutId id="2147484948" r:id="rId7"/>
    <p:sldLayoutId id="2147484949" r:id="rId8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92DEB1FE-FD95-4EDA-BD8C-CEA592F684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195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195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195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5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585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585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0" r:id="rId1"/>
    <p:sldLayoutId id="2147484951" r:id="rId2"/>
    <p:sldLayoutId id="2147484952" r:id="rId3"/>
    <p:sldLayoutId id="2147484953" r:id="rId4"/>
    <p:sldLayoutId id="2147484954" r:id="rId5"/>
    <p:sldLayoutId id="2147484955" r:id="rId6"/>
    <p:sldLayoutId id="2147484956" r:id="rId7"/>
    <p:sldLayoutId id="2147484957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298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298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0C2D30A-D160-4298-8393-C00C5F38F4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8" r:id="rId1"/>
    <p:sldLayoutId id="2147484959" r:id="rId2"/>
    <p:sldLayoutId id="2147484960" r:id="rId3"/>
    <p:sldLayoutId id="2147484961" r:id="rId4"/>
    <p:sldLayoutId id="2147484962" r:id="rId5"/>
    <p:sldLayoutId id="2147484963" r:id="rId6"/>
    <p:sldLayoutId id="2147484964" r:id="rId7"/>
    <p:sldLayoutId id="2147484965" r:id="rId8"/>
    <p:sldLayoutId id="2147484966" r:id="rId9"/>
    <p:sldLayoutId id="214748496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40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40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53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36A737-03ED-422B-82FF-A14FD4A377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8" r:id="rId1"/>
    <p:sldLayoutId id="2147484969" r:id="rId2"/>
    <p:sldLayoutId id="2147484970" r:id="rId3"/>
    <p:sldLayoutId id="2147484971" r:id="rId4"/>
    <p:sldLayoutId id="2147484972" r:id="rId5"/>
    <p:sldLayoutId id="2147484973" r:id="rId6"/>
    <p:sldLayoutId id="2147484974" r:id="rId7"/>
    <p:sldLayoutId id="2147484975" r:id="rId8"/>
    <p:sldLayoutId id="2147484976" r:id="rId9"/>
    <p:sldLayoutId id="214748497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83BD48E5-FBD6-4431-BDD6-1975F02991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5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6042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6042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5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5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8" r:id="rId1"/>
    <p:sldLayoutId id="2147484979" r:id="rId2"/>
    <p:sldLayoutId id="2147484980" r:id="rId3"/>
    <p:sldLayoutId id="2147484981" r:id="rId4"/>
    <p:sldLayoutId id="2147484982" r:id="rId5"/>
    <p:sldLayoutId id="2147484983" r:id="rId6"/>
    <p:sldLayoutId id="2147484984" r:id="rId7"/>
    <p:sldLayoutId id="2147484985" r:id="rId8"/>
    <p:sldLayoutId id="2147484986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DDC1E8B-1B53-4ED8-BAD9-9D4D2D5663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7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7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A21AE7D-4AAD-4EF0-ABC5-587F84F5ED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97" r:id="rId1"/>
    <p:sldLayoutId id="2147484998" r:id="rId2"/>
    <p:sldLayoutId id="2147484999" r:id="rId3"/>
    <p:sldLayoutId id="2147485000" r:id="rId4"/>
    <p:sldLayoutId id="2147485001" r:id="rId5"/>
    <p:sldLayoutId id="2147485002" r:id="rId6"/>
    <p:sldLayoutId id="2147485003" r:id="rId7"/>
    <p:sldLayoutId id="2147485004" r:id="rId8"/>
    <p:sldLayoutId id="2147485005" r:id="rId9"/>
    <p:sldLayoutId id="214748500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388C9B-4A3C-4E4F-9F6B-868FE35A41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810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810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810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07" r:id="rId1"/>
    <p:sldLayoutId id="2147485008" r:id="rId2"/>
    <p:sldLayoutId id="2147485009" r:id="rId3"/>
    <p:sldLayoutId id="2147485010" r:id="rId4"/>
    <p:sldLayoutId id="2147485011" r:id="rId5"/>
    <p:sldLayoutId id="2147485012" r:id="rId6"/>
    <p:sldLayoutId id="2147485013" r:id="rId7"/>
    <p:sldLayoutId id="2147485014" r:id="rId8"/>
    <p:sldLayoutId id="2147485015" r:id="rId9"/>
    <p:sldLayoutId id="214748501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389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9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6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7C4E0AB4-F513-465B-BBE1-0727611ABE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17" r:id="rId1"/>
    <p:sldLayoutId id="2147485018" r:id="rId2"/>
    <p:sldLayoutId id="2147485019" r:id="rId3"/>
    <p:sldLayoutId id="2147485020" r:id="rId4"/>
    <p:sldLayoutId id="2147485021" r:id="rId5"/>
    <p:sldLayoutId id="2147485022" r:id="rId6"/>
    <p:sldLayoutId id="2147485023" r:id="rId7"/>
    <p:sldLayoutId id="2147485024" r:id="rId8"/>
    <p:sldLayoutId id="2147485025" r:id="rId9"/>
    <p:sldLayoutId id="214748502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4B62A387-33E7-4725-A457-60B578139A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014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</p:grpSp>
      <p:sp>
        <p:nvSpPr>
          <p:cNvPr id="39014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015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8" r:id="rId2"/>
    <p:sldLayoutId id="2147485029" r:id="rId3"/>
    <p:sldLayoutId id="2147485030" r:id="rId4"/>
    <p:sldLayoutId id="2147485031" r:id="rId5"/>
    <p:sldLayoutId id="2147485032" r:id="rId6"/>
    <p:sldLayoutId id="2147485033" r:id="rId7"/>
    <p:sldLayoutId id="2147485034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B3FEF41-B10F-478E-A2A4-68D117EB5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117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6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6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911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11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6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7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8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36" r:id="rId2"/>
    <p:sldLayoutId id="2147485037" r:id="rId3"/>
    <p:sldLayoutId id="2147485038" r:id="rId4"/>
    <p:sldLayoutId id="2147485039" r:id="rId5"/>
    <p:sldLayoutId id="2147485040" r:id="rId6"/>
    <p:sldLayoutId id="2147485041" r:id="rId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22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220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90EF25-6FDE-4ED2-8062-B0FC22EDBA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2" r:id="rId1"/>
    <p:sldLayoutId id="2147485043" r:id="rId2"/>
    <p:sldLayoutId id="2147485044" r:id="rId3"/>
    <p:sldLayoutId id="2147485045" r:id="rId4"/>
    <p:sldLayoutId id="2147485046" r:id="rId5"/>
    <p:sldLayoutId id="2147485047" r:id="rId6"/>
    <p:sldLayoutId id="2147485048" r:id="rId7"/>
    <p:sldLayoutId id="2147485049" r:id="rId8"/>
    <p:sldLayoutId id="2147485050" r:id="rId9"/>
    <p:sldLayoutId id="214748505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32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32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E5DDAB2-EF6B-4809-AA94-B421F81C8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52" r:id="rId1"/>
    <p:sldLayoutId id="2147485053" r:id="rId2"/>
    <p:sldLayoutId id="2147485054" r:id="rId3"/>
    <p:sldLayoutId id="2147485055" r:id="rId4"/>
    <p:sldLayoutId id="2147485056" r:id="rId5"/>
    <p:sldLayoutId id="2147485057" r:id="rId6"/>
    <p:sldLayoutId id="2147485058" r:id="rId7"/>
    <p:sldLayoutId id="2147485059" r:id="rId8"/>
    <p:sldLayoutId id="2147485060" r:id="rId9"/>
    <p:sldLayoutId id="214748506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5B3D6084-BC8C-4A11-AA36-AABFDDDEF8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424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</p:grpSp>
      <p:sp>
        <p:nvSpPr>
          <p:cNvPr id="394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4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62" r:id="rId1"/>
    <p:sldLayoutId id="2147485063" r:id="rId2"/>
    <p:sldLayoutId id="2147485064" r:id="rId3"/>
    <p:sldLayoutId id="2147485065" r:id="rId4"/>
    <p:sldLayoutId id="2147485066" r:id="rId5"/>
    <p:sldLayoutId id="2147485067" r:id="rId6"/>
    <p:sldLayoutId id="2147485068" r:id="rId7"/>
    <p:sldLayoutId id="214748506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52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52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E9C232B-04ED-4A87-9AEB-B64D4D814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70" r:id="rId1"/>
    <p:sldLayoutId id="2147485071" r:id="rId2"/>
    <p:sldLayoutId id="2147485072" r:id="rId3"/>
    <p:sldLayoutId id="2147485073" r:id="rId4"/>
    <p:sldLayoutId id="2147485074" r:id="rId5"/>
    <p:sldLayoutId id="2147485075" r:id="rId6"/>
    <p:sldLayoutId id="2147485076" r:id="rId7"/>
    <p:sldLayoutId id="2147485077" r:id="rId8"/>
    <p:sldLayoutId id="2147485078" r:id="rId9"/>
    <p:sldLayoutId id="2147485079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</a:defRPr>
            </a:lvl1pPr>
          </a:lstStyle>
          <a:p>
            <a:pPr>
              <a:defRPr/>
            </a:pPr>
            <a:fld id="{3813A173-39A4-4175-9598-7157A490E0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629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</p:grpSp>
      <p:sp>
        <p:nvSpPr>
          <p:cNvPr id="39629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629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0" r:id="rId1"/>
    <p:sldLayoutId id="2147485081" r:id="rId2"/>
    <p:sldLayoutId id="2147485082" r:id="rId3"/>
    <p:sldLayoutId id="2147485083" r:id="rId4"/>
    <p:sldLayoutId id="2147485084" r:id="rId5"/>
    <p:sldLayoutId id="2147485085" r:id="rId6"/>
    <p:sldLayoutId id="2147485086" r:id="rId7"/>
    <p:sldLayoutId id="2147485087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6A4AF8-1B07-4396-8B11-8300C000F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73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973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73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9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0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1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83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83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BF193E-B0ED-4BD3-B440-99E8ABE0C9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5" r:id="rId1"/>
    <p:sldLayoutId id="2147485096" r:id="rId2"/>
    <p:sldLayoutId id="2147485097" r:id="rId3"/>
    <p:sldLayoutId id="2147485098" r:id="rId4"/>
    <p:sldLayoutId id="2147485099" r:id="rId5"/>
    <p:sldLayoutId id="2147485100" r:id="rId6"/>
    <p:sldLayoutId id="2147485101" r:id="rId7"/>
    <p:sldLayoutId id="2147485102" r:id="rId8"/>
    <p:sldLayoutId id="2147485103" r:id="rId9"/>
    <p:sldLayoutId id="214748510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93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3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07F081-D084-489A-9D25-246828E173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05" r:id="rId1"/>
    <p:sldLayoutId id="2147485106" r:id="rId2"/>
    <p:sldLayoutId id="2147485107" r:id="rId3"/>
    <p:sldLayoutId id="2147485108" r:id="rId4"/>
    <p:sldLayoutId id="2147485109" r:id="rId5"/>
    <p:sldLayoutId id="2147485110" r:id="rId6"/>
    <p:sldLayoutId id="2147485111" r:id="rId7"/>
    <p:sldLayoutId id="2147485112" r:id="rId8"/>
    <p:sldLayoutId id="2147485113" r:id="rId9"/>
    <p:sldLayoutId id="214748511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3D199B3-6FD0-44C5-A6F1-5C63FA5524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03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03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03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16" r:id="rId2"/>
    <p:sldLayoutId id="2147485117" r:id="rId3"/>
    <p:sldLayoutId id="2147485118" r:id="rId4"/>
    <p:sldLayoutId id="2147485119" r:id="rId5"/>
    <p:sldLayoutId id="2147485120" r:id="rId6"/>
    <p:sldLayoutId id="2147485121" r:id="rId7"/>
    <p:sldLayoutId id="2147485122" r:id="rId8"/>
    <p:sldLayoutId id="2147485123" r:id="rId9"/>
    <p:sldLayoutId id="2147485124" r:id="rId10"/>
    <p:sldLayoutId id="214748512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1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1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1786F3-BE59-4BBB-8C77-0BDF07303B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6" r:id="rId1"/>
    <p:sldLayoutId id="2147485127" r:id="rId2"/>
    <p:sldLayoutId id="2147485128" r:id="rId3"/>
    <p:sldLayoutId id="2147485129" r:id="rId4"/>
    <p:sldLayoutId id="2147485130" r:id="rId5"/>
    <p:sldLayoutId id="2147485131" r:id="rId6"/>
    <p:sldLayoutId id="2147485132" r:id="rId7"/>
    <p:sldLayoutId id="2147485133" r:id="rId8"/>
    <p:sldLayoutId id="2147485134" r:id="rId9"/>
    <p:sldLayoutId id="2147485135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934F99F-C796-4330-8E91-4B18DE60EF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243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24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24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6" r:id="rId1"/>
    <p:sldLayoutId id="2147485137" r:id="rId2"/>
    <p:sldLayoutId id="2147485138" r:id="rId3"/>
    <p:sldLayoutId id="2147485139" r:id="rId4"/>
    <p:sldLayoutId id="2147485140" r:id="rId5"/>
    <p:sldLayoutId id="2147485141" r:id="rId6"/>
    <p:sldLayoutId id="2147485142" r:id="rId7"/>
    <p:sldLayoutId id="2147485143" r:id="rId8"/>
    <p:sldLayoutId id="2147485144" r:id="rId9"/>
    <p:sldLayoutId id="2147485145" r:id="rId10"/>
    <p:sldLayoutId id="214748514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346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346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D14D9D9-F192-4F5A-AE9F-DDD738746A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47" r:id="rId1"/>
    <p:sldLayoutId id="2147485148" r:id="rId2"/>
    <p:sldLayoutId id="2147485149" r:id="rId3"/>
    <p:sldLayoutId id="2147485150" r:id="rId4"/>
    <p:sldLayoutId id="2147485151" r:id="rId5"/>
    <p:sldLayoutId id="2147485152" r:id="rId6"/>
    <p:sldLayoutId id="2147485153" r:id="rId7"/>
    <p:sldLayoutId id="2147485154" r:id="rId8"/>
    <p:sldLayoutId id="2147485155" r:id="rId9"/>
    <p:sldLayoutId id="214748515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DA3BF9-4FDD-467C-ACE1-434D813C8C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448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44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44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57" r:id="rId1"/>
    <p:sldLayoutId id="2147485158" r:id="rId2"/>
    <p:sldLayoutId id="2147485159" r:id="rId3"/>
    <p:sldLayoutId id="2147485160" r:id="rId4"/>
    <p:sldLayoutId id="2147485161" r:id="rId5"/>
    <p:sldLayoutId id="2147485162" r:id="rId6"/>
    <p:sldLayoutId id="2147485163" r:id="rId7"/>
    <p:sldLayoutId id="2147485164" r:id="rId8"/>
    <p:sldLayoutId id="2147485165" r:id="rId9"/>
    <p:sldLayoutId id="2147485166" r:id="rId10"/>
    <p:sldLayoutId id="21474851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55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55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B8E85C-B20A-42ED-86B9-9A49BC291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3866BE4-E199-4EB8-99CB-A5BA6034D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65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65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65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8" r:id="rId1"/>
    <p:sldLayoutId id="2147485179" r:id="rId2"/>
    <p:sldLayoutId id="2147485180" r:id="rId3"/>
    <p:sldLayoutId id="2147485181" r:id="rId4"/>
    <p:sldLayoutId id="2147485182" r:id="rId5"/>
    <p:sldLayoutId id="2147485183" r:id="rId6"/>
    <p:sldLayoutId id="2147485184" r:id="rId7"/>
    <p:sldLayoutId id="2147485185" r:id="rId8"/>
    <p:sldLayoutId id="2147485186" r:id="rId9"/>
    <p:sldLayoutId id="2147485187" r:id="rId10"/>
    <p:sldLayoutId id="214748518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137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37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BE97635-45C6-4190-80C2-3CE3C08AA3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55" r:id="rId1"/>
    <p:sldLayoutId id="2147485256" r:id="rId2"/>
    <p:sldLayoutId id="2147485257" r:id="rId3"/>
    <p:sldLayoutId id="2147485258" r:id="rId4"/>
    <p:sldLayoutId id="2147485259" r:id="rId5"/>
    <p:sldLayoutId id="2147485260" r:id="rId6"/>
    <p:sldLayoutId id="2147485261" r:id="rId7"/>
    <p:sldLayoutId id="2147485262" r:id="rId8"/>
    <p:sldLayoutId id="2147485263" r:id="rId9"/>
    <p:sldLayoutId id="2147485264" r:id="rId10"/>
    <p:sldLayoutId id="21474852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44D33A3-738D-4A78-B8E0-EE6074CEE7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1472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147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47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9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0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1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66" r:id="rId1"/>
    <p:sldLayoutId id="2147485267" r:id="rId2"/>
    <p:sldLayoutId id="2147485268" r:id="rId3"/>
    <p:sldLayoutId id="2147485269" r:id="rId4"/>
    <p:sldLayoutId id="2147485270" r:id="rId5"/>
    <p:sldLayoutId id="2147485271" r:id="rId6"/>
    <p:sldLayoutId id="2147485272" r:id="rId7"/>
    <p:sldLayoutId id="2147485273" r:id="rId8"/>
    <p:sldLayoutId id="2147485274" r:id="rId9"/>
    <p:sldLayoutId id="2147485275" r:id="rId10"/>
    <p:sldLayoutId id="21474852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0000"/>
                </a:solidFill>
                <a:latin typeface="Arial Black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fld id="{0E44FAF3-F40D-4AD8-98CD-8778F7216B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1677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67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67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5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585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585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88" r:id="rId1"/>
    <p:sldLayoutId id="2147485289" r:id="rId2"/>
    <p:sldLayoutId id="2147485290" r:id="rId3"/>
    <p:sldLayoutId id="2147485291" r:id="rId4"/>
    <p:sldLayoutId id="2147485292" r:id="rId5"/>
    <p:sldLayoutId id="2147485293" r:id="rId6"/>
    <p:sldLayoutId id="2147485294" r:id="rId7"/>
    <p:sldLayoutId id="2147485295" r:id="rId8"/>
    <p:sldLayoutId id="2147485296" r:id="rId9"/>
    <p:sldLayoutId id="2147485297" r:id="rId10"/>
    <p:sldLayoutId id="21474852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0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 dirty="0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 b="1" dirty="0">
                <a:solidFill>
                  <a:srgbClr val="CC0099"/>
                </a:solidFill>
              </a:rPr>
              <a:t>3</a:t>
            </a:r>
            <a:r>
              <a:rPr kumimoji="1" lang="en-US" altLang="zh-CN" sz="3600" b="1" dirty="0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 b="1" dirty="0">
                <a:solidFill>
                  <a:srgbClr val="CC0099"/>
                </a:solidFill>
                <a:latin typeface="楷体_GB2312" pitchFamily="49" charset="-122"/>
              </a:rPr>
              <a:t>相似矩阵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277813" y="763588"/>
            <a:ext cx="1606550" cy="51911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5738CA"/>
                </a:solidFill>
                <a:latin typeface="华文楷体" panose="02010600040101010101" pitchFamily="2" charset="-122"/>
              </a:rPr>
              <a:t>一、定义</a:t>
            </a:r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709613" y="133985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华文楷体" panose="02010600040101010101" pitchFamily="2" charset="-122"/>
              </a:rPr>
              <a:t>定义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1790700" y="1339850"/>
            <a:ext cx="6940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设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、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都是ｎ阶矩阵，若有可逆矩阵</a:t>
            </a:r>
            <a:r>
              <a:rPr lang="zh-CN" altLang="en-US" i="1">
                <a:latin typeface="华文楷体" panose="02010600040101010101" pitchFamily="2" charset="-122"/>
              </a:rPr>
              <a:t>Ｐ，</a:t>
            </a:r>
          </a:p>
        </p:txBody>
      </p:sp>
      <p:grpSp>
        <p:nvGrpSpPr>
          <p:cNvPr id="16420" name="Group 36"/>
          <p:cNvGrpSpPr>
            <a:grpSpLocks/>
          </p:cNvGrpSpPr>
          <p:nvPr/>
        </p:nvGrpSpPr>
        <p:grpSpPr bwMode="auto">
          <a:xfrm>
            <a:off x="277813" y="1844675"/>
            <a:ext cx="2654300" cy="519113"/>
            <a:chOff x="536" y="1784"/>
            <a:chExt cx="1672" cy="327"/>
          </a:xfrm>
        </p:grpSpPr>
        <p:sp>
          <p:nvSpPr>
            <p:cNvPr id="3095" name="Text Box 37"/>
            <p:cNvSpPr txBox="1">
              <a:spLocks noChangeArrowheads="1"/>
            </p:cNvSpPr>
            <p:nvPr/>
          </p:nvSpPr>
          <p:spPr bwMode="auto">
            <a:xfrm>
              <a:off x="536" y="178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楷体" panose="02010600040101010101" pitchFamily="2" charset="-122"/>
                </a:rPr>
                <a:t>使得</a:t>
              </a:r>
            </a:p>
          </p:txBody>
        </p:sp>
        <p:graphicFrame>
          <p:nvGraphicFramePr>
            <p:cNvPr id="3096" name="Object 38"/>
            <p:cNvGraphicFramePr>
              <a:graphicFrameLocks noChangeAspect="1"/>
            </p:cNvGraphicFramePr>
            <p:nvPr/>
          </p:nvGraphicFramePr>
          <p:xfrm>
            <a:off x="1104" y="1784"/>
            <a:ext cx="110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44" name="Equation" r:id="rId3" imgW="1752600" imgH="444500" progId="Equation.DSMT4">
                    <p:embed/>
                  </p:oleObj>
                </mc:Choice>
                <mc:Fallback>
                  <p:oleObj name="Equation" r:id="rId3" imgW="1752600" imgH="444500" progId="Equation.DSMT4">
                    <p:embed/>
                    <p:pic>
                      <p:nvPicPr>
                        <p:cNvPr id="309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784"/>
                          <a:ext cx="110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23" name="Text Box 39"/>
          <p:cNvSpPr txBox="1">
            <a:spLocks noChangeArrowheads="1"/>
          </p:cNvSpPr>
          <p:nvPr/>
        </p:nvSpPr>
        <p:spPr bwMode="auto">
          <a:xfrm>
            <a:off x="3019425" y="1844675"/>
            <a:ext cx="5873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则称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是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相似矩阵</a:t>
            </a:r>
            <a:r>
              <a:rPr lang="zh-CN" altLang="en-US">
                <a:latin typeface="华文楷体" panose="02010600040101010101" pitchFamily="2" charset="-122"/>
              </a:rPr>
              <a:t>，或者说</a:t>
            </a:r>
            <a:r>
              <a:rPr lang="zh-CN" altLang="en-US">
                <a:latin typeface="华文楷体" panose="02010600040101010101" pitchFamily="2" charset="-122"/>
                <a:cs typeface="Arabic Transparent" panose="020B0604020202020204" pitchFamily="34" charset="0"/>
              </a:rPr>
              <a:t>矩阵</a:t>
            </a:r>
          </a:p>
        </p:txBody>
      </p:sp>
      <p:sp>
        <p:nvSpPr>
          <p:cNvPr id="16424" name="Text Box 40"/>
          <p:cNvSpPr txBox="1">
            <a:spLocks noChangeArrowheads="1"/>
          </p:cNvSpPr>
          <p:nvPr/>
        </p:nvSpPr>
        <p:spPr bwMode="auto">
          <a:xfrm>
            <a:off x="277813" y="2349500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rgbClr val="FF0000"/>
                </a:solidFill>
                <a:latin typeface="华文楷体" panose="02010600040101010101" pitchFamily="2" charset="-122"/>
              </a:rPr>
              <a:t>Ａ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与</a:t>
            </a:r>
            <a:r>
              <a:rPr lang="zh-CN" altLang="en-US" i="1">
                <a:solidFill>
                  <a:srgbClr val="FF0000"/>
                </a:solidFill>
                <a:latin typeface="华文楷体" panose="02010600040101010101" pitchFamily="2" charset="-122"/>
              </a:rPr>
              <a:t>Ｂ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相似</a:t>
            </a:r>
            <a:r>
              <a:rPr lang="zh-CN" altLang="en-US">
                <a:latin typeface="华文楷体" panose="02010600040101010101" pitchFamily="2" charset="-122"/>
              </a:rPr>
              <a:t>．</a:t>
            </a:r>
          </a:p>
        </p:txBody>
      </p:sp>
      <p:sp>
        <p:nvSpPr>
          <p:cNvPr id="16425" name="Text Box 41"/>
          <p:cNvSpPr txBox="1">
            <a:spLocks noChangeArrowheads="1"/>
          </p:cNvSpPr>
          <p:nvPr/>
        </p:nvSpPr>
        <p:spPr bwMode="auto">
          <a:xfrm>
            <a:off x="4040188" y="3357563"/>
            <a:ext cx="4095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称为对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进</a:t>
            </a:r>
            <a:r>
              <a:rPr lang="zh-CN" altLang="en-US">
                <a:latin typeface="华文楷体" panose="02010600040101010101" pitchFamily="2" charset="-122"/>
                <a:cs typeface="Arabic Transparent" panose="020B0604020202020204" pitchFamily="34" charset="0"/>
              </a:rPr>
              <a:t>行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cs typeface="Arabic Transparent" panose="020B0604020202020204" pitchFamily="34" charset="0"/>
              </a:rPr>
              <a:t>相似变换</a:t>
            </a:r>
            <a:r>
              <a:rPr lang="zh-CN" altLang="en-US">
                <a:latin typeface="华文楷体" panose="02010600040101010101" pitchFamily="2" charset="-122"/>
                <a:cs typeface="Arabic Transparent" panose="020B0604020202020204" pitchFamily="34" charset="0"/>
              </a:rPr>
              <a:t>，</a:t>
            </a:r>
          </a:p>
        </p:txBody>
      </p:sp>
      <p:grpSp>
        <p:nvGrpSpPr>
          <p:cNvPr id="16426" name="Group 42"/>
          <p:cNvGrpSpPr>
            <a:grpSpLocks/>
          </p:cNvGrpSpPr>
          <p:nvPr/>
        </p:nvGrpSpPr>
        <p:grpSpPr bwMode="auto">
          <a:xfrm>
            <a:off x="709613" y="3357563"/>
            <a:ext cx="3330575" cy="519112"/>
            <a:chOff x="2134" y="2340"/>
            <a:chExt cx="2098" cy="327"/>
          </a:xfrm>
        </p:grpSpPr>
        <p:graphicFrame>
          <p:nvGraphicFramePr>
            <p:cNvPr id="3093" name="Object 43"/>
            <p:cNvGraphicFramePr>
              <a:graphicFrameLocks noChangeAspect="1"/>
            </p:cNvGraphicFramePr>
            <p:nvPr/>
          </p:nvGraphicFramePr>
          <p:xfrm>
            <a:off x="3520" y="2360"/>
            <a:ext cx="7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45" name="Equation" r:id="rId5" imgW="1129810" imgH="444307" progId="Equation.DSMT4">
                    <p:embed/>
                  </p:oleObj>
                </mc:Choice>
                <mc:Fallback>
                  <p:oleObj name="Equation" r:id="rId5" imgW="1129810" imgH="444307" progId="Equation.DSMT4">
                    <p:embed/>
                    <p:pic>
                      <p:nvPicPr>
                        <p:cNvPr id="309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0" y="2360"/>
                          <a:ext cx="7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4" name="Text Box 44"/>
            <p:cNvSpPr txBox="1">
              <a:spLocks noChangeArrowheads="1"/>
            </p:cNvSpPr>
            <p:nvPr/>
          </p:nvSpPr>
          <p:spPr bwMode="auto">
            <a:xfrm>
              <a:off x="2134" y="2340"/>
              <a:ext cx="14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楷体" panose="02010600040101010101" pitchFamily="2" charset="-122"/>
                </a:rPr>
                <a:t>对</a:t>
              </a:r>
              <a:r>
                <a:rPr lang="zh-CN" altLang="en-US" i="1">
                  <a:latin typeface="华文楷体" panose="02010600040101010101" pitchFamily="2" charset="-122"/>
                </a:rPr>
                <a:t>Ａ</a:t>
              </a:r>
              <a:r>
                <a:rPr lang="zh-CN" altLang="en-US">
                  <a:latin typeface="华文楷体" panose="02010600040101010101" pitchFamily="2" charset="-122"/>
                </a:rPr>
                <a:t>进行运算</a:t>
              </a:r>
            </a:p>
          </p:txBody>
        </p:sp>
      </p:grpSp>
      <p:sp>
        <p:nvSpPr>
          <p:cNvPr id="16429" name="Text Box 45"/>
          <p:cNvSpPr txBox="1">
            <a:spLocks noChangeArrowheads="1"/>
          </p:cNvSpPr>
          <p:nvPr/>
        </p:nvSpPr>
        <p:spPr bwMode="auto">
          <a:xfrm>
            <a:off x="206375" y="3933825"/>
            <a:ext cx="7296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可逆矩阵</a:t>
            </a:r>
            <a:r>
              <a:rPr lang="zh-CN" altLang="en-US" i="1">
                <a:latin typeface="华文楷体" panose="02010600040101010101" pitchFamily="2" charset="-122"/>
              </a:rPr>
              <a:t>Ｐ</a:t>
            </a:r>
            <a:r>
              <a:rPr lang="zh-CN" altLang="en-US">
                <a:latin typeface="华文楷体" panose="02010600040101010101" pitchFamily="2" charset="-122"/>
              </a:rPr>
              <a:t>称为把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变成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相似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cs typeface="Arabic Transparent" panose="020B0604020202020204" pitchFamily="34" charset="0"/>
              </a:rPr>
              <a:t>变换矩阵</a:t>
            </a:r>
            <a:r>
              <a:rPr lang="zh-CN" altLang="en-US">
                <a:latin typeface="华文楷体" panose="02010600040101010101" pitchFamily="2" charset="-122"/>
                <a:cs typeface="Arabic Transparent" panose="020B0604020202020204" pitchFamily="34" charset="0"/>
              </a:rPr>
              <a:t>．</a:t>
            </a:r>
          </a:p>
        </p:txBody>
      </p:sp>
      <p:sp>
        <p:nvSpPr>
          <p:cNvPr id="16430" name="Text Box 46"/>
          <p:cNvSpPr txBox="1">
            <a:spLocks noChangeArrowheads="1"/>
          </p:cNvSpPr>
          <p:nvPr/>
        </p:nvSpPr>
        <p:spPr bwMode="auto">
          <a:xfrm>
            <a:off x="2476500" y="2838450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记作</a:t>
            </a:r>
            <a:r>
              <a:rPr lang="zh-CN" altLang="en-US">
                <a:latin typeface="华文楷体" panose="02010600040101010101" pitchFamily="2" charset="-122"/>
                <a:cs typeface="Arabic Transparent" panose="020B0604020202020204" pitchFamily="34" charset="0"/>
              </a:rPr>
              <a:t>：</a:t>
            </a:r>
            <a:endParaRPr lang="zh-CN" altLang="en-US" i="1">
              <a:latin typeface="华文楷体" panose="02010600040101010101" pitchFamily="2" charset="-122"/>
              <a:cs typeface="Arabic Transparent" panose="020B0604020202020204" pitchFamily="34" charset="0"/>
            </a:endParaRPr>
          </a:p>
        </p:txBody>
      </p:sp>
      <p:sp>
        <p:nvSpPr>
          <p:cNvPr id="16431" name="Text Box 47"/>
          <p:cNvSpPr txBox="1">
            <a:spLocks noChangeArrowheads="1"/>
          </p:cNvSpPr>
          <p:nvPr/>
        </p:nvSpPr>
        <p:spPr bwMode="auto">
          <a:xfrm>
            <a:off x="3702050" y="2838450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i="1" dirty="0">
                <a:solidFill>
                  <a:srgbClr val="FF0000"/>
                </a:solidFill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 sz="2800" b="1" dirty="0">
                <a:cs typeface="Arabic Transparent" panose="020B0604020202020204" pitchFamily="34" charset="0"/>
              </a:rPr>
              <a:t>～</a:t>
            </a:r>
            <a:r>
              <a:rPr lang="zh-CN" altLang="en-US" sz="2800" b="1" i="1" dirty="0">
                <a:solidFill>
                  <a:srgbClr val="FF0000"/>
                </a:solidFill>
                <a:latin typeface="华文楷体" panose="02010600040101010101" pitchFamily="2" charset="-122"/>
                <a:cs typeface="Arabic Transparent" panose="020B0604020202020204" pitchFamily="34" charset="0"/>
              </a:rPr>
              <a:t>Ｂ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cs typeface="Arabic Transparent" panose="020B0604020202020204" pitchFamily="34" charset="0"/>
              </a:rPr>
              <a:t>．</a:t>
            </a:r>
          </a:p>
        </p:txBody>
      </p:sp>
      <p:sp>
        <p:nvSpPr>
          <p:cNvPr id="16432" name="Text Box 48"/>
          <p:cNvSpPr txBox="1">
            <a:spLocks noChangeArrowheads="1"/>
          </p:cNvSpPr>
          <p:nvPr/>
        </p:nvSpPr>
        <p:spPr bwMode="auto">
          <a:xfrm>
            <a:off x="277813" y="4437063"/>
            <a:ext cx="1606550" cy="51911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5738CA"/>
                </a:solidFill>
                <a:latin typeface="华文楷体" panose="02010600040101010101" pitchFamily="2" charset="-122"/>
              </a:rPr>
              <a:t>二、性质</a:t>
            </a:r>
          </a:p>
        </p:txBody>
      </p:sp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349250" y="5040313"/>
            <a:ext cx="2573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1</a:t>
            </a:r>
            <a:r>
              <a:rPr lang="zh-CN" altLang="en-US">
                <a:latin typeface="华文楷体" panose="02010600040101010101" pitchFamily="2" charset="-122"/>
              </a:rPr>
              <a:t>） 反身性：</a:t>
            </a:r>
          </a:p>
        </p:txBody>
      </p:sp>
      <p:sp>
        <p:nvSpPr>
          <p:cNvPr id="16434" name="Text Box 50"/>
          <p:cNvSpPr txBox="1">
            <a:spLocks noChangeArrowheads="1"/>
          </p:cNvSpPr>
          <p:nvPr/>
        </p:nvSpPr>
        <p:spPr bwMode="auto">
          <a:xfrm>
            <a:off x="349250" y="5611813"/>
            <a:ext cx="2573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2</a:t>
            </a:r>
            <a:r>
              <a:rPr lang="zh-CN" altLang="en-US">
                <a:latin typeface="华文楷体" panose="02010600040101010101" pitchFamily="2" charset="-122"/>
              </a:rPr>
              <a:t>） 对称性：</a:t>
            </a:r>
          </a:p>
        </p:txBody>
      </p:sp>
      <p:sp>
        <p:nvSpPr>
          <p:cNvPr id="16435" name="Text Box 51"/>
          <p:cNvSpPr txBox="1">
            <a:spLocks noChangeArrowheads="1"/>
          </p:cNvSpPr>
          <p:nvPr/>
        </p:nvSpPr>
        <p:spPr bwMode="auto">
          <a:xfrm>
            <a:off x="349250" y="6223000"/>
            <a:ext cx="257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3</a:t>
            </a:r>
            <a:r>
              <a:rPr lang="zh-CN" altLang="en-US">
                <a:latin typeface="华文楷体" panose="02010600040101010101" pitchFamily="2" charset="-122"/>
              </a:rPr>
              <a:t>） 传递性：</a:t>
            </a:r>
          </a:p>
        </p:txBody>
      </p:sp>
      <p:sp>
        <p:nvSpPr>
          <p:cNvPr id="16436" name="Text Box 52"/>
          <p:cNvSpPr txBox="1">
            <a:spLocks noChangeArrowheads="1"/>
          </p:cNvSpPr>
          <p:nvPr/>
        </p:nvSpPr>
        <p:spPr bwMode="auto">
          <a:xfrm>
            <a:off x="2924175" y="5056188"/>
            <a:ext cx="150380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 dirty="0">
                <a:cs typeface="Arabic Transparent" panose="020B0604020202020204" pitchFamily="34" charset="0"/>
              </a:rPr>
              <a:t>～</a:t>
            </a:r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；</a:t>
            </a:r>
          </a:p>
        </p:txBody>
      </p:sp>
      <p:sp>
        <p:nvSpPr>
          <p:cNvPr id="16437" name="Text Box 53"/>
          <p:cNvSpPr txBox="1">
            <a:spLocks noChangeArrowheads="1"/>
          </p:cNvSpPr>
          <p:nvPr/>
        </p:nvSpPr>
        <p:spPr bwMode="auto">
          <a:xfrm>
            <a:off x="2924175" y="5627688"/>
            <a:ext cx="329723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 dirty="0">
                <a:cs typeface="Arabic Transparent" panose="020B0604020202020204" pitchFamily="34" charset="0"/>
              </a:rPr>
              <a:t>～</a:t>
            </a:r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Ｂ</a:t>
            </a:r>
            <a:r>
              <a:rPr lang="zh-CN" altLang="en-US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，则</a:t>
            </a:r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Ｂ</a:t>
            </a:r>
            <a:r>
              <a:rPr lang="zh-CN" altLang="en-US" dirty="0"/>
              <a:t>～</a:t>
            </a:r>
            <a:r>
              <a:rPr lang="zh-CN" altLang="en-US" i="1" dirty="0">
                <a:latin typeface="华文楷体" panose="02010600040101010101" pitchFamily="2" charset="-122"/>
              </a:rPr>
              <a:t>Ａ</a:t>
            </a:r>
            <a:r>
              <a:rPr lang="zh-CN" altLang="en-US" dirty="0">
                <a:latin typeface="华文楷体" panose="02010600040101010101" pitchFamily="2" charset="-122"/>
              </a:rPr>
              <a:t>；</a:t>
            </a:r>
          </a:p>
        </p:txBody>
      </p:sp>
      <p:sp>
        <p:nvSpPr>
          <p:cNvPr id="16438" name="Text Box 54"/>
          <p:cNvSpPr txBox="1">
            <a:spLocks noChangeArrowheads="1"/>
          </p:cNvSpPr>
          <p:nvPr/>
        </p:nvSpPr>
        <p:spPr bwMode="auto">
          <a:xfrm>
            <a:off x="2924175" y="6223000"/>
            <a:ext cx="467216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 dirty="0">
                <a:cs typeface="Arabic Transparent" panose="020B0604020202020204" pitchFamily="34" charset="0"/>
              </a:rPr>
              <a:t>～</a:t>
            </a:r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Ｂ</a:t>
            </a:r>
            <a:r>
              <a:rPr lang="zh-CN" altLang="en-US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，</a:t>
            </a:r>
            <a:r>
              <a:rPr lang="zh-CN" altLang="en-US" i="1" dirty="0">
                <a:latin typeface="华文楷体" panose="02010600040101010101" pitchFamily="2" charset="-122"/>
                <a:cs typeface="Arabic Transparent" panose="020B0604020202020204" pitchFamily="34" charset="0"/>
              </a:rPr>
              <a:t>Ｂ</a:t>
            </a:r>
            <a:r>
              <a:rPr lang="zh-CN" altLang="en-US" dirty="0"/>
              <a:t>～</a:t>
            </a:r>
            <a:r>
              <a:rPr lang="zh-CN" altLang="en-US" i="1" dirty="0">
                <a:latin typeface="华文楷体" panose="02010600040101010101" pitchFamily="2" charset="-122"/>
              </a:rPr>
              <a:t>Ｃ</a:t>
            </a:r>
            <a:r>
              <a:rPr lang="zh-CN" altLang="en-US" dirty="0">
                <a:latin typeface="华文楷体" panose="02010600040101010101" pitchFamily="2" charset="-122"/>
              </a:rPr>
              <a:t>，则</a:t>
            </a:r>
            <a:r>
              <a:rPr lang="zh-CN" altLang="en-US" i="1" dirty="0">
                <a:latin typeface="华文楷体" panose="02010600040101010101" pitchFamily="2" charset="-122"/>
              </a:rPr>
              <a:t>Ａ</a:t>
            </a:r>
            <a:r>
              <a:rPr lang="zh-CN" altLang="en-US" dirty="0"/>
              <a:t>～</a:t>
            </a:r>
            <a:r>
              <a:rPr lang="zh-CN" altLang="en-US" i="1" dirty="0">
                <a:latin typeface="华文楷体" panose="02010600040101010101" pitchFamily="2" charset="-122"/>
              </a:rPr>
              <a:t>Ｃ</a:t>
            </a:r>
            <a:r>
              <a:rPr lang="zh-CN" altLang="en-US" dirty="0">
                <a:latin typeface="华文楷体" panose="02010600040101010101" pitchFamily="2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00118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5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"/>
                                        <p:tgtEl>
                                          <p:spTgt spid="1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5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7" grpId="0" autoUpdateAnimBg="0"/>
      <p:bldP spid="16418" grpId="0" autoUpdateAnimBg="0"/>
      <p:bldP spid="16419" grpId="0" autoUpdateAnimBg="0"/>
      <p:bldP spid="16423" grpId="0" autoUpdateAnimBg="0"/>
      <p:bldP spid="16424" grpId="0" autoUpdateAnimBg="0"/>
      <p:bldP spid="16425" grpId="0" autoUpdateAnimBg="0"/>
      <p:bldP spid="16429" grpId="0" autoUpdateAnimBg="0"/>
      <p:bldP spid="16430" grpId="0" autoUpdateAnimBg="0"/>
      <p:bldP spid="16431" grpId="0" autoUpdateAnimBg="0"/>
      <p:bldP spid="16432" grpId="0" autoUpdateAnimBg="0"/>
      <p:bldP spid="16433" grpId="0" autoUpdateAnimBg="0"/>
      <p:bldP spid="16434" grpId="0" autoUpdateAnimBg="0"/>
      <p:bldP spid="16435" grpId="0" autoUpdateAnimBg="0"/>
      <p:bldP spid="16436" grpId="0" autoUpdateAnimBg="0"/>
      <p:bldP spid="16437" grpId="0" autoUpdateAnimBg="0"/>
      <p:bldP spid="1643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58763" y="412750"/>
            <a:ext cx="29289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4</a:t>
            </a:r>
            <a:r>
              <a:rPr lang="zh-CN" altLang="en-US">
                <a:latin typeface="华文楷体" panose="02010600040101010101" pitchFamily="2" charset="-122"/>
              </a:rPr>
              <a:t>）</a:t>
            </a:r>
            <a:r>
              <a:rPr lang="zh-CN" altLang="en-US" i="1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/>
              <a:t>～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，则 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3138488" y="485775"/>
          <a:ext cx="2108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03" name="Equation" r:id="rId3" imgW="2108200" imgH="495300" progId="Equation.DSMT4">
                  <p:embed/>
                </p:oleObj>
              </mc:Choice>
              <mc:Fallback>
                <p:oleObj name="Equation" r:id="rId3" imgW="2108200" imgH="495300" progId="Equation.DSMT4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485775"/>
                        <a:ext cx="2108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50825" y="1038225"/>
            <a:ext cx="2928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5</a:t>
            </a:r>
            <a:r>
              <a:rPr lang="zh-CN" altLang="en-US">
                <a:latin typeface="华文楷体" panose="02010600040101010101" pitchFamily="2" charset="-122"/>
              </a:rPr>
              <a:t>）</a:t>
            </a:r>
            <a:r>
              <a:rPr lang="zh-CN" altLang="en-US" i="1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/>
              <a:t>～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，则 </a:t>
            </a:r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148013" y="1038225"/>
          <a:ext cx="1143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04" name="Equation" r:id="rId5" imgW="1143000" imgH="495300" progId="Equation.DSMT4">
                  <p:embed/>
                </p:oleObj>
              </mc:Choice>
              <mc:Fallback>
                <p:oleObj name="Equation" r:id="rId5" imgW="1143000" imgH="495300" progId="Equation.DSMT4">
                  <p:embed/>
                  <p:pic>
                    <p:nvPicPr>
                      <p:cNvPr id="266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1038225"/>
                        <a:ext cx="1143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250825" y="1700213"/>
            <a:ext cx="470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（</a:t>
            </a:r>
            <a:r>
              <a:rPr lang="en-US" altLang="zh-CN">
                <a:latin typeface="华文楷体" panose="02010600040101010101" pitchFamily="2" charset="-122"/>
              </a:rPr>
              <a:t>6</a:t>
            </a:r>
            <a:r>
              <a:rPr lang="zh-CN" altLang="en-US">
                <a:latin typeface="华文楷体" panose="02010600040101010101" pitchFamily="2" charset="-122"/>
              </a:rPr>
              <a:t>）</a:t>
            </a:r>
            <a:r>
              <a:rPr lang="zh-CN" altLang="en-US" i="1">
                <a:latin typeface="华文楷体" panose="02010600040101010101" pitchFamily="2" charset="-122"/>
                <a:cs typeface="Arabic Transparent" panose="020B0604020202020204" pitchFamily="34" charset="0"/>
              </a:rPr>
              <a:t>Ａ</a:t>
            </a:r>
            <a:r>
              <a:rPr lang="zh-CN" altLang="en-US"/>
              <a:t>～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，且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可逆，则 </a:t>
            </a:r>
          </a:p>
        </p:txBody>
      </p:sp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014977"/>
              </p:ext>
            </p:extLst>
          </p:nvPr>
        </p:nvGraphicFramePr>
        <p:xfrm>
          <a:off x="4860032" y="1706052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05" name="Equation" r:id="rId7" imgW="1409088" imgH="380835" progId="Equation.DSMT4">
                  <p:embed/>
                </p:oleObj>
              </mc:Choice>
              <mc:Fallback>
                <p:oleObj name="Equation" r:id="rId7" imgW="1409088" imgH="380835" progId="Equation.DSMT4">
                  <p:embed/>
                  <p:pic>
                    <p:nvPicPr>
                      <p:cNvPr id="26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706052"/>
                        <a:ext cx="1409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4" name="Text Box 20"/>
          <p:cNvSpPr txBox="1">
            <a:spLocks noChangeArrowheads="1"/>
          </p:cNvSpPr>
          <p:nvPr/>
        </p:nvSpPr>
        <p:spPr bwMode="auto">
          <a:xfrm>
            <a:off x="323850" y="2262188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5738CA"/>
                </a:solidFill>
              </a:rPr>
              <a:t>两个常用的表达式：</a:t>
            </a:r>
          </a:p>
        </p:txBody>
      </p:sp>
      <p:graphicFrame>
        <p:nvGraphicFramePr>
          <p:cNvPr id="26645" name="Object 21"/>
          <p:cNvGraphicFramePr>
            <a:graphicFrameLocks noChangeAspect="1"/>
          </p:cNvGraphicFramePr>
          <p:nvPr/>
        </p:nvGraphicFramePr>
        <p:xfrm>
          <a:off x="827088" y="2852738"/>
          <a:ext cx="4826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06" name="公式" r:id="rId9" imgW="2235200" imgH="482600" progId="Equation.3">
                  <p:embed/>
                </p:oleObj>
              </mc:Choice>
              <mc:Fallback>
                <p:oleObj name="公式" r:id="rId9" imgW="2235200" imgH="482600" progId="Equation.3">
                  <p:embed/>
                  <p:pic>
                    <p:nvPicPr>
                      <p:cNvPr id="2664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52738"/>
                        <a:ext cx="48260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8" name="Group 24"/>
          <p:cNvGrpSpPr>
            <a:grpSpLocks/>
          </p:cNvGrpSpPr>
          <p:nvPr/>
        </p:nvGrpSpPr>
        <p:grpSpPr bwMode="auto">
          <a:xfrm>
            <a:off x="179388" y="4292600"/>
            <a:ext cx="7873999" cy="1262063"/>
            <a:chOff x="113" y="2704"/>
            <a:chExt cx="4960" cy="795"/>
          </a:xfrm>
        </p:grpSpPr>
        <p:sp>
          <p:nvSpPr>
            <p:cNvPr id="4107" name="Text Box 22"/>
            <p:cNvSpPr txBox="1">
              <a:spLocks noChangeArrowheads="1"/>
            </p:cNvSpPr>
            <p:nvPr/>
          </p:nvSpPr>
          <p:spPr bwMode="auto">
            <a:xfrm>
              <a:off x="113" y="2786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</a:rPr>
                <a:t>例</a:t>
              </a:r>
            </a:p>
          </p:txBody>
        </p:sp>
        <p:graphicFrame>
          <p:nvGraphicFramePr>
            <p:cNvPr id="410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6379342"/>
                </p:ext>
              </p:extLst>
            </p:nvPr>
          </p:nvGraphicFramePr>
          <p:xfrm>
            <a:off x="553" y="2704"/>
            <a:ext cx="4520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07" name="Equation" r:id="rId11" imgW="3898800" imgH="685800" progId="Equation.DSMT4">
                    <p:embed/>
                  </p:oleObj>
                </mc:Choice>
                <mc:Fallback>
                  <p:oleObj name="Equation" r:id="rId11" imgW="3898800" imgH="685800" progId="Equation.DSMT4">
                    <p:embed/>
                    <p:pic>
                      <p:nvPicPr>
                        <p:cNvPr id="4108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" y="2704"/>
                          <a:ext cx="4520" cy="7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0311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  <p:bldP spid="26630" grpId="0" autoUpdateAnimBg="0"/>
      <p:bldP spid="26632" grpId="0" autoUpdateAnimBg="0"/>
      <p:bldP spid="266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E31A3D95-A7B4-4FB4-AB80-D75B6A392F60}"/>
              </a:ext>
            </a:extLst>
          </p:cNvPr>
          <p:cNvGrpSpPr>
            <a:grpSpLocks/>
          </p:cNvGrpSpPr>
          <p:nvPr/>
        </p:nvGrpSpPr>
        <p:grpSpPr bwMode="auto">
          <a:xfrm>
            <a:off x="467544" y="332656"/>
            <a:ext cx="7873999" cy="1262063"/>
            <a:chOff x="113" y="2704"/>
            <a:chExt cx="4960" cy="795"/>
          </a:xfrm>
        </p:grpSpPr>
        <p:sp>
          <p:nvSpPr>
            <p:cNvPr id="3" name="Text Box 22">
              <a:extLst>
                <a:ext uri="{FF2B5EF4-FFF2-40B4-BE49-F238E27FC236}">
                  <a16:creationId xmlns:a16="http://schemas.microsoft.com/office/drawing/2014/main" id="{1057AF97-CC06-4534-9AF2-8805BF46C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786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</a:rPr>
                <a:t>例</a:t>
              </a:r>
            </a:p>
          </p:txBody>
        </p:sp>
        <p:graphicFrame>
          <p:nvGraphicFramePr>
            <p:cNvPr id="4" name="Object 23">
              <a:extLst>
                <a:ext uri="{FF2B5EF4-FFF2-40B4-BE49-F238E27FC236}">
                  <a16:creationId xmlns:a16="http://schemas.microsoft.com/office/drawing/2014/main" id="{E2797E1C-7AC1-480C-9C30-7C4D0720D5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0328330"/>
                </p:ext>
              </p:extLst>
            </p:nvPr>
          </p:nvGraphicFramePr>
          <p:xfrm>
            <a:off x="553" y="2704"/>
            <a:ext cx="4520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561" name="Equation" r:id="rId3" imgW="3898800" imgH="685800" progId="Equation.DSMT4">
                    <p:embed/>
                  </p:oleObj>
                </mc:Choice>
                <mc:Fallback>
                  <p:oleObj name="Equation" r:id="rId3" imgW="3898800" imgH="685800" progId="Equation.DSMT4">
                    <p:embed/>
                    <p:pic>
                      <p:nvPicPr>
                        <p:cNvPr id="4108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" y="2704"/>
                          <a:ext cx="4520" cy="7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8350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50825" y="404664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5738CA"/>
                </a:solidFill>
                <a:latin typeface="华文楷体" panose="02010600040101010101" pitchFamily="2" charset="-122"/>
              </a:rPr>
              <a:t>定理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258888" y="404664"/>
            <a:ext cx="7651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若ｎ阶矩阵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与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相似，则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与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有相同的特征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多项式，从而</a:t>
            </a:r>
            <a:r>
              <a:rPr lang="zh-CN" altLang="en-US" i="1">
                <a:latin typeface="华文楷体" panose="02010600040101010101" pitchFamily="2" charset="-122"/>
              </a:rPr>
              <a:t>Ａ</a:t>
            </a:r>
            <a:r>
              <a:rPr lang="zh-CN" altLang="en-US">
                <a:latin typeface="华文楷体" panose="02010600040101010101" pitchFamily="2" charset="-122"/>
              </a:rPr>
              <a:t>与</a:t>
            </a:r>
            <a:r>
              <a:rPr lang="zh-CN" altLang="en-US" i="1">
                <a:latin typeface="华文楷体" panose="02010600040101010101" pitchFamily="2" charset="-122"/>
              </a:rPr>
              <a:t>Ｂ</a:t>
            </a:r>
            <a:r>
              <a:rPr lang="zh-CN" altLang="en-US">
                <a:latin typeface="华文楷体" panose="02010600040101010101" pitchFamily="2" charset="-122"/>
              </a:rPr>
              <a:t>有相同的特征值．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0825" y="1412727"/>
            <a:ext cx="7164388" cy="2527597"/>
            <a:chOff x="250825" y="1412727"/>
            <a:chExt cx="7164388" cy="2527597"/>
          </a:xfrm>
        </p:grpSpPr>
        <p:sp>
          <p:nvSpPr>
            <p:cNvPr id="30726" name="Text Box 6"/>
            <p:cNvSpPr txBox="1">
              <a:spLocks noChangeArrowheads="1"/>
            </p:cNvSpPr>
            <p:nvPr/>
          </p:nvSpPr>
          <p:spPr bwMode="auto">
            <a:xfrm>
              <a:off x="250825" y="1412727"/>
              <a:ext cx="89535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  <a:latin typeface="华文楷体" panose="02010600040101010101" pitchFamily="2" charset="-122"/>
                </a:rPr>
                <a:t>推论</a:t>
              </a:r>
            </a:p>
          </p:txBody>
        </p:sp>
        <p:sp>
          <p:nvSpPr>
            <p:cNvPr id="30727" name="Text Box 7"/>
            <p:cNvSpPr txBox="1">
              <a:spLocks noChangeArrowheads="1"/>
            </p:cNvSpPr>
            <p:nvPr/>
          </p:nvSpPr>
          <p:spPr bwMode="auto">
            <a:xfrm>
              <a:off x="1331913" y="1412727"/>
              <a:ext cx="409575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华文楷体" panose="02010600040101010101" pitchFamily="2" charset="-122"/>
                </a:rPr>
                <a:t>若ｎ阶矩阵</a:t>
              </a:r>
              <a:r>
                <a:rPr lang="zh-CN" altLang="en-US" i="1" dirty="0">
                  <a:latin typeface="华文楷体" panose="02010600040101010101" pitchFamily="2" charset="-122"/>
                </a:rPr>
                <a:t>Ａ</a:t>
              </a:r>
              <a:r>
                <a:rPr lang="zh-CN" altLang="en-US" dirty="0">
                  <a:latin typeface="华文楷体" panose="02010600040101010101" pitchFamily="2" charset="-122"/>
                </a:rPr>
                <a:t>与对角矩阵</a:t>
              </a:r>
            </a:p>
          </p:txBody>
        </p:sp>
        <p:graphicFrame>
          <p:nvGraphicFramePr>
            <p:cNvPr id="3072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558714"/>
                </p:ext>
              </p:extLst>
            </p:nvPr>
          </p:nvGraphicFramePr>
          <p:xfrm>
            <a:off x="1116013" y="1844824"/>
            <a:ext cx="6299200" cy="209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78" name="Equation" r:id="rId3" imgW="6299200" imgH="2095500" progId="Equation.DSMT4">
                    <p:embed/>
                  </p:oleObj>
                </mc:Choice>
                <mc:Fallback>
                  <p:oleObj name="Equation" r:id="rId3" imgW="6299200" imgH="2095500" progId="Equation.DSMT4">
                    <p:embed/>
                    <p:pic>
                      <p:nvPicPr>
                        <p:cNvPr id="3072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013" y="1844824"/>
                          <a:ext cx="6299200" cy="209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539750" y="4005064"/>
            <a:ext cx="7292975" cy="534988"/>
            <a:chOff x="539750" y="4005064"/>
            <a:chExt cx="7292975" cy="534988"/>
          </a:xfrm>
        </p:grpSpPr>
        <p:sp>
          <p:nvSpPr>
            <p:cNvPr id="30729" name="Text Box 9"/>
            <p:cNvSpPr txBox="1">
              <a:spLocks noChangeArrowheads="1"/>
            </p:cNvSpPr>
            <p:nvPr/>
          </p:nvSpPr>
          <p:spPr bwMode="auto">
            <a:xfrm>
              <a:off x="539750" y="4020939"/>
              <a:ext cx="1250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华文楷体" panose="02010600040101010101" pitchFamily="2" charset="-122"/>
                </a:rPr>
                <a:t>相似，</a:t>
              </a:r>
            </a:p>
          </p:txBody>
        </p:sp>
        <p:grpSp>
          <p:nvGrpSpPr>
            <p:cNvPr id="30730" name="Group 10"/>
            <p:cNvGrpSpPr>
              <a:grpSpLocks/>
            </p:cNvGrpSpPr>
            <p:nvPr/>
          </p:nvGrpSpPr>
          <p:grpSpPr bwMode="auto">
            <a:xfrm>
              <a:off x="1714500" y="4005064"/>
              <a:ext cx="6118225" cy="534988"/>
              <a:chOff x="1670" y="2122"/>
              <a:chExt cx="3854" cy="337"/>
            </a:xfrm>
          </p:grpSpPr>
          <p:graphicFrame>
            <p:nvGraphicFramePr>
              <p:cNvPr id="5131" name="Object 11"/>
              <p:cNvGraphicFramePr>
                <a:graphicFrameLocks noChangeAspect="1"/>
              </p:cNvGraphicFramePr>
              <p:nvPr/>
            </p:nvGraphicFramePr>
            <p:xfrm>
              <a:off x="2084" y="2156"/>
              <a:ext cx="108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79" name="Equation" r:id="rId5" imgW="1714500" imgH="431800" progId="Equation.DSMT4">
                      <p:embed/>
                    </p:oleObj>
                  </mc:Choice>
                  <mc:Fallback>
                    <p:oleObj name="Equation" r:id="rId5" imgW="1714500" imgH="431800" progId="Equation.DSMT4">
                      <p:embed/>
                      <p:pic>
                        <p:nvPicPr>
                          <p:cNvPr id="5131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4" y="2156"/>
                            <a:ext cx="108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32" name="Text Box 12"/>
              <p:cNvSpPr txBox="1">
                <a:spLocks noChangeArrowheads="1"/>
              </p:cNvSpPr>
              <p:nvPr/>
            </p:nvSpPr>
            <p:spPr bwMode="auto">
              <a:xfrm>
                <a:off x="3168" y="2122"/>
                <a:ext cx="235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华文楷体" panose="02010600040101010101" pitchFamily="2" charset="-122"/>
                  </a:rPr>
                  <a:t>就是</a:t>
                </a:r>
                <a:r>
                  <a:rPr lang="zh-CN" altLang="en-US" i="1" dirty="0">
                    <a:latin typeface="华文楷体" panose="02010600040101010101" pitchFamily="2" charset="-122"/>
                  </a:rPr>
                  <a:t>Ａ</a:t>
                </a:r>
                <a:r>
                  <a:rPr lang="zh-CN" altLang="en-US" dirty="0">
                    <a:latin typeface="华文楷体" panose="02010600040101010101" pitchFamily="2" charset="-122"/>
                  </a:rPr>
                  <a:t>的ｎ个特征值．</a:t>
                </a:r>
              </a:p>
            </p:txBody>
          </p:sp>
          <p:sp>
            <p:nvSpPr>
              <p:cNvPr id="5133" name="Text Box 13"/>
              <p:cNvSpPr txBox="1">
                <a:spLocks noChangeArrowheads="1"/>
              </p:cNvSpPr>
              <p:nvPr/>
            </p:nvSpPr>
            <p:spPr bwMode="auto">
              <a:xfrm>
                <a:off x="1670" y="213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华文楷体" panose="02010600040101010101" pitchFamily="2" charset="-122"/>
                  </a:rPr>
                  <a:t>则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258763" y="6078239"/>
            <a:ext cx="4327525" cy="519113"/>
            <a:chOff x="258763" y="6078239"/>
            <a:chExt cx="4327525" cy="519113"/>
          </a:xfrm>
        </p:grpSpPr>
        <p:sp>
          <p:nvSpPr>
            <p:cNvPr id="30734" name="Text Box 14"/>
            <p:cNvSpPr txBox="1">
              <a:spLocks noChangeArrowheads="1"/>
            </p:cNvSpPr>
            <p:nvPr/>
          </p:nvSpPr>
          <p:spPr bwMode="auto">
            <a:xfrm>
              <a:off x="258763" y="6078239"/>
              <a:ext cx="284003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华文楷体" panose="02010600040101010101" pitchFamily="2" charset="-122"/>
                </a:rPr>
                <a:t>（</a:t>
              </a:r>
              <a:r>
                <a:rPr lang="en-US" altLang="zh-CN" dirty="0">
                  <a:latin typeface="华文楷体" panose="02010600040101010101" pitchFamily="2" charset="-122"/>
                </a:rPr>
                <a:t>7</a:t>
              </a:r>
              <a:r>
                <a:rPr lang="zh-CN" altLang="en-US" dirty="0">
                  <a:latin typeface="华文楷体" panose="02010600040101010101" pitchFamily="2" charset="-122"/>
                </a:rPr>
                <a:t>）</a:t>
              </a:r>
              <a:r>
                <a:rPr lang="zh-CN" altLang="en-US" i="1" dirty="0">
                  <a:latin typeface="华文楷体" panose="02010600040101010101" pitchFamily="2" charset="-122"/>
                  <a:cs typeface="Arabic Transparent" panose="020B0604020202020204" pitchFamily="34" charset="0"/>
                </a:rPr>
                <a:t>Ａ</a:t>
              </a:r>
              <a:r>
                <a:rPr lang="zh-CN" altLang="en-US" dirty="0"/>
                <a:t>～</a:t>
              </a:r>
              <a:r>
                <a:rPr lang="zh-CN" altLang="en-US" i="1" dirty="0">
                  <a:latin typeface="华文楷体" panose="02010600040101010101" pitchFamily="2" charset="-122"/>
                </a:rPr>
                <a:t>Ｂ</a:t>
              </a:r>
              <a:r>
                <a:rPr lang="zh-CN" altLang="en-US" dirty="0">
                  <a:latin typeface="华文楷体" panose="02010600040101010101" pitchFamily="2" charset="-122"/>
                </a:rPr>
                <a:t>，则</a:t>
              </a:r>
            </a:p>
          </p:txBody>
        </p:sp>
        <p:graphicFrame>
          <p:nvGraphicFramePr>
            <p:cNvPr id="3073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4932559"/>
                </p:ext>
              </p:extLst>
            </p:nvPr>
          </p:nvGraphicFramePr>
          <p:xfrm>
            <a:off x="3138488" y="6090939"/>
            <a:ext cx="1447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80" name="Equation" r:id="rId7" imgW="1447800" imgH="381000" progId="Equation.DSMT4">
                    <p:embed/>
                  </p:oleObj>
                </mc:Choice>
                <mc:Fallback>
                  <p:oleObj name="Equation" r:id="rId7" imgW="1447800" imgH="381000" progId="Equation.DSMT4">
                    <p:embed/>
                    <p:pic>
                      <p:nvPicPr>
                        <p:cNvPr id="3073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8488" y="6090939"/>
                          <a:ext cx="14478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8"/>
          <p:cNvGrpSpPr>
            <a:grpSpLocks/>
          </p:cNvGrpSpPr>
          <p:nvPr/>
        </p:nvGrpSpPr>
        <p:grpSpPr bwMode="auto">
          <a:xfrm>
            <a:off x="376238" y="4707731"/>
            <a:ext cx="8769350" cy="1042988"/>
            <a:chOff x="237" y="471"/>
            <a:chExt cx="5524" cy="657"/>
          </a:xfrm>
        </p:grpSpPr>
        <p:sp>
          <p:nvSpPr>
            <p:cNvPr id="15" name="Text Box 4"/>
            <p:cNvSpPr txBox="1">
              <a:spLocks noChangeArrowheads="1"/>
            </p:cNvSpPr>
            <p:nvPr/>
          </p:nvSpPr>
          <p:spPr bwMode="auto">
            <a:xfrm>
              <a:off x="237" y="471"/>
              <a:ext cx="55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定义</a:t>
              </a:r>
              <a:r>
                <a:rPr lang="zh-CN" altLang="en-US" dirty="0"/>
                <a:t>   对</a:t>
              </a:r>
              <a:r>
                <a:rPr lang="en-US" altLang="zh-CN" dirty="0"/>
                <a:t>n</a:t>
              </a:r>
              <a:r>
                <a:rPr lang="zh-CN" altLang="en-US" dirty="0"/>
                <a:t>阶矩阵</a:t>
              </a:r>
              <a:r>
                <a:rPr lang="en-US" altLang="zh-CN" dirty="0"/>
                <a:t>A</a:t>
              </a:r>
              <a:r>
                <a:rPr lang="zh-CN" altLang="en-US" dirty="0"/>
                <a:t>，若存在可逆矩阵</a:t>
              </a:r>
              <a:r>
                <a:rPr lang="en-US" altLang="zh-CN" dirty="0"/>
                <a:t>P</a:t>
              </a:r>
              <a:r>
                <a:rPr lang="zh-CN" altLang="en-US" dirty="0"/>
                <a:t>，使                  ，</a:t>
              </a:r>
            </a:p>
          </p:txBody>
        </p:sp>
        <p:graphicFrame>
          <p:nvGraphicFramePr>
            <p:cNvPr id="16" name="Object 6"/>
            <p:cNvGraphicFramePr>
              <a:graphicFrameLocks noChangeAspect="1"/>
            </p:cNvGraphicFramePr>
            <p:nvPr/>
          </p:nvGraphicFramePr>
          <p:xfrm>
            <a:off x="4468" y="487"/>
            <a:ext cx="99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81" name="公式" r:id="rId9" imgW="710891" imgH="190417" progId="Equation.3">
                    <p:embed/>
                  </p:oleObj>
                </mc:Choice>
                <mc:Fallback>
                  <p:oleObj name="公式" r:id="rId9" imgW="710891" imgH="190417" progId="Equation.3">
                    <p:embed/>
                    <p:pic>
                      <p:nvPicPr>
                        <p:cNvPr id="718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487"/>
                          <a:ext cx="99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818" y="798"/>
              <a:ext cx="24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/>
                <a:t>则称</a:t>
              </a:r>
              <a:r>
                <a:rPr lang="en-US" altLang="zh-CN" dirty="0"/>
                <a:t>n</a:t>
              </a:r>
              <a:r>
                <a:rPr lang="zh-CN" altLang="en-US" dirty="0"/>
                <a:t>阶方阵</a:t>
              </a:r>
              <a:r>
                <a:rPr lang="en-US" altLang="zh-CN" dirty="0"/>
                <a:t>A</a:t>
              </a:r>
              <a:r>
                <a:rPr lang="zh-CN" altLang="en-US" dirty="0"/>
                <a:t>可</a:t>
              </a:r>
              <a:r>
                <a:rPr lang="zh-CN" altLang="en-US" dirty="0">
                  <a:solidFill>
                    <a:srgbClr val="FF0000"/>
                  </a:solidFill>
                  <a:latin typeface="华文楷体" panose="02010600040101010101" pitchFamily="2" charset="-122"/>
                </a:rPr>
                <a:t>对角化</a:t>
              </a:r>
              <a:r>
                <a:rPr lang="en-US" altLang="zh-CN" dirty="0">
                  <a:latin typeface="华文楷体" panose="0201060004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918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utoUpdateAnimBg="0"/>
      <p:bldP spid="3072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50825" y="461963"/>
            <a:ext cx="5162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5738CA"/>
                </a:solidFill>
              </a:rPr>
              <a:t>三、矩阵与对角矩阵相似的条件</a:t>
            </a:r>
          </a:p>
        </p:txBody>
      </p:sp>
      <p:grpSp>
        <p:nvGrpSpPr>
          <p:cNvPr id="28688" name="Group 16"/>
          <p:cNvGrpSpPr>
            <a:grpSpLocks/>
          </p:cNvGrpSpPr>
          <p:nvPr/>
        </p:nvGrpSpPr>
        <p:grpSpPr bwMode="auto">
          <a:xfrm>
            <a:off x="250825" y="981076"/>
            <a:ext cx="7613651" cy="955676"/>
            <a:chOff x="158" y="618"/>
            <a:chExt cx="4796" cy="602"/>
          </a:xfrm>
        </p:grpSpPr>
        <p:sp>
          <p:nvSpPr>
            <p:cNvPr id="6159" name="Text Box 5"/>
            <p:cNvSpPr txBox="1">
              <a:spLocks noChangeArrowheads="1"/>
            </p:cNvSpPr>
            <p:nvPr/>
          </p:nvSpPr>
          <p:spPr bwMode="auto">
            <a:xfrm>
              <a:off x="158" y="64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  <a:latin typeface="楷体_GB2312" pitchFamily="49" charset="-122"/>
                  <a:ea typeface="楷体_GB2312" pitchFamily="49" charset="-122"/>
                </a:rPr>
                <a:t>定理</a:t>
              </a:r>
            </a:p>
          </p:txBody>
        </p:sp>
        <p:sp>
          <p:nvSpPr>
            <p:cNvPr id="6160" name="Text Box 6"/>
            <p:cNvSpPr txBox="1">
              <a:spLocks noChangeArrowheads="1"/>
            </p:cNvSpPr>
            <p:nvPr/>
          </p:nvSpPr>
          <p:spPr bwMode="auto">
            <a:xfrm>
              <a:off x="762" y="618"/>
              <a:ext cx="32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ｎ阶矩阵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能与对角矩阵</a:t>
              </a:r>
              <a:r>
                <a:rPr lang="el-GR" altLang="zh-CN" i="1" dirty="0">
                  <a:latin typeface="楷体_GB2312" pitchFamily="49" charset="-122"/>
                  <a:ea typeface="楷体_GB2312" pitchFamily="49" charset="-122"/>
                </a:rPr>
                <a:t>Λ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相似</a:t>
              </a:r>
              <a:endParaRPr kumimoji="0" lang="zh-CN" altLang="en-US" dirty="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6161" name="Text Box 7"/>
            <p:cNvSpPr txBox="1">
              <a:spLocks noChangeArrowheads="1"/>
            </p:cNvSpPr>
            <p:nvPr/>
          </p:nvSpPr>
          <p:spPr bwMode="auto">
            <a:xfrm>
              <a:off x="1417" y="890"/>
              <a:ext cx="35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  <a:sym typeface="Wingdings" panose="05000000000000000000" pitchFamily="2" charset="2"/>
                </a:rPr>
                <a:t>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有ｎ阶线性无关的特征向量．</a:t>
              </a:r>
            </a:p>
          </p:txBody>
        </p:sp>
      </p:grpSp>
      <p:grpSp>
        <p:nvGrpSpPr>
          <p:cNvPr id="28689" name="Group 17"/>
          <p:cNvGrpSpPr>
            <a:grpSpLocks/>
          </p:cNvGrpSpPr>
          <p:nvPr/>
        </p:nvGrpSpPr>
        <p:grpSpPr bwMode="auto">
          <a:xfrm>
            <a:off x="250825" y="1916112"/>
            <a:ext cx="8683625" cy="971549"/>
            <a:chOff x="158" y="1207"/>
            <a:chExt cx="5470" cy="612"/>
          </a:xfrm>
        </p:grpSpPr>
        <p:sp>
          <p:nvSpPr>
            <p:cNvPr id="6156" name="Text Box 8"/>
            <p:cNvSpPr txBox="1">
              <a:spLocks noChangeArrowheads="1"/>
            </p:cNvSpPr>
            <p:nvPr/>
          </p:nvSpPr>
          <p:spPr bwMode="auto">
            <a:xfrm>
              <a:off x="158" y="1207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  <a:latin typeface="楷体_GB2312" pitchFamily="49" charset="-122"/>
                  <a:ea typeface="楷体_GB2312" pitchFamily="49" charset="-122"/>
                </a:rPr>
                <a:t>推论</a:t>
              </a:r>
            </a:p>
          </p:txBody>
        </p:sp>
        <p:sp>
          <p:nvSpPr>
            <p:cNvPr id="6157" name="Text Box 9"/>
            <p:cNvSpPr txBox="1">
              <a:spLocks noChangeArrowheads="1"/>
            </p:cNvSpPr>
            <p:nvPr/>
          </p:nvSpPr>
          <p:spPr bwMode="auto">
            <a:xfrm>
              <a:off x="808" y="1207"/>
              <a:ext cx="48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如果ｎ阶矩阵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有ｎ个不同的特征值，则矩阵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</a:rPr>
                <a:t>Ａ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158" name="Text Box 10"/>
            <p:cNvSpPr txBox="1">
              <a:spLocks noChangeArrowheads="1"/>
            </p:cNvSpPr>
            <p:nvPr/>
          </p:nvSpPr>
          <p:spPr bwMode="auto">
            <a:xfrm>
              <a:off x="1474" y="1489"/>
              <a:ext cx="19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与对角矩阵相似．</a:t>
              </a:r>
            </a:p>
          </p:txBody>
        </p:sp>
      </p:grpSp>
      <p:grpSp>
        <p:nvGrpSpPr>
          <p:cNvPr id="28690" name="Group 18"/>
          <p:cNvGrpSpPr>
            <a:grpSpLocks/>
          </p:cNvGrpSpPr>
          <p:nvPr/>
        </p:nvGrpSpPr>
        <p:grpSpPr bwMode="auto">
          <a:xfrm>
            <a:off x="231775" y="3644900"/>
            <a:ext cx="5911850" cy="855663"/>
            <a:chOff x="146" y="2296"/>
            <a:chExt cx="3724" cy="539"/>
          </a:xfrm>
        </p:grpSpPr>
        <p:sp>
          <p:nvSpPr>
            <p:cNvPr id="6154" name="Text Box 11"/>
            <p:cNvSpPr txBox="1">
              <a:spLocks noChangeArrowheads="1"/>
            </p:cNvSpPr>
            <p:nvPr/>
          </p:nvSpPr>
          <p:spPr bwMode="auto">
            <a:xfrm>
              <a:off x="146" y="2377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</a:rPr>
                <a:t>例</a:t>
              </a:r>
            </a:p>
          </p:txBody>
        </p:sp>
        <p:graphicFrame>
          <p:nvGraphicFramePr>
            <p:cNvPr id="615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1809991"/>
                </p:ext>
              </p:extLst>
            </p:nvPr>
          </p:nvGraphicFramePr>
          <p:xfrm>
            <a:off x="710" y="2296"/>
            <a:ext cx="3160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16" name="Equation" r:id="rId3" imgW="2679480" imgH="457200" progId="Equation.DSMT4">
                    <p:embed/>
                  </p:oleObj>
                </mc:Choice>
                <mc:Fallback>
                  <p:oleObj name="Equation" r:id="rId3" imgW="2679480" imgH="457200" progId="Equation.DSMT4">
                    <p:embed/>
                    <p:pic>
                      <p:nvPicPr>
                        <p:cNvPr id="615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" y="2296"/>
                          <a:ext cx="3160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215900" y="4833938"/>
            <a:ext cx="6424613" cy="1331912"/>
            <a:chOff x="136" y="3045"/>
            <a:chExt cx="4047" cy="839"/>
          </a:xfrm>
        </p:grpSpPr>
        <p:sp>
          <p:nvSpPr>
            <p:cNvPr id="6152" name="Text Box 13"/>
            <p:cNvSpPr txBox="1">
              <a:spLocks noChangeArrowheads="1"/>
            </p:cNvSpPr>
            <p:nvPr/>
          </p:nvSpPr>
          <p:spPr bwMode="auto">
            <a:xfrm>
              <a:off x="136" y="3249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</a:rPr>
                <a:t>例</a:t>
              </a:r>
            </a:p>
          </p:txBody>
        </p:sp>
        <p:graphicFrame>
          <p:nvGraphicFramePr>
            <p:cNvPr id="6153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6243002"/>
                </p:ext>
              </p:extLst>
            </p:nvPr>
          </p:nvGraphicFramePr>
          <p:xfrm>
            <a:off x="619" y="3045"/>
            <a:ext cx="3564" cy="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17" name="Equation" r:id="rId5" imgW="3022560" imgH="711000" progId="Equation.DSMT4">
                    <p:embed/>
                  </p:oleObj>
                </mc:Choice>
                <mc:Fallback>
                  <p:oleObj name="Equation" r:id="rId5" imgW="3022560" imgH="711000" progId="Equation.DSMT4">
                    <p:embed/>
                    <p:pic>
                      <p:nvPicPr>
                        <p:cNvPr id="615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" y="3045"/>
                          <a:ext cx="3564" cy="8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1384300" y="2909888"/>
            <a:ext cx="433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5738CA"/>
                </a:solidFill>
              </a:rPr>
              <a:t>(</a:t>
            </a:r>
            <a:r>
              <a:rPr lang="zh-CN" altLang="en-US" dirty="0">
                <a:solidFill>
                  <a:srgbClr val="5738CA"/>
                </a:solidFill>
              </a:rPr>
              <a:t>充分条件而不是必要条件</a:t>
            </a:r>
            <a:r>
              <a:rPr lang="en-US" altLang="zh-CN" dirty="0">
                <a:solidFill>
                  <a:srgbClr val="5738CA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040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63" name="Group 19"/>
          <p:cNvGrpSpPr>
            <a:grpSpLocks/>
          </p:cNvGrpSpPr>
          <p:nvPr/>
        </p:nvGrpSpPr>
        <p:grpSpPr bwMode="auto">
          <a:xfrm>
            <a:off x="107504" y="1052736"/>
            <a:ext cx="8693150" cy="2255837"/>
            <a:chOff x="113" y="1207"/>
            <a:chExt cx="5476" cy="1421"/>
          </a:xfrm>
        </p:grpSpPr>
        <p:sp>
          <p:nvSpPr>
            <p:cNvPr id="7174" name="Text Box 9"/>
            <p:cNvSpPr txBox="1">
              <a:spLocks noChangeArrowheads="1"/>
            </p:cNvSpPr>
            <p:nvPr/>
          </p:nvSpPr>
          <p:spPr bwMode="auto">
            <a:xfrm>
              <a:off x="113" y="1207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5738CA"/>
                  </a:solidFill>
                  <a:latin typeface="楷体_GB2312" pitchFamily="49" charset="-122"/>
                  <a:ea typeface="楷体_GB2312" pitchFamily="49" charset="-122"/>
                </a:rPr>
                <a:t>定理</a:t>
              </a:r>
            </a:p>
          </p:txBody>
        </p:sp>
        <p:sp>
          <p:nvSpPr>
            <p:cNvPr id="7175" name="Text Box 10"/>
            <p:cNvSpPr txBox="1">
              <a:spLocks noChangeArrowheads="1"/>
            </p:cNvSpPr>
            <p:nvPr/>
          </p:nvSpPr>
          <p:spPr bwMode="auto">
            <a:xfrm>
              <a:off x="763" y="1229"/>
              <a:ext cx="44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若ｎ阶矩阵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可对角化</a:t>
              </a:r>
              <a:r>
                <a:rPr kumimoji="0" lang="zh-CN" altLang="en-US" dirty="0">
                  <a:latin typeface="楷体_GB2312" pitchFamily="49" charset="-122"/>
                  <a:ea typeface="楷体_GB2312" pitchFamily="49" charset="-122"/>
                  <a:sym typeface="Wingdings" panose="05000000000000000000" pitchFamily="2" charset="2"/>
                </a:rPr>
                <a:t></a:t>
              </a:r>
              <a:r>
                <a:rPr lang="zh-CN" altLang="en-US" i="1" dirty="0"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的任　重</a:t>
              </a:r>
              <a:r>
                <a:rPr lang="zh-CN" altLang="en-US" dirty="0">
                  <a:latin typeface="Arial" panose="020B0604020202020204" pitchFamily="34" charset="0"/>
                </a:rPr>
                <a:t>特征值</a:t>
              </a:r>
            </a:p>
          </p:txBody>
        </p:sp>
        <p:sp>
          <p:nvSpPr>
            <p:cNvPr id="7176" name="Text Box 11"/>
            <p:cNvSpPr txBox="1">
              <a:spLocks noChangeArrowheads="1"/>
            </p:cNvSpPr>
            <p:nvPr/>
          </p:nvSpPr>
          <p:spPr bwMode="auto">
            <a:xfrm>
              <a:off x="881" y="1569"/>
              <a:ext cx="47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rial" panose="020B0604020202020204" pitchFamily="34" charset="0"/>
                  <a:cs typeface="Arabic Transparent" panose="020B0604020202020204" pitchFamily="34" charset="0"/>
                </a:rPr>
                <a:t>对应　个线性无关的特征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向量</a:t>
              </a:r>
              <a:r>
                <a:rPr lang="en-US" altLang="zh-CN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. 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  <a:cs typeface="Arabic Transparent" panose="020B0604020202020204" pitchFamily="34" charset="0"/>
                </a:rPr>
                <a:t>即设   是矩阵</a:t>
              </a:r>
              <a:r>
                <a:rPr lang="zh-CN" altLang="en-US" i="1" dirty="0"/>
                <a:t>Ａ</a:t>
              </a:r>
            </a:p>
          </p:txBody>
        </p:sp>
        <p:graphicFrame>
          <p:nvGraphicFramePr>
            <p:cNvPr id="717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419179"/>
                </p:ext>
              </p:extLst>
            </p:nvPr>
          </p:nvGraphicFramePr>
          <p:xfrm>
            <a:off x="4014" y="1266"/>
            <a:ext cx="14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56" name="Equation" r:id="rId3" imgW="228501" imgH="431613" progId="Equation.DSMT4">
                    <p:embed/>
                  </p:oleObj>
                </mc:Choice>
                <mc:Fallback>
                  <p:oleObj name="Equation" r:id="rId3" imgW="228501" imgH="431613" progId="Equation.DSMT4">
                    <p:embed/>
                    <p:pic>
                      <p:nvPicPr>
                        <p:cNvPr id="717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266"/>
                          <a:ext cx="14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8" name="Object 13"/>
            <p:cNvGraphicFramePr>
              <a:graphicFrameLocks noChangeAspect="1"/>
            </p:cNvGraphicFramePr>
            <p:nvPr/>
          </p:nvGraphicFramePr>
          <p:xfrm>
            <a:off x="739" y="1615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57" name="Equation" r:id="rId5" imgW="304668" imgH="431613" progId="Equation.DSMT4">
                    <p:embed/>
                  </p:oleObj>
                </mc:Choice>
                <mc:Fallback>
                  <p:oleObj name="Equation" r:id="rId5" imgW="304668" imgH="431613" progId="Equation.DSMT4">
                    <p:embed/>
                    <p:pic>
                      <p:nvPicPr>
                        <p:cNvPr id="717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1615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9" name="Object 14"/>
            <p:cNvGraphicFramePr>
              <a:graphicFrameLocks noChangeAspect="1"/>
            </p:cNvGraphicFramePr>
            <p:nvPr/>
          </p:nvGraphicFramePr>
          <p:xfrm>
            <a:off x="1399" y="1615"/>
            <a:ext cx="14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58" name="Equation" r:id="rId7" imgW="228501" imgH="431613" progId="Equation.DSMT4">
                    <p:embed/>
                  </p:oleObj>
                </mc:Choice>
                <mc:Fallback>
                  <p:oleObj name="Equation" r:id="rId7" imgW="228501" imgH="431613" progId="Equation.DSMT4">
                    <p:embed/>
                    <p:pic>
                      <p:nvPicPr>
                        <p:cNvPr id="7179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1615"/>
                          <a:ext cx="14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0" name="Object 15"/>
            <p:cNvGraphicFramePr>
              <a:graphicFrameLocks noChangeAspect="1"/>
            </p:cNvGraphicFramePr>
            <p:nvPr/>
          </p:nvGraphicFramePr>
          <p:xfrm>
            <a:off x="1058" y="1933"/>
            <a:ext cx="14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59" name="Equation" r:id="rId9" imgW="228501" imgH="431613" progId="Equation.DSMT4">
                    <p:embed/>
                  </p:oleObj>
                </mc:Choice>
                <mc:Fallback>
                  <p:oleObj name="Equation" r:id="rId9" imgW="228501" imgH="431613" progId="Equation.DSMT4">
                    <p:embed/>
                    <p:pic>
                      <p:nvPicPr>
                        <p:cNvPr id="718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1933"/>
                          <a:ext cx="14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1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5165424"/>
                </p:ext>
              </p:extLst>
            </p:nvPr>
          </p:nvGraphicFramePr>
          <p:xfrm>
            <a:off x="4417" y="1604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60" name="Equation" r:id="rId10" imgW="304668" imgH="431613" progId="Equation.DSMT4">
                    <p:embed/>
                  </p:oleObj>
                </mc:Choice>
                <mc:Fallback>
                  <p:oleObj name="Equation" r:id="rId10" imgW="304668" imgH="431613" progId="Equation.DSMT4">
                    <p:embed/>
                    <p:pic>
                      <p:nvPicPr>
                        <p:cNvPr id="718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7" y="1604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2" name="Text Box 17"/>
            <p:cNvSpPr txBox="1">
              <a:spLocks noChangeArrowheads="1"/>
            </p:cNvSpPr>
            <p:nvPr/>
          </p:nvSpPr>
          <p:spPr bwMode="auto">
            <a:xfrm>
              <a:off x="735" y="1922"/>
              <a:ext cx="47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的   重特征值，则</a:t>
              </a:r>
              <a:r>
                <a:rPr lang="zh-CN" altLang="en-US" i="1"/>
                <a:t>Ａ</a:t>
              </a:r>
              <a:r>
                <a:rPr lang="zh-CN" altLang="en-US"/>
                <a:t>与对角矩阵相似，当且仅当</a:t>
              </a:r>
            </a:p>
          </p:txBody>
        </p:sp>
        <p:graphicFrame>
          <p:nvGraphicFramePr>
            <p:cNvPr id="7183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9330003"/>
                </p:ext>
              </p:extLst>
            </p:nvPr>
          </p:nvGraphicFramePr>
          <p:xfrm>
            <a:off x="1654" y="2296"/>
            <a:ext cx="308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61" name="Equation" r:id="rId11" imgW="2120760" imgH="228600" progId="Equation.DSMT4">
                    <p:embed/>
                  </p:oleObj>
                </mc:Choice>
                <mc:Fallback>
                  <p:oleObj name="Equation" r:id="rId11" imgW="2120760" imgH="228600" progId="Equation.DSMT4">
                    <p:embed/>
                    <p:pic>
                      <p:nvPicPr>
                        <p:cNvPr id="718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2296"/>
                          <a:ext cx="3087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323974" y="3702844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5738CA"/>
                </a:solidFill>
              </a:rPr>
              <a:t>例</a:t>
            </a:r>
          </a:p>
        </p:txBody>
      </p:sp>
      <p:graphicFrame>
        <p:nvGraphicFramePr>
          <p:cNvPr id="317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554583"/>
              </p:ext>
            </p:extLst>
          </p:nvPr>
        </p:nvGraphicFramePr>
        <p:xfrm>
          <a:off x="1476499" y="3790156"/>
          <a:ext cx="3671888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62" name="公式" r:id="rId13" imgW="1930400" imgH="939800" progId="Equation.3">
                  <p:embed/>
                </p:oleObj>
              </mc:Choice>
              <mc:Fallback>
                <p:oleObj name="公式" r:id="rId13" imgW="1930400" imgH="939800" progId="Equation.3">
                  <p:embed/>
                  <p:pic>
                    <p:nvPicPr>
                      <p:cNvPr id="3176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499" y="3790156"/>
                        <a:ext cx="3671888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73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303213" y="606425"/>
            <a:ext cx="374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5738CA"/>
                </a:solidFill>
              </a:rPr>
              <a:t>四、矩阵对角化的步骤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468313" y="1193800"/>
            <a:ext cx="7197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若矩阵</a:t>
            </a:r>
            <a:r>
              <a:rPr lang="en-US" altLang="zh-CN"/>
              <a:t>A</a:t>
            </a:r>
            <a:r>
              <a:rPr lang="zh-CN" altLang="en-US"/>
              <a:t>可对角化，则可按下列步骤来实现：</a:t>
            </a:r>
          </a:p>
        </p:txBody>
      </p:sp>
      <p:grpSp>
        <p:nvGrpSpPr>
          <p:cNvPr id="8196" name="Group 8"/>
          <p:cNvGrpSpPr>
            <a:grpSpLocks/>
          </p:cNvGrpSpPr>
          <p:nvPr/>
        </p:nvGrpSpPr>
        <p:grpSpPr bwMode="auto">
          <a:xfrm>
            <a:off x="519113" y="1844675"/>
            <a:ext cx="5597525" cy="522288"/>
            <a:chOff x="327" y="1060"/>
            <a:chExt cx="3526" cy="329"/>
          </a:xfrm>
        </p:grpSpPr>
        <p:sp>
          <p:nvSpPr>
            <p:cNvPr id="8203" name="Text Box 6"/>
            <p:cNvSpPr txBox="1">
              <a:spLocks noChangeArrowheads="1"/>
            </p:cNvSpPr>
            <p:nvPr/>
          </p:nvSpPr>
          <p:spPr bwMode="auto">
            <a:xfrm>
              <a:off x="327" y="1060"/>
              <a:ext cx="35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dirty="0"/>
                <a:t>1</a:t>
              </a:r>
              <a:r>
                <a:rPr lang="zh-CN" altLang="en-US" dirty="0"/>
                <a:t>）求出</a:t>
              </a:r>
              <a:r>
                <a:rPr lang="en-US" altLang="zh-CN" dirty="0"/>
                <a:t>A</a:t>
              </a:r>
              <a:r>
                <a:rPr lang="zh-CN" altLang="en-US" dirty="0"/>
                <a:t>的全部特征值                ；</a:t>
              </a:r>
            </a:p>
          </p:txBody>
        </p:sp>
        <p:graphicFrame>
          <p:nvGraphicFramePr>
            <p:cNvPr id="8204" name="Object 7"/>
            <p:cNvGraphicFramePr>
              <a:graphicFrameLocks noChangeAspect="1"/>
            </p:cNvGraphicFramePr>
            <p:nvPr/>
          </p:nvGraphicFramePr>
          <p:xfrm>
            <a:off x="2699" y="1112"/>
            <a:ext cx="90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609" name="公式" r:id="rId4" imgW="749300" imgH="228600" progId="Equation.3">
                    <p:embed/>
                  </p:oleObj>
                </mc:Choice>
                <mc:Fallback>
                  <p:oleObj name="公式" r:id="rId4" imgW="749300" imgH="228600" progId="Equation.3">
                    <p:embed/>
                    <p:pic>
                      <p:nvPicPr>
                        <p:cNvPr id="820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112"/>
                          <a:ext cx="90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7" name="Group 17"/>
          <p:cNvGrpSpPr>
            <a:grpSpLocks/>
          </p:cNvGrpSpPr>
          <p:nvPr/>
        </p:nvGrpSpPr>
        <p:grpSpPr bwMode="auto">
          <a:xfrm>
            <a:off x="539750" y="2713038"/>
            <a:ext cx="7200900" cy="1795462"/>
            <a:chOff x="340" y="1423"/>
            <a:chExt cx="4536" cy="1131"/>
          </a:xfrm>
        </p:grpSpPr>
        <p:sp>
          <p:nvSpPr>
            <p:cNvPr id="8201" name="Text Box 9"/>
            <p:cNvSpPr txBox="1">
              <a:spLocks noChangeArrowheads="1"/>
            </p:cNvSpPr>
            <p:nvPr/>
          </p:nvSpPr>
          <p:spPr bwMode="auto">
            <a:xfrm>
              <a:off x="340" y="1423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  <a:r>
                <a:rPr lang="zh-CN" altLang="en-US"/>
                <a:t>）</a:t>
              </a:r>
            </a:p>
          </p:txBody>
        </p:sp>
        <p:graphicFrame>
          <p:nvGraphicFramePr>
            <p:cNvPr id="8202" name="Object 10"/>
            <p:cNvGraphicFramePr>
              <a:graphicFrameLocks noChangeAspect="1"/>
            </p:cNvGraphicFramePr>
            <p:nvPr/>
          </p:nvGraphicFramePr>
          <p:xfrm>
            <a:off x="748" y="1480"/>
            <a:ext cx="4128" cy="10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610" name="公式" r:id="rId6" imgW="3708400" imgH="965200" progId="Equation.3">
                    <p:embed/>
                  </p:oleObj>
                </mc:Choice>
                <mc:Fallback>
                  <p:oleObj name="公式" r:id="rId6" imgW="3708400" imgH="965200" progId="Equation.3">
                    <p:embed/>
                    <p:pic>
                      <p:nvPicPr>
                        <p:cNvPr id="820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1480"/>
                          <a:ext cx="4128" cy="10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8" name="Group 16"/>
          <p:cNvGrpSpPr>
            <a:grpSpLocks/>
          </p:cNvGrpSpPr>
          <p:nvPr/>
        </p:nvGrpSpPr>
        <p:grpSpPr bwMode="auto">
          <a:xfrm>
            <a:off x="611188" y="4916488"/>
            <a:ext cx="5686425" cy="1249362"/>
            <a:chOff x="341" y="2568"/>
            <a:chExt cx="3582" cy="787"/>
          </a:xfrm>
        </p:grpSpPr>
        <p:sp>
          <p:nvSpPr>
            <p:cNvPr id="8199" name="Text Box 13"/>
            <p:cNvSpPr txBox="1">
              <a:spLocks noChangeArrowheads="1"/>
            </p:cNvSpPr>
            <p:nvPr/>
          </p:nvSpPr>
          <p:spPr bwMode="auto">
            <a:xfrm>
              <a:off x="341" y="2568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3</a:t>
              </a:r>
              <a:r>
                <a:rPr lang="zh-CN" altLang="en-US"/>
                <a:t>）</a:t>
              </a:r>
            </a:p>
          </p:txBody>
        </p:sp>
        <p:graphicFrame>
          <p:nvGraphicFramePr>
            <p:cNvPr id="8200" name="Object 15"/>
            <p:cNvGraphicFramePr>
              <a:graphicFrameLocks noChangeAspect="1"/>
            </p:cNvGraphicFramePr>
            <p:nvPr/>
          </p:nvGraphicFramePr>
          <p:xfrm>
            <a:off x="748" y="2614"/>
            <a:ext cx="3175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611" name="公式" r:id="rId8" imgW="2997200" imgH="698500" progId="Equation.3">
                    <p:embed/>
                  </p:oleObj>
                </mc:Choice>
                <mc:Fallback>
                  <p:oleObj name="公式" r:id="rId8" imgW="2997200" imgH="698500" progId="Equation.3">
                    <p:embed/>
                    <p:pic>
                      <p:nvPicPr>
                        <p:cNvPr id="820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614"/>
                          <a:ext cx="3175" cy="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04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9" name="Group 7"/>
          <p:cNvGrpSpPr>
            <a:grpSpLocks/>
          </p:cNvGrpSpPr>
          <p:nvPr/>
        </p:nvGrpSpPr>
        <p:grpSpPr bwMode="auto">
          <a:xfrm>
            <a:off x="325438" y="749300"/>
            <a:ext cx="7016750" cy="4408488"/>
            <a:chOff x="205" y="472"/>
            <a:chExt cx="4420" cy="2777"/>
          </a:xfrm>
        </p:grpSpPr>
        <p:sp>
          <p:nvSpPr>
            <p:cNvPr id="9219" name="Text Box 5"/>
            <p:cNvSpPr txBox="1">
              <a:spLocks noChangeArrowheads="1"/>
            </p:cNvSpPr>
            <p:nvPr/>
          </p:nvSpPr>
          <p:spPr bwMode="auto">
            <a:xfrm>
              <a:off x="205" y="472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4</a:t>
              </a:r>
              <a:r>
                <a:rPr lang="zh-CN" altLang="en-US"/>
                <a:t>）</a:t>
              </a:r>
            </a:p>
          </p:txBody>
        </p:sp>
        <p:graphicFrame>
          <p:nvGraphicFramePr>
            <p:cNvPr id="9220" name="Object 6"/>
            <p:cNvGraphicFramePr>
              <a:graphicFrameLocks noChangeAspect="1"/>
            </p:cNvGraphicFramePr>
            <p:nvPr/>
          </p:nvGraphicFramePr>
          <p:xfrm>
            <a:off x="657" y="527"/>
            <a:ext cx="3968" cy="2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543" name="公式" r:id="rId3" imgW="3746500" imgH="2565400" progId="Equation.3">
                    <p:embed/>
                  </p:oleObj>
                </mc:Choice>
                <mc:Fallback>
                  <p:oleObj name="公式" r:id="rId3" imgW="3746500" imgH="2565400" progId="Equation.3">
                    <p:embed/>
                    <p:pic>
                      <p:nvPicPr>
                        <p:cNvPr id="922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527"/>
                          <a:ext cx="3968" cy="2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6204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25" name="Group 9"/>
          <p:cNvGrpSpPr>
            <a:grpSpLocks/>
          </p:cNvGrpSpPr>
          <p:nvPr/>
        </p:nvGrpSpPr>
        <p:grpSpPr bwMode="auto">
          <a:xfrm>
            <a:off x="287338" y="944563"/>
            <a:ext cx="7529511" cy="1846263"/>
            <a:chOff x="181" y="595"/>
            <a:chExt cx="4743" cy="1163"/>
          </a:xfrm>
        </p:grpSpPr>
        <p:sp>
          <p:nvSpPr>
            <p:cNvPr id="10246" name="Text Box 4"/>
            <p:cNvSpPr txBox="1">
              <a:spLocks noChangeArrowheads="1"/>
            </p:cNvSpPr>
            <p:nvPr/>
          </p:nvSpPr>
          <p:spPr bwMode="auto">
            <a:xfrm>
              <a:off x="181" y="847"/>
              <a:ext cx="6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例</a:t>
              </a:r>
              <a:r>
                <a:rPr lang="en-US" altLang="zh-CN" dirty="0">
                  <a:solidFill>
                    <a:srgbClr val="5738CA"/>
                  </a:solidFill>
                </a:rPr>
                <a:t>10</a:t>
              </a:r>
              <a:endParaRPr lang="zh-CN" altLang="en-US" dirty="0">
                <a:solidFill>
                  <a:srgbClr val="5738CA"/>
                </a:solidFill>
              </a:endParaRPr>
            </a:p>
          </p:txBody>
        </p:sp>
        <p:graphicFrame>
          <p:nvGraphicFramePr>
            <p:cNvPr id="1024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8765461"/>
                </p:ext>
              </p:extLst>
            </p:nvPr>
          </p:nvGraphicFramePr>
          <p:xfrm>
            <a:off x="724" y="595"/>
            <a:ext cx="4200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12" name="Equation" r:id="rId3" imgW="3390840" imgH="939600" progId="Equation.DSMT4">
                    <p:embed/>
                  </p:oleObj>
                </mc:Choice>
                <mc:Fallback>
                  <p:oleObj name="Equation" r:id="rId3" imgW="3390840" imgH="939600" progId="Equation.DSMT4">
                    <p:embed/>
                    <p:pic>
                      <p:nvPicPr>
                        <p:cNvPr id="102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" y="595"/>
                          <a:ext cx="4200" cy="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24" name="Group 8"/>
          <p:cNvGrpSpPr>
            <a:grpSpLocks/>
          </p:cNvGrpSpPr>
          <p:nvPr/>
        </p:nvGrpSpPr>
        <p:grpSpPr bwMode="auto">
          <a:xfrm>
            <a:off x="341312" y="3789040"/>
            <a:ext cx="7348538" cy="1411288"/>
            <a:chOff x="148" y="1634"/>
            <a:chExt cx="4629" cy="889"/>
          </a:xfrm>
        </p:grpSpPr>
        <p:sp>
          <p:nvSpPr>
            <p:cNvPr id="10244" name="Text Box 6"/>
            <p:cNvSpPr txBox="1">
              <a:spLocks noChangeArrowheads="1"/>
            </p:cNvSpPr>
            <p:nvPr/>
          </p:nvSpPr>
          <p:spPr bwMode="auto">
            <a:xfrm>
              <a:off x="148" y="1913"/>
              <a:ext cx="5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例</a:t>
              </a:r>
              <a:r>
                <a:rPr lang="en-US" altLang="zh-CN" dirty="0">
                  <a:solidFill>
                    <a:srgbClr val="5738CA"/>
                  </a:solidFill>
                </a:rPr>
                <a:t>11</a:t>
              </a:r>
              <a:endParaRPr lang="zh-CN" altLang="en-US" dirty="0">
                <a:solidFill>
                  <a:srgbClr val="5738CA"/>
                </a:solidFill>
              </a:endParaRPr>
            </a:p>
          </p:txBody>
        </p:sp>
        <p:graphicFrame>
          <p:nvGraphicFramePr>
            <p:cNvPr id="1024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337888"/>
                </p:ext>
              </p:extLst>
            </p:nvPr>
          </p:nvGraphicFramePr>
          <p:xfrm>
            <a:off x="665" y="1634"/>
            <a:ext cx="4112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13" name="Equation" r:id="rId5" imgW="3288960" imgH="711000" progId="Equation.DSMT4">
                    <p:embed/>
                  </p:oleObj>
                </mc:Choice>
                <mc:Fallback>
                  <p:oleObj name="Equation" r:id="rId5" imgW="3288960" imgH="711000" progId="Equation.DSMT4">
                    <p:embed/>
                    <p:pic>
                      <p:nvPicPr>
                        <p:cNvPr id="1024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" y="1634"/>
                          <a:ext cx="4112" cy="8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7668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>
            <a:extLst>
              <a:ext uri="{FF2B5EF4-FFF2-40B4-BE49-F238E27FC236}">
                <a16:creationId xmlns:a16="http://schemas.microsoft.com/office/drawing/2014/main" id="{908D6FBD-E0AD-40F9-8954-1B5499E14768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260648"/>
            <a:ext cx="7529511" cy="1846263"/>
            <a:chOff x="181" y="595"/>
            <a:chExt cx="4743" cy="1163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182DC49A-4452-4822-81EF-50C1837D8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847"/>
              <a:ext cx="6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例</a:t>
              </a:r>
              <a:r>
                <a:rPr lang="en-US" altLang="zh-CN" dirty="0">
                  <a:solidFill>
                    <a:srgbClr val="5738CA"/>
                  </a:solidFill>
                </a:rPr>
                <a:t>10</a:t>
              </a:r>
              <a:endParaRPr lang="zh-CN" altLang="en-US" dirty="0">
                <a:solidFill>
                  <a:srgbClr val="5738CA"/>
                </a:solidFill>
              </a:endParaRPr>
            </a:p>
          </p:txBody>
        </p:sp>
        <p:graphicFrame>
          <p:nvGraphicFramePr>
            <p:cNvPr id="8" name="Object 5">
              <a:extLst>
                <a:ext uri="{FF2B5EF4-FFF2-40B4-BE49-F238E27FC236}">
                  <a16:creationId xmlns:a16="http://schemas.microsoft.com/office/drawing/2014/main" id="{65D3EC84-FE4B-40EB-894D-7896C64032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904661"/>
                </p:ext>
              </p:extLst>
            </p:nvPr>
          </p:nvGraphicFramePr>
          <p:xfrm>
            <a:off x="724" y="595"/>
            <a:ext cx="4200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604" name="Equation" r:id="rId3" imgW="3390840" imgH="939600" progId="Equation.DSMT4">
                    <p:embed/>
                  </p:oleObj>
                </mc:Choice>
                <mc:Fallback>
                  <p:oleObj name="Equation" r:id="rId3" imgW="3390840" imgH="939600" progId="Equation.DSMT4">
                    <p:embed/>
                    <p:pic>
                      <p:nvPicPr>
                        <p:cNvPr id="102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" y="595"/>
                          <a:ext cx="4200" cy="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8541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05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B716A2C3-1649-4726-8C9B-13C02D5D222D}"/>
              </a:ext>
            </a:extLst>
          </p:cNvPr>
          <p:cNvGrpSpPr>
            <a:grpSpLocks/>
          </p:cNvGrpSpPr>
          <p:nvPr/>
        </p:nvGrpSpPr>
        <p:grpSpPr bwMode="auto">
          <a:xfrm>
            <a:off x="395784" y="332656"/>
            <a:ext cx="7546975" cy="1411288"/>
            <a:chOff x="23" y="1634"/>
            <a:chExt cx="4754" cy="889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3086A8F1-ECF7-411E-9D2D-A18A628B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" y="1888"/>
              <a:ext cx="6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例</a:t>
              </a:r>
              <a:r>
                <a:rPr lang="en-US" altLang="zh-CN" dirty="0">
                  <a:solidFill>
                    <a:srgbClr val="5738CA"/>
                  </a:solidFill>
                </a:rPr>
                <a:t>11</a:t>
              </a:r>
              <a:endParaRPr lang="zh-CN" altLang="en-US" dirty="0">
                <a:solidFill>
                  <a:srgbClr val="5738CA"/>
                </a:solidFill>
              </a:endParaRPr>
            </a:p>
          </p:txBody>
        </p:sp>
        <p:graphicFrame>
          <p:nvGraphicFramePr>
            <p:cNvPr id="6" name="Object 7">
              <a:extLst>
                <a:ext uri="{FF2B5EF4-FFF2-40B4-BE49-F238E27FC236}">
                  <a16:creationId xmlns:a16="http://schemas.microsoft.com/office/drawing/2014/main" id="{EB094AA6-DD83-498F-80E3-6D6D4EE4FC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2658853"/>
                </p:ext>
              </p:extLst>
            </p:nvPr>
          </p:nvGraphicFramePr>
          <p:xfrm>
            <a:off x="665" y="1634"/>
            <a:ext cx="4112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622" name="Equation" r:id="rId3" imgW="3288960" imgH="711000" progId="Equation.DSMT4">
                    <p:embed/>
                  </p:oleObj>
                </mc:Choice>
                <mc:Fallback>
                  <p:oleObj name="Equation" r:id="rId3" imgW="3288960" imgH="711000" progId="Equation.DSMT4">
                    <p:embed/>
                    <p:pic>
                      <p:nvPicPr>
                        <p:cNvPr id="1024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" y="1634"/>
                          <a:ext cx="4112" cy="8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1795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8DC4B17B-2281-4EAE-9534-7698AE9F9792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836712"/>
            <a:ext cx="7675561" cy="1846263"/>
            <a:chOff x="22" y="431"/>
            <a:chExt cx="4835" cy="1163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44BF0589-3EF4-4349-931C-E869664C3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83"/>
              <a:ext cx="6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5738CA"/>
                  </a:solidFill>
                </a:rPr>
                <a:t>练习</a:t>
              </a:r>
            </a:p>
          </p:txBody>
        </p:sp>
        <p:graphicFrame>
          <p:nvGraphicFramePr>
            <p:cNvPr id="4" name="Object 5">
              <a:extLst>
                <a:ext uri="{FF2B5EF4-FFF2-40B4-BE49-F238E27FC236}">
                  <a16:creationId xmlns:a16="http://schemas.microsoft.com/office/drawing/2014/main" id="{2DEA9D8C-5150-4D86-8A2A-1B957892E1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3479777"/>
                </p:ext>
              </p:extLst>
            </p:nvPr>
          </p:nvGraphicFramePr>
          <p:xfrm>
            <a:off x="657" y="431"/>
            <a:ext cx="4200" cy="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582" name="Equation" r:id="rId3" imgW="3390840" imgH="939600" progId="Equation.DSMT4">
                    <p:embed/>
                  </p:oleObj>
                </mc:Choice>
                <mc:Fallback>
                  <p:oleObj name="Equation" r:id="rId3" imgW="3390840" imgH="939600" progId="Equation.DSMT4">
                    <p:embed/>
                    <p:pic>
                      <p:nvPicPr>
                        <p:cNvPr id="102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431"/>
                          <a:ext cx="4200" cy="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3981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3848" y="404664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5738CA"/>
                </a:solidFill>
              </a:rPr>
              <a:t>作业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128" y="198884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</a:rPr>
              <a:t>习题五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15.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16.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17.</a:t>
            </a:r>
          </a:p>
          <a:p>
            <a:pPr eaLnBrk="1" hangingPunct="1">
              <a:buFontTx/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28915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4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5_Blends">
  <a:themeElements>
    <a:clrScheme name="3_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3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5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6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7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7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8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8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9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楷体_GB2312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9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0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0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4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14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15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16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17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18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2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22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2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347</Words>
  <Application>Microsoft Office PowerPoint</Application>
  <PresentationFormat>全屏显示(4:3)</PresentationFormat>
  <Paragraphs>68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69" baseType="lpstr">
      <vt:lpstr>华文楷体</vt:lpstr>
      <vt:lpstr>楷体_GB2312</vt:lpstr>
      <vt:lpstr>Arial</vt:lpstr>
      <vt:lpstr>Arial Black</vt:lpstr>
      <vt:lpstr>Calibri</vt:lpstr>
      <vt:lpstr>Tahoma</vt:lpstr>
      <vt:lpstr>Times New Roman</vt:lpstr>
      <vt:lpstr>Wingdings</vt:lpstr>
      <vt:lpstr>Office 主题</vt:lpstr>
      <vt:lpstr>Pixel</vt:lpstr>
      <vt:lpstr>Blends</vt:lpstr>
      <vt:lpstr>1_Blends</vt:lpstr>
      <vt:lpstr>1_Pixel</vt:lpstr>
      <vt:lpstr>2_Blends</vt:lpstr>
      <vt:lpstr>2_Pixel</vt:lpstr>
      <vt:lpstr>3_Blends</vt:lpstr>
      <vt:lpstr>3_Pixel</vt:lpstr>
      <vt:lpstr>4_Blends</vt:lpstr>
      <vt:lpstr>4_Pixel</vt:lpstr>
      <vt:lpstr>5_Blends</vt:lpstr>
      <vt:lpstr>5_Pixel</vt:lpstr>
      <vt:lpstr>6_Blends</vt:lpstr>
      <vt:lpstr>6_Pixel</vt:lpstr>
      <vt:lpstr>7_Pixel</vt:lpstr>
      <vt:lpstr>7_Blends</vt:lpstr>
      <vt:lpstr>8_Blends</vt:lpstr>
      <vt:lpstr>8_Pixel</vt:lpstr>
      <vt:lpstr>默认设计模板</vt:lpstr>
      <vt:lpstr>9_Blends</vt:lpstr>
      <vt:lpstr>9_Pixel</vt:lpstr>
      <vt:lpstr>10_Blends</vt:lpstr>
      <vt:lpstr>10_Pixel</vt:lpstr>
      <vt:lpstr>11_Pixel</vt:lpstr>
      <vt:lpstr>11_Blends</vt:lpstr>
      <vt:lpstr>12_Blends</vt:lpstr>
      <vt:lpstr>12_Pixel</vt:lpstr>
      <vt:lpstr>13_Blends</vt:lpstr>
      <vt:lpstr>13_Pixel</vt:lpstr>
      <vt:lpstr>14_Pixel</vt:lpstr>
      <vt:lpstr>14_Blends</vt:lpstr>
      <vt:lpstr>15_Blends</vt:lpstr>
      <vt:lpstr>15_Pixel</vt:lpstr>
      <vt:lpstr>16_Blends</vt:lpstr>
      <vt:lpstr>16_Pixel</vt:lpstr>
      <vt:lpstr>17_Blends</vt:lpstr>
      <vt:lpstr>17_Pixel</vt:lpstr>
      <vt:lpstr>18_Blends</vt:lpstr>
      <vt:lpstr>18_Pixel</vt:lpstr>
      <vt:lpstr>22_Blends</vt:lpstr>
      <vt:lpstr>22_Pixel</vt:lpstr>
      <vt:lpstr>23_Pixel</vt:lpstr>
      <vt:lpstr>Equation</vt:lpstr>
      <vt:lpstr>公式</vt:lpstr>
      <vt:lpstr>MathType 7.0 Equation</vt:lpstr>
      <vt:lpstr>§3  相似矩阵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58</cp:revision>
  <dcterms:created xsi:type="dcterms:W3CDTF">2012-04-21T04:49:10Z</dcterms:created>
  <dcterms:modified xsi:type="dcterms:W3CDTF">2023-12-27T08:24:09Z</dcterms:modified>
</cp:coreProperties>
</file>