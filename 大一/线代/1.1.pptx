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 id="2147483672" r:id="rId2"/>
    <p:sldMasterId id="2147484043" r:id="rId3"/>
    <p:sldMasterId id="2147484067" r:id="rId4"/>
    <p:sldMasterId id="2147484091" r:id="rId5"/>
    <p:sldMasterId id="2147484115" r:id="rId6"/>
    <p:sldMasterId id="2147484261" r:id="rId7"/>
  </p:sldMasterIdLst>
  <p:notesMasterIdLst>
    <p:notesMasterId r:id="rId32"/>
  </p:notesMasterIdLst>
  <p:sldIdLst>
    <p:sldId id="256" r:id="rId8"/>
    <p:sldId id="4416" r:id="rId9"/>
    <p:sldId id="4418" r:id="rId10"/>
    <p:sldId id="4419" r:id="rId11"/>
    <p:sldId id="760" r:id="rId12"/>
    <p:sldId id="761" r:id="rId13"/>
    <p:sldId id="4424" r:id="rId14"/>
    <p:sldId id="3881" r:id="rId15"/>
    <p:sldId id="257" r:id="rId16"/>
    <p:sldId id="258" r:id="rId17"/>
    <p:sldId id="259" r:id="rId18"/>
    <p:sldId id="260" r:id="rId19"/>
    <p:sldId id="261" r:id="rId20"/>
    <p:sldId id="262" r:id="rId21"/>
    <p:sldId id="263" r:id="rId22"/>
    <p:sldId id="264" r:id="rId23"/>
    <p:sldId id="265" r:id="rId24"/>
    <p:sldId id="266" r:id="rId25"/>
    <p:sldId id="267" r:id="rId26"/>
    <p:sldId id="268" r:id="rId27"/>
    <p:sldId id="4421" r:id="rId28"/>
    <p:sldId id="269" r:id="rId29"/>
    <p:sldId id="270" r:id="rId30"/>
    <p:sldId id="4422" r:id="rId31"/>
  </p:sldIdLst>
  <p:sldSz cx="9144000" cy="6858000" type="screen4x3"/>
  <p:notesSz cx="6858000" cy="9144000"/>
  <p:custDataLst>
    <p:tags r:id="rId33"/>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21" Type="http://schemas.openxmlformats.org/officeDocument/2006/relationships/slide" Target="slides/slide14.xml"/><Relationship Id="rId34" Type="http://schemas.openxmlformats.org/officeDocument/2006/relationships/presProps" Target="presProps.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viewProps" Target="viewProps.xml"/><Relationship Id="rId8" Type="http://schemas.openxmlformats.org/officeDocument/2006/relationships/slide" Target="slides/slide1.xml"/><Relationship Id="rId3" Type="http://schemas.openxmlformats.org/officeDocument/2006/relationships/slideMaster" Target="slideMasters/slideMaster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 Id="rId6" Type="http://schemas.openxmlformats.org/officeDocument/2006/relationships/image" Target="../media/image11.wmf"/><Relationship Id="rId5" Type="http://schemas.openxmlformats.org/officeDocument/2006/relationships/image" Target="../media/image10.wmf"/><Relationship Id="rId4"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3.wmf"/><Relationship Id="rId7" Type="http://schemas.openxmlformats.org/officeDocument/2006/relationships/image" Target="../media/image17.wmf"/><Relationship Id="rId2" Type="http://schemas.openxmlformats.org/officeDocument/2006/relationships/image" Target="../media/image12.wmf"/><Relationship Id="rId1" Type="http://schemas.openxmlformats.org/officeDocument/2006/relationships/image" Target="../media/image6.wmf"/><Relationship Id="rId6" Type="http://schemas.openxmlformats.org/officeDocument/2006/relationships/image" Target="../media/image16.wmf"/><Relationship Id="rId5" Type="http://schemas.openxmlformats.org/officeDocument/2006/relationships/image" Target="../media/image15.wmf"/><Relationship Id="rId4"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 Id="rId6" Type="http://schemas.openxmlformats.org/officeDocument/2006/relationships/image" Target="../media/image25.wmf"/><Relationship Id="rId5" Type="http://schemas.openxmlformats.org/officeDocument/2006/relationships/image" Target="../media/image24.wmf"/><Relationship Id="rId4" Type="http://schemas.openxmlformats.org/officeDocument/2006/relationships/image" Target="../media/image23.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8.wmf"/><Relationship Id="rId7" Type="http://schemas.openxmlformats.org/officeDocument/2006/relationships/image" Target="../media/image32.wmf"/><Relationship Id="rId2" Type="http://schemas.openxmlformats.org/officeDocument/2006/relationships/image" Target="../media/image27.wmf"/><Relationship Id="rId1" Type="http://schemas.openxmlformats.org/officeDocument/2006/relationships/image" Target="../media/image26.wmf"/><Relationship Id="rId6" Type="http://schemas.openxmlformats.org/officeDocument/2006/relationships/image" Target="../media/image31.wmf"/><Relationship Id="rId5" Type="http://schemas.openxmlformats.org/officeDocument/2006/relationships/image" Target="../media/image30.wmf"/><Relationship Id="rId4" Type="http://schemas.openxmlformats.org/officeDocument/2006/relationships/image" Target="../media/image29.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 Id="rId4" Type="http://schemas.openxmlformats.org/officeDocument/2006/relationships/image" Target="../media/image36.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9.wmf"/><Relationship Id="rId7" Type="http://schemas.openxmlformats.org/officeDocument/2006/relationships/image" Target="../media/image43.wmf"/><Relationship Id="rId2" Type="http://schemas.openxmlformats.org/officeDocument/2006/relationships/image" Target="../media/image38.wmf"/><Relationship Id="rId1" Type="http://schemas.openxmlformats.org/officeDocument/2006/relationships/image" Target="../media/image37.wmf"/><Relationship Id="rId6" Type="http://schemas.openxmlformats.org/officeDocument/2006/relationships/image" Target="../media/image42.wmf"/><Relationship Id="rId5" Type="http://schemas.openxmlformats.org/officeDocument/2006/relationships/image" Target="../media/image41.wmf"/><Relationship Id="rId4" Type="http://schemas.openxmlformats.org/officeDocument/2006/relationships/image" Target="../media/image40.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 Id="rId4" Type="http://schemas.openxmlformats.org/officeDocument/2006/relationships/image" Target="../media/image47.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 Id="rId6" Type="http://schemas.openxmlformats.org/officeDocument/2006/relationships/image" Target="../media/image53.wmf"/><Relationship Id="rId5" Type="http://schemas.openxmlformats.org/officeDocument/2006/relationships/image" Target="../media/image52.wmf"/><Relationship Id="rId4" Type="http://schemas.openxmlformats.org/officeDocument/2006/relationships/image" Target="../media/image51.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 Id="rId5" Type="http://schemas.openxmlformats.org/officeDocument/2006/relationships/image" Target="../media/image58.wmf"/><Relationship Id="rId4" Type="http://schemas.openxmlformats.org/officeDocument/2006/relationships/image" Target="../media/image5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defRPr>
            </a:lvl1pPr>
          </a:lstStyle>
          <a:p>
            <a:pPr>
              <a:defRPr/>
            </a:pPr>
            <a:fld id="{2745E114-C510-4ADC-995D-F3E8AB49FC76}" type="datetimeFigureOut">
              <a:rPr lang="zh-CN" altLang="en-US"/>
              <a:t>2023/10/7</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defRPr>
            </a:lvl1pPr>
          </a:lstStyle>
          <a:p>
            <a:pPr>
              <a:defRPr/>
            </a:pPr>
            <a:fld id="{D5587B3B-AA86-4ECC-8B74-F3D0145122BF}"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785" name="Rectangle 7"/>
          <p:cNvSpPr>
            <a:spLocks noGrp="1" noChangeArrowheads="1"/>
          </p:cNvSpPr>
          <p:nvPr>
            <p:ph type="sldNum" sz="quarter" idx="5"/>
          </p:nvPr>
        </p:nvSpPr>
        <p:spPr bwMode="auto">
          <a:noFill/>
          <a:ln>
            <a:miter lim="800000"/>
          </a:ln>
        </p:spPr>
        <p:txBody>
          <a:bodyPr wrap="square" numCol="1" anchorCtr="0" compatLnSpc="1"/>
          <a:lstStyle/>
          <a:p>
            <a:pPr fontAlgn="base">
              <a:spcBef>
                <a:spcPct val="0"/>
              </a:spcBef>
              <a:spcAft>
                <a:spcPct val="0"/>
              </a:spcAft>
            </a:pPr>
            <a:fld id="{DCCFD480-986A-4B4F-A79E-D9E0B3655DF4}" type="slidenum">
              <a:rPr lang="en-US" altLang="zh-CN">
                <a:solidFill>
                  <a:srgbClr val="000000"/>
                </a:solidFill>
              </a:rPr>
              <a:t>9</a:t>
            </a:fld>
            <a:endParaRPr lang="en-US" altLang="zh-CN">
              <a:solidFill>
                <a:srgbClr val="000000"/>
              </a:solidFill>
            </a:endParaRPr>
          </a:p>
        </p:txBody>
      </p:sp>
      <p:sp>
        <p:nvSpPr>
          <p:cNvPr id="630786" name="Rectangle 2"/>
          <p:cNvSpPr>
            <a:spLocks noGrp="1" noRot="1" noChangeAspect="1" noChangeArrowheads="1" noTextEdit="1"/>
          </p:cNvSpPr>
          <p:nvPr>
            <p:ph type="sldImg"/>
          </p:nvPr>
        </p:nvSpPr>
        <p:spPr bwMode="auto">
          <a:noFill/>
          <a:ln>
            <a:solidFill>
              <a:srgbClr val="000000"/>
            </a:solidFill>
            <a:miter lim="800000"/>
          </a:ln>
        </p:spPr>
      </p:sp>
      <p:sp>
        <p:nvSpPr>
          <p:cNvPr id="630787" name="Rectangle 3"/>
          <p:cNvSpPr>
            <a:spLocks noGrp="1" noChangeArrowheads="1"/>
          </p:cNvSpPr>
          <p:nvPr>
            <p:ph type="body" idx="1"/>
          </p:nvPr>
        </p:nvSpPr>
        <p:spPr bwMode="auto">
          <a:noFill/>
        </p:spPr>
        <p:txBody>
          <a:bodyPr wrap="square" numCol="1" anchor="t" anchorCtr="0" compatLnSpc="1"/>
          <a:lstStyle/>
          <a:p>
            <a:pPr>
              <a:spcBef>
                <a:spcPct val="0"/>
              </a:spcBef>
            </a:pPr>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2833" name="Rectangle 7"/>
          <p:cNvSpPr>
            <a:spLocks noGrp="1" noChangeArrowheads="1"/>
          </p:cNvSpPr>
          <p:nvPr>
            <p:ph type="sldNum" sz="quarter" idx="5"/>
          </p:nvPr>
        </p:nvSpPr>
        <p:spPr bwMode="auto">
          <a:noFill/>
          <a:ln>
            <a:miter lim="800000"/>
          </a:ln>
        </p:spPr>
        <p:txBody>
          <a:bodyPr wrap="square" numCol="1" anchorCtr="0" compatLnSpc="1"/>
          <a:lstStyle/>
          <a:p>
            <a:pPr fontAlgn="base">
              <a:spcBef>
                <a:spcPct val="0"/>
              </a:spcBef>
              <a:spcAft>
                <a:spcPct val="0"/>
              </a:spcAft>
            </a:pPr>
            <a:fld id="{FE96D859-3CAB-4B3B-8A46-FB432853239B}" type="slidenum">
              <a:rPr lang="en-US" altLang="zh-CN">
                <a:solidFill>
                  <a:srgbClr val="000000"/>
                </a:solidFill>
              </a:rPr>
              <a:t>10</a:t>
            </a:fld>
            <a:endParaRPr lang="en-US" altLang="zh-CN">
              <a:solidFill>
                <a:srgbClr val="000000"/>
              </a:solidFill>
            </a:endParaRPr>
          </a:p>
        </p:txBody>
      </p:sp>
      <p:sp>
        <p:nvSpPr>
          <p:cNvPr id="632834" name="Rectangle 2"/>
          <p:cNvSpPr>
            <a:spLocks noGrp="1" noRot="1" noChangeAspect="1" noChangeArrowheads="1" noTextEdit="1"/>
          </p:cNvSpPr>
          <p:nvPr>
            <p:ph type="sldImg"/>
          </p:nvPr>
        </p:nvSpPr>
        <p:spPr bwMode="auto">
          <a:noFill/>
          <a:ln>
            <a:solidFill>
              <a:srgbClr val="000000"/>
            </a:solidFill>
            <a:miter lim="800000"/>
          </a:ln>
        </p:spPr>
      </p:sp>
      <p:sp>
        <p:nvSpPr>
          <p:cNvPr id="632835" name="Rectangle 3"/>
          <p:cNvSpPr>
            <a:spLocks noGrp="1" noChangeArrowheads="1"/>
          </p:cNvSpPr>
          <p:nvPr>
            <p:ph type="body" idx="1"/>
          </p:nvPr>
        </p:nvSpPr>
        <p:spPr bwMode="auto">
          <a:noFill/>
        </p:spPr>
        <p:txBody>
          <a:bodyPr wrap="square" numCol="1" anchor="t" anchorCtr="0" compatLnSpc="1"/>
          <a:lstStyle/>
          <a:p>
            <a:pPr>
              <a:spcBef>
                <a:spcPct val="0"/>
              </a:spcBef>
            </a:pPr>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D5587B3B-AA86-4ECC-8B74-F3D0145122BF}" type="slidenum">
              <a:rPr lang="zh-CN" altLang="en-US" smtClean="0"/>
              <a:t>11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p:spPr>
          <p:txBody>
            <a:bodyPr wrap="none" anchor="ctr"/>
            <a:lstStyle/>
            <a:p>
              <a:pPr algn="ctr">
                <a:defRPr/>
              </a:pPr>
              <a:endParaRPr lang="zh-CN" altLang="zh-CN" sz="2400">
                <a:solidFill>
                  <a:srgbClr val="000000"/>
                </a:solidFill>
                <a:latin typeface="Times New Roman" panose="02020603050405020304" pitchFamily="18" charset="0"/>
                <a:ea typeface="+mn-ea"/>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p:spPr>
          <p:txBody>
            <a:bodyPr/>
            <a:lstStyle/>
            <a:p>
              <a:pPr>
                <a:defRPr/>
              </a:pPr>
              <a:endParaRPr lang="zh-CN" altLang="zh-CN" sz="2400">
                <a:solidFill>
                  <a:srgbClr val="000000"/>
                </a:solidFill>
                <a:latin typeface="Times New Roman" panose="02020603050405020304" pitchFamily="18" charset="0"/>
                <a:ea typeface="+mn-ea"/>
              </a:endParaRPr>
            </a:p>
          </p:txBody>
        </p:sp>
        <p:grpSp>
          <p:nvGrpSpPr>
            <p:cNvPr id="7" name="Group 5"/>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p:spPr>
            <p:txBody>
              <a:bodyPr/>
              <a:lstStyle/>
              <a:p>
                <a:pPr>
                  <a:defRPr/>
                </a:pPr>
                <a:endParaRPr lang="zh-CN" altLang="zh-CN" sz="2400">
                  <a:solidFill>
                    <a:srgbClr val="000000"/>
                  </a:solidFill>
                  <a:latin typeface="Times New Roman" panose="02020603050405020304" pitchFamily="18" charset="0"/>
                  <a:ea typeface="+mn-ea"/>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p:spPr>
            <p:txBody>
              <a:bodyPr/>
              <a:lstStyle/>
              <a:p>
                <a:pPr>
                  <a:defRPr/>
                </a:pPr>
                <a:endParaRPr lang="zh-CN" altLang="zh-CN" sz="2400">
                  <a:solidFill>
                    <a:srgbClr val="000000"/>
                  </a:solidFill>
                  <a:latin typeface="Times New Roman" panose="02020603050405020304" pitchFamily="18" charset="0"/>
                  <a:ea typeface="+mn-ea"/>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p:spPr>
            <p:txBody>
              <a:bodyPr/>
              <a:lstStyle/>
              <a:p>
                <a:pPr>
                  <a:defRPr/>
                </a:pPr>
                <a:endParaRPr lang="zh-CN" altLang="zh-CN" sz="2400">
                  <a:solidFill>
                    <a:srgbClr val="000000"/>
                  </a:solidFill>
                  <a:latin typeface="Times New Roman" panose="02020603050405020304" pitchFamily="18" charset="0"/>
                  <a:ea typeface="+mn-ea"/>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p:spPr>
            <p:txBody>
              <a:bodyPr/>
              <a:lstStyle/>
              <a:p>
                <a:pPr>
                  <a:defRPr/>
                </a:pPr>
                <a:endParaRPr lang="zh-CN" altLang="zh-CN" sz="2400">
                  <a:solidFill>
                    <a:srgbClr val="000000"/>
                  </a:solidFill>
                  <a:latin typeface="Times New Roman" panose="02020603050405020304" pitchFamily="18" charset="0"/>
                  <a:ea typeface="+mn-ea"/>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p:spPr>
            <p:txBody>
              <a:bodyPr/>
              <a:lstStyle/>
              <a:p>
                <a:pPr>
                  <a:defRPr/>
                </a:pPr>
                <a:endParaRPr lang="zh-CN" altLang="zh-CN" sz="2400">
                  <a:solidFill>
                    <a:srgbClr val="000000"/>
                  </a:solidFill>
                  <a:latin typeface="Times New Roman" panose="02020603050405020304" pitchFamily="18" charset="0"/>
                  <a:ea typeface="+mn-ea"/>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p:spPr>
            <p:txBody>
              <a:bodyPr/>
              <a:lstStyle/>
              <a:p>
                <a:pPr>
                  <a:defRPr/>
                </a:pPr>
                <a:endParaRPr lang="zh-CN" altLang="zh-CN" sz="2400">
                  <a:solidFill>
                    <a:srgbClr val="000000"/>
                  </a:solidFill>
                  <a:latin typeface="Times New Roman" panose="02020603050405020304" pitchFamily="18" charset="0"/>
                  <a:ea typeface="+mn-ea"/>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p:spPr>
            <p:txBody>
              <a:bodyPr/>
              <a:lstStyle/>
              <a:p>
                <a:pPr>
                  <a:defRPr/>
                </a:pPr>
                <a:endParaRPr lang="zh-CN" altLang="zh-CN" sz="2400">
                  <a:solidFill>
                    <a:srgbClr val="000000"/>
                  </a:solidFill>
                  <a:latin typeface="Times New Roman" panose="02020603050405020304" pitchFamily="18" charset="0"/>
                  <a:ea typeface="+mn-ea"/>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p:spPr>
            <p:txBody>
              <a:bodyPr/>
              <a:lstStyle/>
              <a:p>
                <a:pPr>
                  <a:defRPr/>
                </a:pPr>
                <a:endParaRPr lang="zh-CN" altLang="zh-CN" sz="2400">
                  <a:solidFill>
                    <a:srgbClr val="000000"/>
                  </a:solidFill>
                  <a:latin typeface="Times New Roman" panose="02020603050405020304" pitchFamily="18" charset="0"/>
                  <a:ea typeface="+mn-ea"/>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p:spPr>
            <p:txBody>
              <a:bodyPr/>
              <a:lstStyle/>
              <a:p>
                <a:pPr>
                  <a:defRPr/>
                </a:pPr>
                <a:endParaRPr lang="zh-CN" altLang="zh-CN" sz="2400">
                  <a:solidFill>
                    <a:srgbClr val="000000"/>
                  </a:solidFill>
                  <a:latin typeface="Times New Roman" panose="02020603050405020304" pitchFamily="18" charset="0"/>
                  <a:ea typeface="+mn-ea"/>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p:spPr>
            <p:txBody>
              <a:bodyPr/>
              <a:lstStyle/>
              <a:p>
                <a:pPr>
                  <a:defRPr/>
                </a:pPr>
                <a:endParaRPr lang="zh-CN" altLang="zh-CN" sz="2400">
                  <a:solidFill>
                    <a:srgbClr val="000000"/>
                  </a:solidFill>
                  <a:latin typeface="Times New Roman" panose="02020603050405020304" pitchFamily="18" charset="0"/>
                  <a:ea typeface="+mn-ea"/>
                </a:endParaRPr>
              </a:p>
            </p:txBody>
          </p:sp>
        </p:grpSp>
      </p:grpSp>
      <p:sp>
        <p:nvSpPr>
          <p:cNvPr id="22547"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zh-CN" altLang="en-US" noProof="0"/>
              <a:t>单击此处编辑母版标题样式</a:t>
            </a:r>
          </a:p>
        </p:txBody>
      </p:sp>
      <p:sp>
        <p:nvSpPr>
          <p:cNvPr id="22548"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pPr lvl="0"/>
            <a:r>
              <a:rPr lang="zh-CN" altLang="en-US" noProof="0"/>
              <a:t>单击此处编辑母版副标题样式</a:t>
            </a:r>
          </a:p>
        </p:txBody>
      </p:sp>
      <p:sp>
        <p:nvSpPr>
          <p:cNvPr id="18" name="Rectangle 16"/>
          <p:cNvSpPr>
            <a:spLocks noGrp="1" noChangeArrowheads="1"/>
          </p:cNvSpPr>
          <p:nvPr>
            <p:ph type="dt" sz="half" idx="10"/>
          </p:nvPr>
        </p:nvSpPr>
        <p:spPr>
          <a:xfrm>
            <a:off x="457200" y="6248400"/>
            <a:ext cx="2133600" cy="457200"/>
          </a:xfrm>
        </p:spPr>
        <p:txBody>
          <a:bodyPr/>
          <a:lstStyle>
            <a:lvl1pPr fontAlgn="auto">
              <a:spcBef>
                <a:spcPts val="0"/>
              </a:spcBef>
              <a:spcAft>
                <a:spcPts val="0"/>
              </a:spcAft>
              <a:defRPr/>
            </a:lvl1pPr>
          </a:lstStyle>
          <a:p>
            <a:pPr>
              <a:defRPr/>
            </a:pPr>
            <a:endParaRPr lang="en-US" altLang="zh-CN"/>
          </a:p>
        </p:txBody>
      </p:sp>
      <p:sp>
        <p:nvSpPr>
          <p:cNvPr id="19" name="Rectangle 17"/>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20" name="Rectangle 18"/>
          <p:cNvSpPr>
            <a:spLocks noGrp="1" noChangeArrowheads="1"/>
          </p:cNvSpPr>
          <p:nvPr>
            <p:ph type="sldNum" sz="quarter" idx="12"/>
          </p:nvPr>
        </p:nvSpPr>
        <p:spPr/>
        <p:txBody>
          <a:bodyPr/>
          <a:lstStyle>
            <a:lvl1pPr fontAlgn="auto">
              <a:spcBef>
                <a:spcPts val="0"/>
              </a:spcBef>
              <a:spcAft>
                <a:spcPts val="0"/>
              </a:spcAft>
              <a:defRPr/>
            </a:lvl1pPr>
          </a:lstStyle>
          <a:p>
            <a:pPr>
              <a:defRPr/>
            </a:pPr>
            <a:fld id="{00DB7EF8-BDB0-4D85-9DFA-A16A9B0D3AF2}" type="slidenum">
              <a:rPr lang="en-US" altLang="zh-CN"/>
              <a:t>‹#›</a:t>
            </a:fld>
            <a:endParaRPr lang="en-US" altLang="zh-CN"/>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5" name="灯片编号占位符 4"/>
          <p:cNvSpPr>
            <a:spLocks noGrp="1"/>
          </p:cNvSpPr>
          <p:nvPr>
            <p:ph type="sldNum" sz="quarter" idx="11"/>
          </p:nvPr>
        </p:nvSpPr>
        <p:spPr/>
        <p:txBody>
          <a:bodyPr/>
          <a:lstStyle>
            <a:lvl1pPr fontAlgn="auto">
              <a:spcBef>
                <a:spcPts val="0"/>
              </a:spcBef>
              <a:spcAft>
                <a:spcPts val="0"/>
              </a:spcAft>
              <a:defRPr/>
            </a:lvl1pPr>
          </a:lstStyle>
          <a:p>
            <a:pPr>
              <a:defRPr/>
            </a:pPr>
            <a:fld id="{D2209326-CE4C-4431-A327-5C00FA45D93E}" type="slidenum">
              <a:rPr lang="en-US" altLang="zh-CN"/>
              <a:t>‹#›</a:t>
            </a:fld>
            <a:endParaRPr lang="en-US" altLang="zh-CN"/>
          </a:p>
        </p:txBody>
      </p:sp>
      <p:sp>
        <p:nvSpPr>
          <p:cNvPr id="6" name="日期占位符 5"/>
          <p:cNvSpPr>
            <a:spLocks noGrp="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页脚占位符 3"/>
          <p:cNvSpPr>
            <a:spLocks noGrp="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5" name="灯片编号占位符 4"/>
          <p:cNvSpPr>
            <a:spLocks noGrp="1"/>
          </p:cNvSpPr>
          <p:nvPr>
            <p:ph type="sldNum" sz="quarter" idx="11"/>
          </p:nvPr>
        </p:nvSpPr>
        <p:spPr/>
        <p:txBody>
          <a:bodyPr/>
          <a:lstStyle>
            <a:lvl1pPr fontAlgn="auto">
              <a:spcBef>
                <a:spcPts val="0"/>
              </a:spcBef>
              <a:spcAft>
                <a:spcPts val="0"/>
              </a:spcAft>
              <a:defRPr/>
            </a:lvl1pPr>
          </a:lstStyle>
          <a:p>
            <a:pPr>
              <a:defRPr/>
            </a:pPr>
            <a:fld id="{B5FB14BC-D5D9-444A-87BD-33302F96257C}" type="slidenum">
              <a:rPr lang="en-US" altLang="zh-CN"/>
              <a:t>‹#›</a:t>
            </a:fld>
            <a:endParaRPr lang="en-US" altLang="zh-CN"/>
          </a:p>
        </p:txBody>
      </p:sp>
      <p:sp>
        <p:nvSpPr>
          <p:cNvPr id="6" name="日期占位符 5"/>
          <p:cNvSpPr>
            <a:spLocks noGrp="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6" name="灯片编号占位符 5"/>
          <p:cNvSpPr>
            <a:spLocks noGrp="1"/>
          </p:cNvSpPr>
          <p:nvPr>
            <p:ph type="sldNum" sz="quarter" idx="11"/>
          </p:nvPr>
        </p:nvSpPr>
        <p:spPr/>
        <p:txBody>
          <a:bodyPr/>
          <a:lstStyle>
            <a:lvl1pPr fontAlgn="auto">
              <a:spcBef>
                <a:spcPts val="0"/>
              </a:spcBef>
              <a:spcAft>
                <a:spcPts val="0"/>
              </a:spcAft>
              <a:defRPr/>
            </a:lvl1pPr>
          </a:lstStyle>
          <a:p>
            <a:pPr>
              <a:defRPr/>
            </a:pPr>
            <a:fld id="{34422B46-9192-4510-9DD2-62BB6A418806}" type="slidenum">
              <a:rPr lang="en-US" altLang="zh-CN"/>
              <a:t>‹#›</a:t>
            </a:fld>
            <a:endParaRPr lang="en-US" altLang="zh-CN"/>
          </a:p>
        </p:txBody>
      </p:sp>
      <p:sp>
        <p:nvSpPr>
          <p:cNvPr id="7" name="日期占位符 6"/>
          <p:cNvSpPr>
            <a:spLocks noGrp="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页脚占位符 6"/>
          <p:cNvSpPr>
            <a:spLocks noGrp="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8" name="灯片编号占位符 7"/>
          <p:cNvSpPr>
            <a:spLocks noGrp="1"/>
          </p:cNvSpPr>
          <p:nvPr>
            <p:ph type="sldNum" sz="quarter" idx="11"/>
          </p:nvPr>
        </p:nvSpPr>
        <p:spPr/>
        <p:txBody>
          <a:bodyPr/>
          <a:lstStyle>
            <a:lvl1pPr fontAlgn="auto">
              <a:spcBef>
                <a:spcPts val="0"/>
              </a:spcBef>
              <a:spcAft>
                <a:spcPts val="0"/>
              </a:spcAft>
              <a:defRPr/>
            </a:lvl1pPr>
          </a:lstStyle>
          <a:p>
            <a:pPr>
              <a:defRPr/>
            </a:pPr>
            <a:fld id="{C2E9F541-DA06-4860-827C-10677ED534A2}" type="slidenum">
              <a:rPr lang="en-US" altLang="zh-CN"/>
              <a:t>‹#›</a:t>
            </a:fld>
            <a:endParaRPr lang="en-US" altLang="zh-CN"/>
          </a:p>
        </p:txBody>
      </p:sp>
      <p:sp>
        <p:nvSpPr>
          <p:cNvPr id="9" name="日期占位符 8"/>
          <p:cNvSpPr>
            <a:spLocks noGrp="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页脚占位符 2"/>
          <p:cNvSpPr>
            <a:spLocks noGrp="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4" name="灯片编号占位符 3"/>
          <p:cNvSpPr>
            <a:spLocks noGrp="1"/>
          </p:cNvSpPr>
          <p:nvPr>
            <p:ph type="sldNum" sz="quarter" idx="11"/>
          </p:nvPr>
        </p:nvSpPr>
        <p:spPr/>
        <p:txBody>
          <a:bodyPr/>
          <a:lstStyle>
            <a:lvl1pPr fontAlgn="auto">
              <a:spcBef>
                <a:spcPts val="0"/>
              </a:spcBef>
              <a:spcAft>
                <a:spcPts val="0"/>
              </a:spcAft>
              <a:defRPr/>
            </a:lvl1pPr>
          </a:lstStyle>
          <a:p>
            <a:pPr>
              <a:defRPr/>
            </a:pPr>
            <a:fld id="{EAD650A8-144E-4DBC-9153-949E35E3ABDC}" type="slidenum">
              <a:rPr lang="en-US" altLang="zh-CN"/>
              <a:t>‹#›</a:t>
            </a:fld>
            <a:endParaRPr lang="en-US" altLang="zh-CN"/>
          </a:p>
        </p:txBody>
      </p:sp>
      <p:sp>
        <p:nvSpPr>
          <p:cNvPr id="5" name="日期占位符 4"/>
          <p:cNvSpPr>
            <a:spLocks noGrp="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3" name="灯片编号占位符 2"/>
          <p:cNvSpPr>
            <a:spLocks noGrp="1"/>
          </p:cNvSpPr>
          <p:nvPr>
            <p:ph type="sldNum" sz="quarter" idx="11"/>
          </p:nvPr>
        </p:nvSpPr>
        <p:spPr/>
        <p:txBody>
          <a:bodyPr/>
          <a:lstStyle>
            <a:lvl1pPr fontAlgn="auto">
              <a:spcBef>
                <a:spcPts val="0"/>
              </a:spcBef>
              <a:spcAft>
                <a:spcPts val="0"/>
              </a:spcAft>
              <a:defRPr/>
            </a:lvl1pPr>
          </a:lstStyle>
          <a:p>
            <a:pPr>
              <a:defRPr/>
            </a:pPr>
            <a:fld id="{3757C2C7-B878-4238-A47B-CAEA971524A2}" type="slidenum">
              <a:rPr lang="en-US" altLang="zh-CN"/>
              <a:t>‹#›</a:t>
            </a:fld>
            <a:endParaRPr lang="en-US" altLang="zh-CN"/>
          </a:p>
        </p:txBody>
      </p:sp>
      <p:sp>
        <p:nvSpPr>
          <p:cNvPr id="4" name="日期占位符 3"/>
          <p:cNvSpPr>
            <a:spLocks noGrp="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页脚占位符 4"/>
          <p:cNvSpPr>
            <a:spLocks noGrp="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6" name="灯片编号占位符 5"/>
          <p:cNvSpPr>
            <a:spLocks noGrp="1"/>
          </p:cNvSpPr>
          <p:nvPr>
            <p:ph type="sldNum" sz="quarter" idx="11"/>
          </p:nvPr>
        </p:nvSpPr>
        <p:spPr/>
        <p:txBody>
          <a:bodyPr/>
          <a:lstStyle>
            <a:lvl1pPr fontAlgn="auto">
              <a:spcBef>
                <a:spcPts val="0"/>
              </a:spcBef>
              <a:spcAft>
                <a:spcPts val="0"/>
              </a:spcAft>
              <a:defRPr/>
            </a:lvl1pPr>
          </a:lstStyle>
          <a:p>
            <a:pPr>
              <a:defRPr/>
            </a:pPr>
            <a:fld id="{DB1AE11B-F9C9-4FEB-B7E1-D9503DEB4745}" type="slidenum">
              <a:rPr lang="en-US" altLang="zh-CN"/>
              <a:t>‹#›</a:t>
            </a:fld>
            <a:endParaRPr lang="en-US" altLang="zh-CN"/>
          </a:p>
        </p:txBody>
      </p:sp>
      <p:sp>
        <p:nvSpPr>
          <p:cNvPr id="7" name="日期占位符 6"/>
          <p:cNvSpPr>
            <a:spLocks noGrp="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页脚占位符 4"/>
          <p:cNvSpPr>
            <a:spLocks noGrp="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6" name="灯片编号占位符 5"/>
          <p:cNvSpPr>
            <a:spLocks noGrp="1"/>
          </p:cNvSpPr>
          <p:nvPr>
            <p:ph type="sldNum" sz="quarter" idx="11"/>
          </p:nvPr>
        </p:nvSpPr>
        <p:spPr/>
        <p:txBody>
          <a:bodyPr/>
          <a:lstStyle>
            <a:lvl1pPr fontAlgn="auto">
              <a:spcBef>
                <a:spcPts val="0"/>
              </a:spcBef>
              <a:spcAft>
                <a:spcPts val="0"/>
              </a:spcAft>
              <a:defRPr/>
            </a:lvl1pPr>
          </a:lstStyle>
          <a:p>
            <a:pPr>
              <a:defRPr/>
            </a:pPr>
            <a:fld id="{630C32EB-7300-4980-BA73-8C0FAEC24108}" type="slidenum">
              <a:rPr lang="en-US" altLang="zh-CN"/>
              <a:t>‹#›</a:t>
            </a:fld>
            <a:endParaRPr lang="en-US" altLang="zh-CN"/>
          </a:p>
        </p:txBody>
      </p:sp>
      <p:sp>
        <p:nvSpPr>
          <p:cNvPr id="7" name="日期占位符 6"/>
          <p:cNvSpPr>
            <a:spLocks noGrp="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5" name="灯片编号占位符 4"/>
          <p:cNvSpPr>
            <a:spLocks noGrp="1"/>
          </p:cNvSpPr>
          <p:nvPr>
            <p:ph type="sldNum" sz="quarter" idx="11"/>
          </p:nvPr>
        </p:nvSpPr>
        <p:spPr/>
        <p:txBody>
          <a:bodyPr/>
          <a:lstStyle>
            <a:lvl1pPr fontAlgn="auto">
              <a:spcBef>
                <a:spcPts val="0"/>
              </a:spcBef>
              <a:spcAft>
                <a:spcPts val="0"/>
              </a:spcAft>
              <a:defRPr/>
            </a:lvl1pPr>
          </a:lstStyle>
          <a:p>
            <a:pPr>
              <a:defRPr/>
            </a:pPr>
            <a:fld id="{55C3D0A4-D123-4917-9271-79301602F5B9}" type="slidenum">
              <a:rPr lang="en-US" altLang="zh-CN"/>
              <a:t>‹#›</a:t>
            </a:fld>
            <a:endParaRPr lang="en-US" altLang="zh-CN"/>
          </a:p>
        </p:txBody>
      </p:sp>
      <p:sp>
        <p:nvSpPr>
          <p:cNvPr id="6" name="日期占位符 5"/>
          <p:cNvSpPr>
            <a:spLocks noGrp="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5" name="灯片编号占位符 4"/>
          <p:cNvSpPr>
            <a:spLocks noGrp="1"/>
          </p:cNvSpPr>
          <p:nvPr>
            <p:ph type="sldNum" sz="quarter" idx="11"/>
          </p:nvPr>
        </p:nvSpPr>
        <p:spPr/>
        <p:txBody>
          <a:bodyPr/>
          <a:lstStyle>
            <a:lvl1pPr fontAlgn="auto">
              <a:spcBef>
                <a:spcPts val="0"/>
              </a:spcBef>
              <a:spcAft>
                <a:spcPts val="0"/>
              </a:spcAft>
              <a:defRPr/>
            </a:lvl1pPr>
          </a:lstStyle>
          <a:p>
            <a:pPr>
              <a:defRPr/>
            </a:pPr>
            <a:fld id="{000417A9-3DBB-4A3E-A90F-2CB91FDF6984}" type="slidenum">
              <a:rPr lang="en-US" altLang="zh-CN"/>
              <a:t>‹#›</a:t>
            </a:fld>
            <a:endParaRPr lang="en-US" altLang="zh-CN"/>
          </a:p>
        </p:txBody>
      </p:sp>
      <p:sp>
        <p:nvSpPr>
          <p:cNvPr id="6" name="日期占位符 5"/>
          <p:cNvSpPr>
            <a:spLocks noGrp="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2438400"/>
            <a:ext cx="9009063" cy="1052513"/>
            <a:chOff x="0" y="1536"/>
            <a:chExt cx="5675" cy="663"/>
          </a:xfrm>
        </p:grpSpPr>
        <p:grpSp>
          <p:nvGrpSpPr>
            <p:cNvPr id="5" name="Group 3"/>
            <p:cNvGrpSpPr/>
            <p:nvPr/>
          </p:nvGrpSpPr>
          <p:grpSpPr bwMode="auto">
            <a:xfrm>
              <a:off x="183" y="1604"/>
              <a:ext cx="448"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p>
                <a:pPr>
                  <a:defRPr/>
                </a:pPr>
                <a:endParaRPr lang="zh-CN" altLang="en-US">
                  <a:solidFill>
                    <a:srgbClr val="000000"/>
                  </a:solidFill>
                  <a:ea typeface="+mn-ea"/>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p>
                <a:pPr>
                  <a:defRPr/>
                </a:pPr>
                <a:endParaRPr lang="zh-CN" altLang="en-US">
                  <a:solidFill>
                    <a:srgbClr val="000000"/>
                  </a:solidFill>
                  <a:ea typeface="+mn-ea"/>
                </a:endParaRPr>
              </a:p>
            </p:txBody>
          </p:sp>
        </p:grpSp>
        <p:grpSp>
          <p:nvGrpSpPr>
            <p:cNvPr id="6" name="Group 6"/>
            <p:cNvGrpSpPr/>
            <p:nvPr/>
          </p:nvGrpSpPr>
          <p:grpSpPr bwMode="auto">
            <a:xfrm>
              <a:off x="261" y="1870"/>
              <a:ext cx="465"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p>
                <a:pPr>
                  <a:defRPr/>
                </a:pPr>
                <a:endParaRPr lang="zh-CN" altLang="en-US">
                  <a:solidFill>
                    <a:srgbClr val="000000"/>
                  </a:solidFill>
                  <a:ea typeface="+mn-ea"/>
                </a:endParaRPr>
              </a:p>
            </p:txBody>
          </p:sp>
          <p:sp>
            <p:nvSpPr>
              <p:cNvPr id="11" name="Rectangle 8"/>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p>
                <a:pPr>
                  <a:defRPr/>
                </a:pPr>
                <a:endParaRPr lang="zh-CN" altLang="en-US">
                  <a:solidFill>
                    <a:srgbClr val="000000"/>
                  </a:solidFill>
                  <a:ea typeface="+mn-ea"/>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p>
              <a:pPr>
                <a:defRPr/>
              </a:pPr>
              <a:endParaRPr lang="zh-CN" altLang="en-US">
                <a:solidFill>
                  <a:srgbClr val="000000"/>
                </a:solidFill>
                <a:ea typeface="+mn-ea"/>
              </a:endParaRPr>
            </a:p>
          </p:txBody>
        </p:sp>
        <p:sp>
          <p:nvSpPr>
            <p:cNvPr id="8" name="Rectangle 10"/>
            <p:cNvSpPr>
              <a:spLocks noChangeArrowheads="1"/>
            </p:cNvSpPr>
            <p:nvPr/>
          </p:nvSpPr>
          <p:spPr bwMode="auto">
            <a:xfrm>
              <a:off x="400" y="1536"/>
              <a:ext cx="20" cy="663"/>
            </a:xfrm>
            <a:prstGeom prst="rect">
              <a:avLst/>
            </a:prstGeom>
            <a:solidFill>
              <a:schemeClr val="bg2"/>
            </a:solidFill>
            <a:ln>
              <a:noFill/>
            </a:ln>
            <a:effectLst/>
          </p:spPr>
          <p:txBody>
            <a:bodyPr wrap="none" anchor="ctr"/>
            <a:lstStyle/>
            <a:p>
              <a:pPr>
                <a:defRPr/>
              </a:pPr>
              <a:endParaRPr lang="zh-CN" altLang="en-US">
                <a:solidFill>
                  <a:srgbClr val="000000"/>
                </a:solidFill>
                <a:ea typeface="+mn-ea"/>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p>
              <a:pPr>
                <a:defRPr/>
              </a:pPr>
              <a:endParaRPr lang="zh-CN" altLang="en-US">
                <a:solidFill>
                  <a:srgbClr val="000000"/>
                </a:solidFill>
                <a:ea typeface="+mn-ea"/>
              </a:endParaRPr>
            </a:p>
          </p:txBody>
        </p:sp>
      </p:grpSp>
      <p:sp>
        <p:nvSpPr>
          <p:cNvPr id="30732" name="Rectangle 12"/>
          <p:cNvSpPr>
            <a:spLocks noGrp="1" noChangeArrowheads="1"/>
          </p:cNvSpPr>
          <p:nvPr>
            <p:ph type="ctrTitle"/>
          </p:nvPr>
        </p:nvSpPr>
        <p:spPr>
          <a:xfrm>
            <a:off x="990600" y="1676400"/>
            <a:ext cx="7772400" cy="1462088"/>
          </a:xfrm>
        </p:spPr>
        <p:txBody>
          <a:bodyPr/>
          <a:lstStyle>
            <a:lvl1pPr>
              <a:defRPr/>
            </a:lvl1pPr>
          </a:lstStyle>
          <a:p>
            <a:pPr lvl="0"/>
            <a:r>
              <a:rPr lang="zh-CN" altLang="en-US" noProof="0"/>
              <a:t>单击此处编辑母版标题样式</a:t>
            </a:r>
          </a:p>
        </p:txBody>
      </p:sp>
      <p:sp>
        <p:nvSpPr>
          <p:cNvPr id="30733"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fontAlgn="auto">
              <a:spcBef>
                <a:spcPts val="0"/>
              </a:spcBef>
              <a:spcAft>
                <a:spcPts val="0"/>
              </a:spcAft>
              <a:defRPr>
                <a:solidFill>
                  <a:srgbClr val="1C1C1C"/>
                </a:solidFill>
              </a:defRPr>
            </a:lvl1pPr>
          </a:lstStyle>
          <a:p>
            <a:pPr>
              <a:defRPr/>
            </a:pPr>
            <a:endParaRPr lang="en-US" altLang="zh-CN"/>
          </a:p>
        </p:txBody>
      </p:sp>
      <p:sp>
        <p:nvSpPr>
          <p:cNvPr id="15" name="Rectangle 15"/>
          <p:cNvSpPr>
            <a:spLocks noGrp="1" noChangeArrowheads="1"/>
          </p:cNvSpPr>
          <p:nvPr>
            <p:ph type="ftr" sz="quarter" idx="11"/>
          </p:nvPr>
        </p:nvSpPr>
        <p:spPr>
          <a:xfrm>
            <a:off x="3429000" y="6248400"/>
            <a:ext cx="2895600" cy="457200"/>
          </a:xfrm>
        </p:spPr>
        <p:txBody>
          <a:bodyPr/>
          <a:lstStyle>
            <a:lvl1pPr fontAlgn="auto">
              <a:spcBef>
                <a:spcPts val="0"/>
              </a:spcBef>
              <a:spcAft>
                <a:spcPts val="0"/>
              </a:spcAft>
              <a:defRPr>
                <a:solidFill>
                  <a:srgbClr val="1C1C1C"/>
                </a:solidFill>
              </a:defRPr>
            </a:lvl1pPr>
          </a:lstStyle>
          <a:p>
            <a:pPr>
              <a:defRPr/>
            </a:pPr>
            <a:endParaRPr lang="en-US" altLang="zh-CN"/>
          </a:p>
        </p:txBody>
      </p:sp>
      <p:sp>
        <p:nvSpPr>
          <p:cNvPr id="16" name="Rectangle 16"/>
          <p:cNvSpPr>
            <a:spLocks noGrp="1" noChangeArrowheads="1"/>
          </p:cNvSpPr>
          <p:nvPr>
            <p:ph type="sldNum" sz="quarter" idx="12"/>
          </p:nvPr>
        </p:nvSpPr>
        <p:spPr>
          <a:xfrm>
            <a:off x="6858000" y="6248400"/>
            <a:ext cx="1905000" cy="457200"/>
          </a:xfrm>
        </p:spPr>
        <p:txBody>
          <a:bodyPr/>
          <a:lstStyle>
            <a:lvl1pPr fontAlgn="auto">
              <a:spcBef>
                <a:spcPts val="0"/>
              </a:spcBef>
              <a:spcAft>
                <a:spcPts val="0"/>
              </a:spcAft>
              <a:defRPr>
                <a:solidFill>
                  <a:srgbClr val="1C1C1C"/>
                </a:solidFill>
              </a:defRPr>
            </a:lvl1pPr>
          </a:lstStyle>
          <a:p>
            <a:pPr>
              <a:defRPr/>
            </a:pPr>
            <a:fld id="{EE2AF1D2-C0D5-4542-9958-F4BF7B663E61}" type="slidenum">
              <a:rPr lang="en-US" altLang="zh-CN"/>
              <a:t>‹#›</a:t>
            </a:fld>
            <a:endParaRPr lang="en-US" altLang="zh-CN"/>
          </a:p>
        </p:txBody>
      </p:sp>
    </p:spTree>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fontAlgn="auto">
              <a:spcBef>
                <a:spcPts val="0"/>
              </a:spcBef>
              <a:spcAft>
                <a:spcPts val="0"/>
              </a:spcAft>
              <a:defRPr/>
            </a:lvl1pPr>
          </a:lstStyle>
          <a:p>
            <a:pPr>
              <a:defRPr/>
            </a:pPr>
            <a:endParaRPr lang="en-US" altLang="zh-CN"/>
          </a:p>
        </p:txBody>
      </p:sp>
      <p:sp>
        <p:nvSpPr>
          <p:cNvPr id="5" name="页脚占位符 4"/>
          <p:cNvSpPr>
            <a:spLocks noGrp="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6" name="灯片编号占位符 5"/>
          <p:cNvSpPr>
            <a:spLocks noGrp="1"/>
          </p:cNvSpPr>
          <p:nvPr>
            <p:ph type="sldNum" sz="quarter" idx="12"/>
          </p:nvPr>
        </p:nvSpPr>
        <p:spPr/>
        <p:txBody>
          <a:bodyPr/>
          <a:lstStyle>
            <a:lvl1pPr fontAlgn="auto">
              <a:spcBef>
                <a:spcPts val="0"/>
              </a:spcBef>
              <a:spcAft>
                <a:spcPts val="0"/>
              </a:spcAft>
              <a:defRPr/>
            </a:lvl1pPr>
          </a:lstStyle>
          <a:p>
            <a:pPr>
              <a:defRPr/>
            </a:pPr>
            <a:fld id="{2CA1B5D2-E7D3-43E2-9C0A-1F1BBD26C8C2}" type="slidenum">
              <a:rPr lang="en-US" altLang="zh-CN"/>
              <a:t>‹#›</a:t>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fontAlgn="auto">
              <a:spcBef>
                <a:spcPts val="0"/>
              </a:spcBef>
              <a:spcAft>
                <a:spcPts val="0"/>
              </a:spcAft>
              <a:defRPr/>
            </a:lvl1pPr>
          </a:lstStyle>
          <a:p>
            <a:pPr>
              <a:defRPr/>
            </a:pPr>
            <a:endParaRPr lang="en-US" altLang="zh-CN"/>
          </a:p>
        </p:txBody>
      </p:sp>
      <p:sp>
        <p:nvSpPr>
          <p:cNvPr id="5" name="页脚占位符 4"/>
          <p:cNvSpPr>
            <a:spLocks noGrp="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6" name="灯片编号占位符 5"/>
          <p:cNvSpPr>
            <a:spLocks noGrp="1"/>
          </p:cNvSpPr>
          <p:nvPr>
            <p:ph type="sldNum" sz="quarter" idx="12"/>
          </p:nvPr>
        </p:nvSpPr>
        <p:spPr/>
        <p:txBody>
          <a:bodyPr/>
          <a:lstStyle>
            <a:lvl1pPr fontAlgn="auto">
              <a:spcBef>
                <a:spcPts val="0"/>
              </a:spcBef>
              <a:spcAft>
                <a:spcPts val="0"/>
              </a:spcAft>
              <a:defRPr/>
            </a:lvl1pPr>
          </a:lstStyle>
          <a:p>
            <a:pPr>
              <a:defRPr/>
            </a:pPr>
            <a:fld id="{8B4AC1C8-9383-4F8B-80B4-C88B7AC8CEDE}" type="slidenum">
              <a:rPr lang="en-US" altLang="zh-CN"/>
              <a:t>‹#›</a:t>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fontAlgn="auto">
              <a:spcBef>
                <a:spcPts val="0"/>
              </a:spcBef>
              <a:spcAft>
                <a:spcPts val="0"/>
              </a:spcAft>
              <a:defRPr/>
            </a:lvl1pPr>
          </a:lstStyle>
          <a:p>
            <a:pPr>
              <a:defRPr/>
            </a:pPr>
            <a:endParaRPr lang="en-US" altLang="zh-CN"/>
          </a:p>
        </p:txBody>
      </p:sp>
      <p:sp>
        <p:nvSpPr>
          <p:cNvPr id="6" name="页脚占位符 5"/>
          <p:cNvSpPr>
            <a:spLocks noGrp="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7" name="灯片编号占位符 6"/>
          <p:cNvSpPr>
            <a:spLocks noGrp="1"/>
          </p:cNvSpPr>
          <p:nvPr>
            <p:ph type="sldNum" sz="quarter" idx="12"/>
          </p:nvPr>
        </p:nvSpPr>
        <p:spPr/>
        <p:txBody>
          <a:bodyPr/>
          <a:lstStyle>
            <a:lvl1pPr fontAlgn="auto">
              <a:spcBef>
                <a:spcPts val="0"/>
              </a:spcBef>
              <a:spcAft>
                <a:spcPts val="0"/>
              </a:spcAft>
              <a:defRPr/>
            </a:lvl1pPr>
          </a:lstStyle>
          <a:p>
            <a:pPr>
              <a:defRPr/>
            </a:pPr>
            <a:fld id="{A106B805-E8F5-4429-8474-60E940948531}" type="slidenum">
              <a:rPr lang="en-US" altLang="zh-CN"/>
              <a:t>‹#›</a:t>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fontAlgn="auto">
              <a:spcBef>
                <a:spcPts val="0"/>
              </a:spcBef>
              <a:spcAft>
                <a:spcPts val="0"/>
              </a:spcAft>
              <a:defRPr/>
            </a:lvl1pPr>
          </a:lstStyle>
          <a:p>
            <a:pPr>
              <a:defRPr/>
            </a:pPr>
            <a:endParaRPr lang="en-US" altLang="zh-CN"/>
          </a:p>
        </p:txBody>
      </p:sp>
      <p:sp>
        <p:nvSpPr>
          <p:cNvPr id="8" name="页脚占位符 7"/>
          <p:cNvSpPr>
            <a:spLocks noGrp="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9" name="灯片编号占位符 8"/>
          <p:cNvSpPr>
            <a:spLocks noGrp="1"/>
          </p:cNvSpPr>
          <p:nvPr>
            <p:ph type="sldNum" sz="quarter" idx="12"/>
          </p:nvPr>
        </p:nvSpPr>
        <p:spPr/>
        <p:txBody>
          <a:bodyPr/>
          <a:lstStyle>
            <a:lvl1pPr fontAlgn="auto">
              <a:spcBef>
                <a:spcPts val="0"/>
              </a:spcBef>
              <a:spcAft>
                <a:spcPts val="0"/>
              </a:spcAft>
              <a:defRPr/>
            </a:lvl1pPr>
          </a:lstStyle>
          <a:p>
            <a:pPr>
              <a:defRPr/>
            </a:pPr>
            <a:fld id="{B771A084-A717-4EA5-8B03-7D842F4ED733}" type="slidenum">
              <a:rPr lang="en-US" altLang="zh-CN"/>
              <a:t>‹#›</a:t>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fontAlgn="auto">
              <a:spcBef>
                <a:spcPts val="0"/>
              </a:spcBef>
              <a:spcAft>
                <a:spcPts val="0"/>
              </a:spcAft>
              <a:defRPr/>
            </a:lvl1pPr>
          </a:lstStyle>
          <a:p>
            <a:pPr>
              <a:defRPr/>
            </a:pPr>
            <a:endParaRPr lang="en-US" altLang="zh-CN"/>
          </a:p>
        </p:txBody>
      </p:sp>
      <p:sp>
        <p:nvSpPr>
          <p:cNvPr id="4" name="页脚占位符 3"/>
          <p:cNvSpPr>
            <a:spLocks noGrp="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5" name="灯片编号占位符 4"/>
          <p:cNvSpPr>
            <a:spLocks noGrp="1"/>
          </p:cNvSpPr>
          <p:nvPr>
            <p:ph type="sldNum" sz="quarter" idx="12"/>
          </p:nvPr>
        </p:nvSpPr>
        <p:spPr/>
        <p:txBody>
          <a:bodyPr/>
          <a:lstStyle>
            <a:lvl1pPr fontAlgn="auto">
              <a:spcBef>
                <a:spcPts val="0"/>
              </a:spcBef>
              <a:spcAft>
                <a:spcPts val="0"/>
              </a:spcAft>
              <a:defRPr/>
            </a:lvl1pPr>
          </a:lstStyle>
          <a:p>
            <a:pPr>
              <a:defRPr/>
            </a:pPr>
            <a:fld id="{D9C038E5-7062-486D-AE58-F7C7AB7E4C13}" type="slidenum">
              <a:rPr lang="en-US" altLang="zh-CN"/>
              <a:t>‹#›</a:t>
            </a:fld>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fontAlgn="auto">
              <a:spcBef>
                <a:spcPts val="0"/>
              </a:spcBef>
              <a:spcAft>
                <a:spcPts val="0"/>
              </a:spcAft>
              <a:defRPr/>
            </a:lvl1pPr>
          </a:lstStyle>
          <a:p>
            <a:pPr>
              <a:defRPr/>
            </a:pPr>
            <a:endParaRPr lang="en-US" altLang="zh-CN"/>
          </a:p>
        </p:txBody>
      </p:sp>
      <p:sp>
        <p:nvSpPr>
          <p:cNvPr id="3" name="页脚占位符 2"/>
          <p:cNvSpPr>
            <a:spLocks noGrp="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4" name="灯片编号占位符 3"/>
          <p:cNvSpPr>
            <a:spLocks noGrp="1"/>
          </p:cNvSpPr>
          <p:nvPr>
            <p:ph type="sldNum" sz="quarter" idx="12"/>
          </p:nvPr>
        </p:nvSpPr>
        <p:spPr/>
        <p:txBody>
          <a:bodyPr/>
          <a:lstStyle>
            <a:lvl1pPr fontAlgn="auto">
              <a:spcBef>
                <a:spcPts val="0"/>
              </a:spcBef>
              <a:spcAft>
                <a:spcPts val="0"/>
              </a:spcAft>
              <a:defRPr/>
            </a:lvl1pPr>
          </a:lstStyle>
          <a:p>
            <a:pPr>
              <a:defRPr/>
            </a:pPr>
            <a:fld id="{A9753716-8059-4952-821F-180AD9F6E7E9}" type="slidenum">
              <a:rPr lang="en-US" altLang="zh-CN"/>
              <a:t>‹#›</a:t>
            </a:fld>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fontAlgn="auto">
              <a:spcBef>
                <a:spcPts val="0"/>
              </a:spcBef>
              <a:spcAft>
                <a:spcPts val="0"/>
              </a:spcAft>
              <a:defRPr/>
            </a:lvl1pPr>
          </a:lstStyle>
          <a:p>
            <a:pPr>
              <a:defRPr/>
            </a:pPr>
            <a:endParaRPr lang="en-US" altLang="zh-CN"/>
          </a:p>
        </p:txBody>
      </p:sp>
      <p:sp>
        <p:nvSpPr>
          <p:cNvPr id="6" name="页脚占位符 5"/>
          <p:cNvSpPr>
            <a:spLocks noGrp="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7" name="灯片编号占位符 6"/>
          <p:cNvSpPr>
            <a:spLocks noGrp="1"/>
          </p:cNvSpPr>
          <p:nvPr>
            <p:ph type="sldNum" sz="quarter" idx="12"/>
          </p:nvPr>
        </p:nvSpPr>
        <p:spPr/>
        <p:txBody>
          <a:bodyPr/>
          <a:lstStyle>
            <a:lvl1pPr fontAlgn="auto">
              <a:spcBef>
                <a:spcPts val="0"/>
              </a:spcBef>
              <a:spcAft>
                <a:spcPts val="0"/>
              </a:spcAft>
              <a:defRPr/>
            </a:lvl1pPr>
          </a:lstStyle>
          <a:p>
            <a:pPr>
              <a:defRPr/>
            </a:pPr>
            <a:fld id="{799B007E-A7FE-4DBA-925C-65C7793C5813}" type="slidenum">
              <a:rPr lang="en-US" altLang="zh-CN"/>
              <a:t>‹#›</a:t>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fontAlgn="auto">
              <a:spcBef>
                <a:spcPts val="0"/>
              </a:spcBef>
              <a:spcAft>
                <a:spcPts val="0"/>
              </a:spcAft>
              <a:defRPr/>
            </a:lvl1pPr>
          </a:lstStyle>
          <a:p>
            <a:pPr>
              <a:defRPr/>
            </a:pPr>
            <a:endParaRPr lang="en-US" altLang="zh-CN"/>
          </a:p>
        </p:txBody>
      </p:sp>
      <p:sp>
        <p:nvSpPr>
          <p:cNvPr id="6" name="页脚占位符 5"/>
          <p:cNvSpPr>
            <a:spLocks noGrp="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7" name="灯片编号占位符 6"/>
          <p:cNvSpPr>
            <a:spLocks noGrp="1"/>
          </p:cNvSpPr>
          <p:nvPr>
            <p:ph type="sldNum" sz="quarter" idx="12"/>
          </p:nvPr>
        </p:nvSpPr>
        <p:spPr/>
        <p:txBody>
          <a:bodyPr/>
          <a:lstStyle>
            <a:lvl1pPr fontAlgn="auto">
              <a:spcBef>
                <a:spcPts val="0"/>
              </a:spcBef>
              <a:spcAft>
                <a:spcPts val="0"/>
              </a:spcAft>
              <a:defRPr/>
            </a:lvl1pPr>
          </a:lstStyle>
          <a:p>
            <a:pPr>
              <a:defRPr/>
            </a:pPr>
            <a:fld id="{30624D8A-33CC-4AFD-850B-66F488C098C6}" type="slidenum">
              <a:rPr lang="en-US" altLang="zh-CN"/>
              <a:t>‹#›</a:t>
            </a:fld>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fontAlgn="auto">
              <a:spcBef>
                <a:spcPts val="0"/>
              </a:spcBef>
              <a:spcAft>
                <a:spcPts val="0"/>
              </a:spcAft>
              <a:defRPr/>
            </a:lvl1pPr>
          </a:lstStyle>
          <a:p>
            <a:pPr>
              <a:defRPr/>
            </a:pPr>
            <a:endParaRPr lang="en-US" altLang="zh-CN"/>
          </a:p>
        </p:txBody>
      </p:sp>
      <p:sp>
        <p:nvSpPr>
          <p:cNvPr id="5" name="页脚占位符 4"/>
          <p:cNvSpPr>
            <a:spLocks noGrp="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6" name="灯片编号占位符 5"/>
          <p:cNvSpPr>
            <a:spLocks noGrp="1"/>
          </p:cNvSpPr>
          <p:nvPr>
            <p:ph type="sldNum" sz="quarter" idx="12"/>
          </p:nvPr>
        </p:nvSpPr>
        <p:spPr/>
        <p:txBody>
          <a:bodyPr/>
          <a:lstStyle>
            <a:lvl1pPr fontAlgn="auto">
              <a:spcBef>
                <a:spcPts val="0"/>
              </a:spcBef>
              <a:spcAft>
                <a:spcPts val="0"/>
              </a:spcAft>
              <a:defRPr/>
            </a:lvl1pPr>
          </a:lstStyle>
          <a:p>
            <a:pPr>
              <a:defRPr/>
            </a:pPr>
            <a:fld id="{FA1C607C-57FF-4AAD-9F41-DE31099DEF7D}" type="slidenum">
              <a:rPr lang="en-US" altLang="zh-CN"/>
              <a:t>‹#›</a:t>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214313"/>
            <a:ext cx="1951038" cy="5918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50938" y="214313"/>
            <a:ext cx="5700712" cy="5918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fontAlgn="auto">
              <a:spcBef>
                <a:spcPts val="0"/>
              </a:spcBef>
              <a:spcAft>
                <a:spcPts val="0"/>
              </a:spcAft>
              <a:defRPr/>
            </a:lvl1pPr>
          </a:lstStyle>
          <a:p>
            <a:pPr>
              <a:defRPr/>
            </a:pPr>
            <a:endParaRPr lang="en-US" altLang="zh-CN"/>
          </a:p>
        </p:txBody>
      </p:sp>
      <p:sp>
        <p:nvSpPr>
          <p:cNvPr id="5" name="页脚占位符 4"/>
          <p:cNvSpPr>
            <a:spLocks noGrp="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6" name="灯片编号占位符 5"/>
          <p:cNvSpPr>
            <a:spLocks noGrp="1"/>
          </p:cNvSpPr>
          <p:nvPr>
            <p:ph type="sldNum" sz="quarter" idx="12"/>
          </p:nvPr>
        </p:nvSpPr>
        <p:spPr/>
        <p:txBody>
          <a:bodyPr/>
          <a:lstStyle>
            <a:lvl1pPr fontAlgn="auto">
              <a:spcBef>
                <a:spcPts val="0"/>
              </a:spcBef>
              <a:spcAft>
                <a:spcPts val="0"/>
              </a:spcAft>
              <a:defRPr/>
            </a:lvl1pPr>
          </a:lstStyle>
          <a:p>
            <a:pPr>
              <a:defRPr/>
            </a:pPr>
            <a:fld id="{27282B96-5A01-4D9F-82C9-A5C2C1C0CC03}" type="slidenum">
              <a:rPr lang="en-US" altLang="zh-CN"/>
              <a:t>‹#›</a:t>
            </a:fld>
            <a:endParaRPr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algn="ctr">
                <a:defRPr/>
              </a:pPr>
              <a:endParaRPr lang="zh-CN" altLang="zh-CN" sz="2400">
                <a:solidFill>
                  <a:srgbClr val="000000"/>
                </a:solidFill>
                <a:latin typeface="+mn-lt"/>
                <a:ea typeface="+mn-ea"/>
              </a:endParaRPr>
            </a:p>
          </p:txBody>
        </p:sp>
        <p:sp>
          <p:nvSpPr>
            <p:cNvPr id="6" name="Rectangle 4"/>
            <p:cNvSpPr>
              <a:spLocks noChangeArrowheads="1"/>
            </p:cNvSpPr>
            <p:nvPr/>
          </p:nvSpPr>
          <p:spPr bwMode="hidden">
            <a:xfrm>
              <a:off x="1081" y="1065"/>
              <a:ext cx="4679" cy="1596"/>
            </a:xfrm>
            <a:prstGeom prst="rect">
              <a:avLst/>
            </a:prstGeom>
            <a:solidFill>
              <a:schemeClr val="bg2"/>
            </a:solidFill>
            <a:ln w="9525">
              <a:noFill/>
              <a:miter lim="800000"/>
            </a:ln>
          </p:spPr>
          <p:txBody>
            <a:bodyPr/>
            <a:lstStyle/>
            <a:p>
              <a:pPr>
                <a:defRPr/>
              </a:pPr>
              <a:endParaRPr lang="zh-CN" altLang="zh-CN" sz="2400">
                <a:solidFill>
                  <a:srgbClr val="000000"/>
                </a:solidFill>
                <a:latin typeface="+mn-lt"/>
                <a:ea typeface="+mn-ea"/>
              </a:endParaRPr>
            </a:p>
          </p:txBody>
        </p:sp>
        <p:grpSp>
          <p:nvGrpSpPr>
            <p:cNvPr id="7" name="Group 5"/>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w="9525">
                <a:noFill/>
                <a:miter lim="800000"/>
              </a:ln>
            </p:spPr>
            <p:txBody>
              <a:bodyPr/>
              <a:lstStyle/>
              <a:p>
                <a:pPr>
                  <a:defRPr/>
                </a:pPr>
                <a:endParaRPr lang="zh-CN" altLang="zh-CN" sz="2400">
                  <a:solidFill>
                    <a:srgbClr val="000000"/>
                  </a:solidFill>
                  <a:latin typeface="+mn-lt"/>
                  <a:ea typeface="+mn-ea"/>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w="9525">
                <a:noFill/>
                <a:miter lim="800000"/>
              </a:ln>
            </p:spPr>
            <p:txBody>
              <a:bodyPr/>
              <a:lstStyle/>
              <a:p>
                <a:pPr>
                  <a:defRPr/>
                </a:pPr>
                <a:endParaRPr lang="zh-CN" altLang="zh-CN" sz="2400">
                  <a:solidFill>
                    <a:srgbClr val="000000"/>
                  </a:solidFill>
                  <a:latin typeface="+mn-lt"/>
                  <a:ea typeface="+mn-ea"/>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w="9525">
                <a:noFill/>
                <a:miter lim="800000"/>
              </a:ln>
            </p:spPr>
            <p:txBody>
              <a:bodyPr/>
              <a:lstStyle/>
              <a:p>
                <a:pPr>
                  <a:defRPr/>
                </a:pPr>
                <a:endParaRPr lang="zh-CN" altLang="zh-CN" sz="2400">
                  <a:solidFill>
                    <a:srgbClr val="000000"/>
                  </a:solidFill>
                  <a:latin typeface="+mn-lt"/>
                  <a:ea typeface="+mn-ea"/>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w="9525">
                <a:noFill/>
                <a:miter lim="800000"/>
              </a:ln>
            </p:spPr>
            <p:txBody>
              <a:bodyPr/>
              <a:lstStyle/>
              <a:p>
                <a:pPr>
                  <a:defRPr/>
                </a:pPr>
                <a:endParaRPr lang="zh-CN" altLang="zh-CN" sz="2400">
                  <a:solidFill>
                    <a:srgbClr val="000000"/>
                  </a:solidFill>
                  <a:latin typeface="+mn-lt"/>
                  <a:ea typeface="+mn-ea"/>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w="9525">
                <a:noFill/>
                <a:miter lim="800000"/>
              </a:ln>
            </p:spPr>
            <p:txBody>
              <a:bodyPr/>
              <a:lstStyle/>
              <a:p>
                <a:pPr>
                  <a:defRPr/>
                </a:pPr>
                <a:endParaRPr lang="zh-CN" altLang="zh-CN" sz="2400">
                  <a:solidFill>
                    <a:srgbClr val="000000"/>
                  </a:solidFill>
                  <a:latin typeface="+mn-lt"/>
                  <a:ea typeface="+mn-ea"/>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w="9525">
                <a:noFill/>
                <a:miter lim="800000"/>
              </a:ln>
            </p:spPr>
            <p:txBody>
              <a:bodyPr/>
              <a:lstStyle/>
              <a:p>
                <a:pPr>
                  <a:defRPr/>
                </a:pPr>
                <a:endParaRPr lang="zh-CN" altLang="zh-CN" sz="2400">
                  <a:solidFill>
                    <a:srgbClr val="000000"/>
                  </a:solidFill>
                  <a:latin typeface="+mn-lt"/>
                  <a:ea typeface="+mn-ea"/>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w="9525">
                <a:noFill/>
                <a:miter lim="800000"/>
              </a:ln>
            </p:spPr>
            <p:txBody>
              <a:bodyPr/>
              <a:lstStyle/>
              <a:p>
                <a:pPr>
                  <a:defRPr/>
                </a:pPr>
                <a:endParaRPr lang="zh-CN" altLang="zh-CN" sz="2400">
                  <a:solidFill>
                    <a:srgbClr val="000000"/>
                  </a:solidFill>
                  <a:latin typeface="+mn-lt"/>
                  <a:ea typeface="+mn-ea"/>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w="9525">
                <a:noFill/>
                <a:miter lim="800000"/>
              </a:ln>
            </p:spPr>
            <p:txBody>
              <a:bodyPr/>
              <a:lstStyle/>
              <a:p>
                <a:pPr>
                  <a:defRPr/>
                </a:pPr>
                <a:endParaRPr lang="zh-CN" altLang="zh-CN" sz="2400">
                  <a:solidFill>
                    <a:srgbClr val="000000"/>
                  </a:solidFill>
                  <a:latin typeface="+mn-lt"/>
                  <a:ea typeface="+mn-ea"/>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w="9525">
                <a:noFill/>
                <a:miter lim="800000"/>
              </a:ln>
            </p:spPr>
            <p:txBody>
              <a:bodyPr/>
              <a:lstStyle/>
              <a:p>
                <a:pPr>
                  <a:defRPr/>
                </a:pPr>
                <a:endParaRPr lang="zh-CN" altLang="zh-CN" sz="2400">
                  <a:solidFill>
                    <a:srgbClr val="000000"/>
                  </a:solidFill>
                  <a:latin typeface="+mn-lt"/>
                  <a:ea typeface="+mn-ea"/>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w="9525">
                <a:noFill/>
                <a:miter lim="800000"/>
              </a:ln>
            </p:spPr>
            <p:txBody>
              <a:bodyPr/>
              <a:lstStyle/>
              <a:p>
                <a:pPr>
                  <a:defRPr/>
                </a:pPr>
                <a:endParaRPr lang="zh-CN" altLang="zh-CN" sz="2400">
                  <a:solidFill>
                    <a:srgbClr val="000000"/>
                  </a:solidFill>
                  <a:latin typeface="+mn-lt"/>
                  <a:ea typeface="+mn-ea"/>
                </a:endParaRPr>
              </a:p>
            </p:txBody>
          </p:sp>
        </p:grpSp>
      </p:grpSp>
      <p:sp>
        <p:nvSpPr>
          <p:cNvPr id="18" name="Rectangle 21">
            <a:hlinkClick r:id="" action="ppaction://hlinkshowjump?jump=previousslide"/>
          </p:cNvPr>
          <p:cNvSpPr>
            <a:spLocks noChangeArrowheads="1"/>
          </p:cNvSpPr>
          <p:nvPr/>
        </p:nvSpPr>
        <p:spPr bwMode="auto">
          <a:xfrm>
            <a:off x="6388100" y="6286500"/>
            <a:ext cx="673100" cy="381000"/>
          </a:xfrm>
          <a:prstGeom prst="rect">
            <a:avLst/>
          </a:prstGeom>
          <a:noFill/>
          <a:ln w="9525">
            <a:noFill/>
            <a:miter lim="800000"/>
          </a:ln>
          <a:effectLst/>
        </p:spPr>
        <p:txBody>
          <a:bodyPr wrap="none" anchor="ctr"/>
          <a:lstStyle/>
          <a:p>
            <a:pPr>
              <a:defRPr/>
            </a:pPr>
            <a:endParaRPr lang="zh-CN" altLang="en-US">
              <a:solidFill>
                <a:srgbClr val="000000"/>
              </a:solidFill>
            </a:endParaRPr>
          </a:p>
        </p:txBody>
      </p:sp>
      <p:sp>
        <p:nvSpPr>
          <p:cNvPr id="19" name="Rectangle 22">
            <a:hlinkClick r:id="" action="ppaction://hlinkshowjump?jump=nextslide"/>
          </p:cNvPr>
          <p:cNvSpPr>
            <a:spLocks noChangeArrowheads="1"/>
          </p:cNvSpPr>
          <p:nvPr/>
        </p:nvSpPr>
        <p:spPr bwMode="auto">
          <a:xfrm>
            <a:off x="7289800" y="6299200"/>
            <a:ext cx="673100" cy="381000"/>
          </a:xfrm>
          <a:prstGeom prst="rect">
            <a:avLst/>
          </a:prstGeom>
          <a:noFill/>
          <a:ln w="9525">
            <a:noFill/>
            <a:miter lim="800000"/>
          </a:ln>
          <a:effectLst/>
        </p:spPr>
        <p:txBody>
          <a:bodyPr wrap="none" anchor="ctr"/>
          <a:lstStyle/>
          <a:p>
            <a:pPr>
              <a:defRPr/>
            </a:pPr>
            <a:endParaRPr lang="zh-CN" altLang="en-US">
              <a:solidFill>
                <a:srgbClr val="000000"/>
              </a:solidFill>
            </a:endParaRPr>
          </a:p>
        </p:txBody>
      </p:sp>
      <p:sp>
        <p:nvSpPr>
          <p:cNvPr id="20" name="Rectangle 23">
            <a:hlinkClick r:id="" action="ppaction://hlinkshowjump?jump=firstslide"/>
          </p:cNvPr>
          <p:cNvSpPr>
            <a:spLocks noChangeArrowheads="1"/>
          </p:cNvSpPr>
          <p:nvPr/>
        </p:nvSpPr>
        <p:spPr bwMode="auto">
          <a:xfrm>
            <a:off x="8204200" y="6299200"/>
            <a:ext cx="673100" cy="381000"/>
          </a:xfrm>
          <a:prstGeom prst="rect">
            <a:avLst/>
          </a:prstGeom>
          <a:noFill/>
          <a:ln w="9525">
            <a:noFill/>
            <a:miter lim="800000"/>
          </a:ln>
          <a:effectLst/>
        </p:spPr>
        <p:txBody>
          <a:bodyPr wrap="none" anchor="ctr"/>
          <a:lstStyle/>
          <a:p>
            <a:pPr>
              <a:defRPr/>
            </a:pPr>
            <a:endParaRPr lang="zh-CN" altLang="en-US">
              <a:solidFill>
                <a:srgbClr val="000000"/>
              </a:solidFill>
            </a:endParaRPr>
          </a:p>
        </p:txBody>
      </p:sp>
      <p:sp>
        <p:nvSpPr>
          <p:cNvPr id="6163" name="Rectangle 19"/>
          <p:cNvSpPr>
            <a:spLocks noGrp="1" noChangeArrowheads="1"/>
          </p:cNvSpPr>
          <p:nvPr>
            <p:ph type="ctrTitle"/>
          </p:nvPr>
        </p:nvSpPr>
        <p:spPr>
          <a:xfrm>
            <a:off x="2971800" y="1828800"/>
            <a:ext cx="6019800" cy="2209800"/>
          </a:xfrm>
        </p:spPr>
        <p:txBody>
          <a:bodyPr/>
          <a:lstStyle>
            <a:lvl1pPr>
              <a:defRPr sz="3800">
                <a:solidFill>
                  <a:srgbClr val="FFFFFF"/>
                </a:solidFill>
              </a:defRPr>
            </a:lvl1pPr>
          </a:lstStyle>
          <a:p>
            <a:r>
              <a:rPr lang="zh-CN" altLang="en-US"/>
              <a:t>单击此处编辑母版标题样式</a:t>
            </a:r>
          </a:p>
        </p:txBody>
      </p:sp>
      <p:sp>
        <p:nvSpPr>
          <p:cNvPr id="6164"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2600"/>
            </a:lvl1pPr>
          </a:lstStyle>
          <a:p>
            <a:r>
              <a:rPr lang="zh-CN" altLang="en-US"/>
              <a:t>单击此处编辑母版副标题样式</a:t>
            </a:r>
          </a:p>
        </p:txBody>
      </p:sp>
      <p:sp>
        <p:nvSpPr>
          <p:cNvPr id="21" name="Rectangle 16"/>
          <p:cNvSpPr>
            <a:spLocks noGrp="1" noChangeArrowheads="1"/>
          </p:cNvSpPr>
          <p:nvPr>
            <p:ph type="dt" sz="half" idx="10"/>
          </p:nvPr>
        </p:nvSpPr>
        <p:spPr>
          <a:xfrm>
            <a:off x="457200" y="6248400"/>
            <a:ext cx="2133600" cy="457200"/>
          </a:xfrm>
        </p:spPr>
        <p:txBody>
          <a:bodyPr/>
          <a:lstStyle>
            <a:lvl1pPr fontAlgn="auto">
              <a:spcBef>
                <a:spcPts val="0"/>
              </a:spcBef>
              <a:spcAft>
                <a:spcPts val="0"/>
              </a:spcAft>
              <a:defRPr/>
            </a:lvl1pPr>
          </a:lstStyle>
          <a:p>
            <a:pPr>
              <a:defRPr/>
            </a:pPr>
            <a:endParaRPr lang="en-US" altLang="zh-CN"/>
          </a:p>
        </p:txBody>
      </p:sp>
      <p:sp>
        <p:nvSpPr>
          <p:cNvPr id="22" name="Rectangle 17"/>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23" name="Rectangle 18"/>
          <p:cNvSpPr>
            <a:spLocks noGrp="1" noChangeArrowheads="1"/>
          </p:cNvSpPr>
          <p:nvPr>
            <p:ph type="sldNum" sz="quarter" idx="12"/>
          </p:nvPr>
        </p:nvSpPr>
        <p:spPr/>
        <p:txBody>
          <a:bodyPr/>
          <a:lstStyle>
            <a:lvl1pPr fontAlgn="auto">
              <a:spcBef>
                <a:spcPts val="0"/>
              </a:spcBef>
              <a:spcAft>
                <a:spcPts val="0"/>
              </a:spcAft>
              <a:defRPr/>
            </a:lvl1pPr>
          </a:lstStyle>
          <a:p>
            <a:pPr>
              <a:defRPr/>
            </a:pPr>
            <a:fld id="{F4BDA23C-10CC-4BEB-9215-6F3A5BE46F02}" type="slidenum">
              <a:rPr lang="en-US" altLang="zh-CN"/>
              <a:t>‹#›</a:t>
            </a:fld>
            <a:endParaRPr lang="en-US" alt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49836DBF-CBA6-4325-92A7-B43F665E96EA}" type="slidenum">
              <a:rPr lang="en-US" altLang="zh-CN"/>
              <a:t>‹#›</a:t>
            </a:fld>
            <a:endParaRPr lang="en-US" altLang="zh-CN"/>
          </a:p>
        </p:txBody>
      </p:sp>
      <p:sp>
        <p:nvSpPr>
          <p:cNvPr id="6"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CADED120-F4C4-42A1-83F0-A88EB50FE25A}" type="slidenum">
              <a:rPr lang="en-US" altLang="zh-CN"/>
              <a:t>‹#›</a:t>
            </a:fld>
            <a:endParaRPr lang="en-US" altLang="zh-CN"/>
          </a:p>
        </p:txBody>
      </p:sp>
      <p:sp>
        <p:nvSpPr>
          <p:cNvPr id="6"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28775"/>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28775"/>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760BBDC9-EA98-4633-A9E0-69A1C94D05DE}" type="slidenum">
              <a:rPr lang="en-US" altLang="zh-CN"/>
              <a:t>‹#›</a:t>
            </a:fld>
            <a:endParaRPr lang="en-US" altLang="zh-CN"/>
          </a:p>
        </p:txBody>
      </p:sp>
      <p:sp>
        <p:nvSpPr>
          <p:cNvPr id="7"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8"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EE78C8C0-DD52-4BD7-956D-46FF7301545A}" type="slidenum">
              <a:rPr lang="en-US" altLang="zh-CN"/>
              <a:t>‹#›</a:t>
            </a:fld>
            <a:endParaRPr lang="en-US" altLang="zh-CN"/>
          </a:p>
        </p:txBody>
      </p:sp>
      <p:sp>
        <p:nvSpPr>
          <p:cNvPr id="9"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4"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C2BB852B-B1AF-4956-ACA2-1914F98CB3DF}" type="slidenum">
              <a:rPr lang="en-US" altLang="zh-CN"/>
              <a:t>‹#›</a:t>
            </a:fld>
            <a:endParaRPr lang="en-US" altLang="zh-CN"/>
          </a:p>
        </p:txBody>
      </p:sp>
      <p:sp>
        <p:nvSpPr>
          <p:cNvPr id="5"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3"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D1945D34-FA75-4A22-A118-011EF2EF56DB}" type="slidenum">
              <a:rPr lang="en-US" altLang="zh-CN"/>
              <a:t>‹#›</a:t>
            </a:fld>
            <a:endParaRPr lang="en-US" altLang="zh-CN"/>
          </a:p>
        </p:txBody>
      </p:sp>
      <p:sp>
        <p:nvSpPr>
          <p:cNvPr id="4"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5A2CC82C-4C0F-47C9-8BB0-5897BB0AFD04}" type="slidenum">
              <a:rPr lang="en-US" altLang="zh-CN"/>
              <a:t>‹#›</a:t>
            </a:fld>
            <a:endParaRPr lang="en-US" altLang="zh-CN"/>
          </a:p>
        </p:txBody>
      </p:sp>
      <p:sp>
        <p:nvSpPr>
          <p:cNvPr id="7"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0DCAB2EB-6565-4823-97AC-5E8712BCB65B}" type="slidenum">
              <a:rPr lang="en-US" altLang="zh-CN"/>
              <a:t>‹#›</a:t>
            </a:fld>
            <a:endParaRPr lang="en-US" altLang="zh-CN"/>
          </a:p>
        </p:txBody>
      </p:sp>
      <p:sp>
        <p:nvSpPr>
          <p:cNvPr id="7"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2428A188-899E-4E63-B2A0-62804DC6CF92}" type="slidenum">
              <a:rPr lang="en-US" altLang="zh-CN"/>
              <a:t>‹#›</a:t>
            </a:fld>
            <a:endParaRPr lang="en-US" altLang="zh-CN"/>
          </a:p>
        </p:txBody>
      </p:sp>
      <p:sp>
        <p:nvSpPr>
          <p:cNvPr id="6"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12713"/>
            <a:ext cx="2057400" cy="540226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12713"/>
            <a:ext cx="6019800" cy="540226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2D8DA032-A08C-48F4-B0CB-CC4FCDF40CD7}" type="slidenum">
              <a:rPr lang="en-US" altLang="zh-CN"/>
              <a:t>‹#›</a:t>
            </a:fld>
            <a:endParaRPr lang="en-US" altLang="zh-CN"/>
          </a:p>
        </p:txBody>
      </p:sp>
      <p:sp>
        <p:nvSpPr>
          <p:cNvPr id="6"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algn="ctr">
                <a:defRPr/>
              </a:pPr>
              <a:endParaRPr lang="zh-CN" altLang="zh-CN" sz="2400">
                <a:solidFill>
                  <a:srgbClr val="000000"/>
                </a:solidFill>
                <a:latin typeface="+mn-lt"/>
                <a:ea typeface="+mn-ea"/>
              </a:endParaRPr>
            </a:p>
          </p:txBody>
        </p:sp>
        <p:sp>
          <p:nvSpPr>
            <p:cNvPr id="6" name="Rectangle 4"/>
            <p:cNvSpPr>
              <a:spLocks noChangeArrowheads="1"/>
            </p:cNvSpPr>
            <p:nvPr/>
          </p:nvSpPr>
          <p:spPr bwMode="hidden">
            <a:xfrm>
              <a:off x="1081" y="1065"/>
              <a:ext cx="4679" cy="1596"/>
            </a:xfrm>
            <a:prstGeom prst="rect">
              <a:avLst/>
            </a:prstGeom>
            <a:solidFill>
              <a:schemeClr val="bg2"/>
            </a:solidFill>
            <a:ln w="9525">
              <a:noFill/>
              <a:miter lim="800000"/>
            </a:ln>
          </p:spPr>
          <p:txBody>
            <a:bodyPr/>
            <a:lstStyle/>
            <a:p>
              <a:pPr>
                <a:defRPr/>
              </a:pPr>
              <a:endParaRPr lang="zh-CN" altLang="zh-CN" sz="2400">
                <a:solidFill>
                  <a:srgbClr val="000000"/>
                </a:solidFill>
                <a:latin typeface="+mn-lt"/>
                <a:ea typeface="+mn-ea"/>
              </a:endParaRPr>
            </a:p>
          </p:txBody>
        </p:sp>
        <p:grpSp>
          <p:nvGrpSpPr>
            <p:cNvPr id="7" name="Group 5"/>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w="9525">
                <a:noFill/>
                <a:miter lim="800000"/>
              </a:ln>
            </p:spPr>
            <p:txBody>
              <a:bodyPr/>
              <a:lstStyle/>
              <a:p>
                <a:pPr>
                  <a:defRPr/>
                </a:pPr>
                <a:endParaRPr lang="zh-CN" altLang="zh-CN" sz="2400">
                  <a:solidFill>
                    <a:srgbClr val="000000"/>
                  </a:solidFill>
                  <a:latin typeface="+mn-lt"/>
                  <a:ea typeface="+mn-ea"/>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w="9525">
                <a:noFill/>
                <a:miter lim="800000"/>
              </a:ln>
            </p:spPr>
            <p:txBody>
              <a:bodyPr/>
              <a:lstStyle/>
              <a:p>
                <a:pPr>
                  <a:defRPr/>
                </a:pPr>
                <a:endParaRPr lang="zh-CN" altLang="zh-CN" sz="2400">
                  <a:solidFill>
                    <a:srgbClr val="000000"/>
                  </a:solidFill>
                  <a:latin typeface="+mn-lt"/>
                  <a:ea typeface="+mn-ea"/>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w="9525">
                <a:noFill/>
                <a:miter lim="800000"/>
              </a:ln>
            </p:spPr>
            <p:txBody>
              <a:bodyPr/>
              <a:lstStyle/>
              <a:p>
                <a:pPr>
                  <a:defRPr/>
                </a:pPr>
                <a:endParaRPr lang="zh-CN" altLang="zh-CN" sz="2400">
                  <a:solidFill>
                    <a:srgbClr val="000000"/>
                  </a:solidFill>
                  <a:latin typeface="+mn-lt"/>
                  <a:ea typeface="+mn-ea"/>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w="9525">
                <a:noFill/>
                <a:miter lim="800000"/>
              </a:ln>
            </p:spPr>
            <p:txBody>
              <a:bodyPr/>
              <a:lstStyle/>
              <a:p>
                <a:pPr>
                  <a:defRPr/>
                </a:pPr>
                <a:endParaRPr lang="zh-CN" altLang="zh-CN" sz="2400">
                  <a:solidFill>
                    <a:srgbClr val="000000"/>
                  </a:solidFill>
                  <a:latin typeface="+mn-lt"/>
                  <a:ea typeface="+mn-ea"/>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w="9525">
                <a:noFill/>
                <a:miter lim="800000"/>
              </a:ln>
            </p:spPr>
            <p:txBody>
              <a:bodyPr/>
              <a:lstStyle/>
              <a:p>
                <a:pPr>
                  <a:defRPr/>
                </a:pPr>
                <a:endParaRPr lang="zh-CN" altLang="zh-CN" sz="2400">
                  <a:solidFill>
                    <a:srgbClr val="000000"/>
                  </a:solidFill>
                  <a:latin typeface="+mn-lt"/>
                  <a:ea typeface="+mn-ea"/>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w="9525">
                <a:noFill/>
                <a:miter lim="800000"/>
              </a:ln>
            </p:spPr>
            <p:txBody>
              <a:bodyPr/>
              <a:lstStyle/>
              <a:p>
                <a:pPr>
                  <a:defRPr/>
                </a:pPr>
                <a:endParaRPr lang="zh-CN" altLang="zh-CN" sz="2400">
                  <a:solidFill>
                    <a:srgbClr val="000000"/>
                  </a:solidFill>
                  <a:latin typeface="+mn-lt"/>
                  <a:ea typeface="+mn-ea"/>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w="9525">
                <a:noFill/>
                <a:miter lim="800000"/>
              </a:ln>
            </p:spPr>
            <p:txBody>
              <a:bodyPr/>
              <a:lstStyle/>
              <a:p>
                <a:pPr>
                  <a:defRPr/>
                </a:pPr>
                <a:endParaRPr lang="zh-CN" altLang="zh-CN" sz="2400">
                  <a:solidFill>
                    <a:srgbClr val="000000"/>
                  </a:solidFill>
                  <a:latin typeface="+mn-lt"/>
                  <a:ea typeface="+mn-ea"/>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w="9525">
                <a:noFill/>
                <a:miter lim="800000"/>
              </a:ln>
            </p:spPr>
            <p:txBody>
              <a:bodyPr/>
              <a:lstStyle/>
              <a:p>
                <a:pPr>
                  <a:defRPr/>
                </a:pPr>
                <a:endParaRPr lang="zh-CN" altLang="zh-CN" sz="2400">
                  <a:solidFill>
                    <a:srgbClr val="000000"/>
                  </a:solidFill>
                  <a:latin typeface="+mn-lt"/>
                  <a:ea typeface="+mn-ea"/>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w="9525">
                <a:noFill/>
                <a:miter lim="800000"/>
              </a:ln>
            </p:spPr>
            <p:txBody>
              <a:bodyPr/>
              <a:lstStyle/>
              <a:p>
                <a:pPr>
                  <a:defRPr/>
                </a:pPr>
                <a:endParaRPr lang="zh-CN" altLang="zh-CN" sz="2400">
                  <a:solidFill>
                    <a:srgbClr val="000000"/>
                  </a:solidFill>
                  <a:latin typeface="+mn-lt"/>
                  <a:ea typeface="+mn-ea"/>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w="9525">
                <a:noFill/>
                <a:miter lim="800000"/>
              </a:ln>
            </p:spPr>
            <p:txBody>
              <a:bodyPr/>
              <a:lstStyle/>
              <a:p>
                <a:pPr>
                  <a:defRPr/>
                </a:pPr>
                <a:endParaRPr lang="zh-CN" altLang="zh-CN" sz="2400">
                  <a:solidFill>
                    <a:srgbClr val="000000"/>
                  </a:solidFill>
                  <a:latin typeface="+mn-lt"/>
                  <a:ea typeface="+mn-ea"/>
                </a:endParaRPr>
              </a:p>
            </p:txBody>
          </p:sp>
        </p:grpSp>
      </p:grpSp>
      <p:sp>
        <p:nvSpPr>
          <p:cNvPr id="18" name="Rectangle 21">
            <a:hlinkClick r:id="" action="ppaction://hlinkshowjump?jump=previousslide"/>
          </p:cNvPr>
          <p:cNvSpPr>
            <a:spLocks noChangeArrowheads="1"/>
          </p:cNvSpPr>
          <p:nvPr/>
        </p:nvSpPr>
        <p:spPr bwMode="auto">
          <a:xfrm>
            <a:off x="6388100" y="6286500"/>
            <a:ext cx="673100" cy="381000"/>
          </a:xfrm>
          <a:prstGeom prst="rect">
            <a:avLst/>
          </a:prstGeom>
          <a:noFill/>
          <a:ln w="9525">
            <a:noFill/>
            <a:miter lim="800000"/>
          </a:ln>
          <a:effectLst/>
        </p:spPr>
        <p:txBody>
          <a:bodyPr wrap="none" anchor="ctr"/>
          <a:lstStyle/>
          <a:p>
            <a:pPr>
              <a:defRPr/>
            </a:pPr>
            <a:endParaRPr lang="zh-CN" altLang="en-US">
              <a:solidFill>
                <a:srgbClr val="000000"/>
              </a:solidFill>
              <a:ea typeface="宋体" panose="02010600030101010101" pitchFamily="2" charset="-122"/>
            </a:endParaRPr>
          </a:p>
        </p:txBody>
      </p:sp>
      <p:sp>
        <p:nvSpPr>
          <p:cNvPr id="19" name="Rectangle 22">
            <a:hlinkClick r:id="" action="ppaction://hlinkshowjump?jump=nextslide"/>
          </p:cNvPr>
          <p:cNvSpPr>
            <a:spLocks noChangeArrowheads="1"/>
          </p:cNvSpPr>
          <p:nvPr/>
        </p:nvSpPr>
        <p:spPr bwMode="auto">
          <a:xfrm>
            <a:off x="7289800" y="6299200"/>
            <a:ext cx="673100" cy="381000"/>
          </a:xfrm>
          <a:prstGeom prst="rect">
            <a:avLst/>
          </a:prstGeom>
          <a:noFill/>
          <a:ln w="9525">
            <a:noFill/>
            <a:miter lim="800000"/>
          </a:ln>
          <a:effectLst/>
        </p:spPr>
        <p:txBody>
          <a:bodyPr wrap="none" anchor="ctr"/>
          <a:lstStyle/>
          <a:p>
            <a:pPr>
              <a:defRPr/>
            </a:pPr>
            <a:endParaRPr lang="zh-CN" altLang="en-US">
              <a:solidFill>
                <a:srgbClr val="000000"/>
              </a:solidFill>
              <a:ea typeface="宋体" panose="02010600030101010101" pitchFamily="2" charset="-122"/>
            </a:endParaRPr>
          </a:p>
        </p:txBody>
      </p:sp>
      <p:sp>
        <p:nvSpPr>
          <p:cNvPr id="20" name="Rectangle 23">
            <a:hlinkClick r:id="" action="ppaction://hlinkshowjump?jump=firstslide"/>
          </p:cNvPr>
          <p:cNvSpPr>
            <a:spLocks noChangeArrowheads="1"/>
          </p:cNvSpPr>
          <p:nvPr/>
        </p:nvSpPr>
        <p:spPr bwMode="auto">
          <a:xfrm>
            <a:off x="8204200" y="6299200"/>
            <a:ext cx="673100" cy="381000"/>
          </a:xfrm>
          <a:prstGeom prst="rect">
            <a:avLst/>
          </a:prstGeom>
          <a:noFill/>
          <a:ln w="9525">
            <a:noFill/>
            <a:miter lim="800000"/>
          </a:ln>
          <a:effectLst/>
        </p:spPr>
        <p:txBody>
          <a:bodyPr wrap="none" anchor="ctr"/>
          <a:lstStyle/>
          <a:p>
            <a:pPr>
              <a:defRPr/>
            </a:pPr>
            <a:endParaRPr lang="zh-CN" altLang="en-US">
              <a:solidFill>
                <a:srgbClr val="000000"/>
              </a:solidFill>
              <a:ea typeface="宋体" panose="02010600030101010101" pitchFamily="2" charset="-122"/>
            </a:endParaRPr>
          </a:p>
        </p:txBody>
      </p:sp>
      <p:sp>
        <p:nvSpPr>
          <p:cNvPr id="6163" name="Rectangle 19"/>
          <p:cNvSpPr>
            <a:spLocks noGrp="1" noChangeArrowheads="1"/>
          </p:cNvSpPr>
          <p:nvPr>
            <p:ph type="ctrTitle"/>
          </p:nvPr>
        </p:nvSpPr>
        <p:spPr>
          <a:xfrm>
            <a:off x="2971800" y="1828800"/>
            <a:ext cx="6019800" cy="2209800"/>
          </a:xfrm>
        </p:spPr>
        <p:txBody>
          <a:bodyPr/>
          <a:lstStyle>
            <a:lvl1pPr>
              <a:defRPr sz="3800">
                <a:solidFill>
                  <a:srgbClr val="FFFFFF"/>
                </a:solidFill>
              </a:defRPr>
            </a:lvl1pPr>
          </a:lstStyle>
          <a:p>
            <a:r>
              <a:rPr lang="zh-CN" altLang="en-US"/>
              <a:t>单击此处编辑母版标题样式</a:t>
            </a:r>
          </a:p>
        </p:txBody>
      </p:sp>
      <p:sp>
        <p:nvSpPr>
          <p:cNvPr id="6164"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2600"/>
            </a:lvl1pPr>
          </a:lstStyle>
          <a:p>
            <a:r>
              <a:rPr lang="zh-CN" altLang="en-US"/>
              <a:t>单击此处编辑母版副标题样式</a:t>
            </a:r>
          </a:p>
        </p:txBody>
      </p:sp>
      <p:sp>
        <p:nvSpPr>
          <p:cNvPr id="21" name="Rectangle 16"/>
          <p:cNvSpPr>
            <a:spLocks noGrp="1" noChangeArrowheads="1"/>
          </p:cNvSpPr>
          <p:nvPr>
            <p:ph type="dt" sz="half" idx="10"/>
          </p:nvPr>
        </p:nvSpPr>
        <p:spPr>
          <a:xfrm>
            <a:off x="457200" y="6248400"/>
            <a:ext cx="2133600" cy="457200"/>
          </a:xfrm>
        </p:spPr>
        <p:txBody>
          <a:bodyPr/>
          <a:lstStyle>
            <a:lvl1pPr fontAlgn="auto">
              <a:spcBef>
                <a:spcPts val="0"/>
              </a:spcBef>
              <a:spcAft>
                <a:spcPts val="0"/>
              </a:spcAft>
              <a:defRPr/>
            </a:lvl1pPr>
          </a:lstStyle>
          <a:p>
            <a:pPr>
              <a:defRPr/>
            </a:pPr>
            <a:endParaRPr lang="en-US" altLang="zh-CN"/>
          </a:p>
        </p:txBody>
      </p:sp>
      <p:sp>
        <p:nvSpPr>
          <p:cNvPr id="22" name="Rectangle 17"/>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23" name="Rectangle 18"/>
          <p:cNvSpPr>
            <a:spLocks noGrp="1" noChangeArrowheads="1"/>
          </p:cNvSpPr>
          <p:nvPr>
            <p:ph type="sldNum" sz="quarter" idx="12"/>
          </p:nvPr>
        </p:nvSpPr>
        <p:spPr/>
        <p:txBody>
          <a:bodyPr/>
          <a:lstStyle>
            <a:lvl1pPr fontAlgn="auto">
              <a:spcBef>
                <a:spcPts val="0"/>
              </a:spcBef>
              <a:spcAft>
                <a:spcPts val="0"/>
              </a:spcAft>
              <a:defRPr/>
            </a:lvl1pPr>
          </a:lstStyle>
          <a:p>
            <a:pPr>
              <a:defRPr/>
            </a:pPr>
            <a:fld id="{12B535E6-90B5-49E2-9D70-A1FB690DA089}" type="slidenum">
              <a:rPr lang="en-US" altLang="zh-CN"/>
              <a:t>‹#›</a:t>
            </a:fld>
            <a:endParaRPr lang="en-US" altLang="zh-C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DFBF7C63-4B39-4175-A1A8-5047609405C9}" type="slidenum">
              <a:rPr lang="en-US" altLang="zh-CN"/>
              <a:t>‹#›</a:t>
            </a:fld>
            <a:endParaRPr lang="en-US" altLang="zh-CN"/>
          </a:p>
        </p:txBody>
      </p:sp>
      <p:sp>
        <p:nvSpPr>
          <p:cNvPr id="6"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2E422100-0283-4CF8-9659-747308F0691C}" type="slidenum">
              <a:rPr lang="en-US" altLang="zh-CN"/>
              <a:t>‹#›</a:t>
            </a:fld>
            <a:endParaRPr lang="en-US" altLang="zh-CN"/>
          </a:p>
        </p:txBody>
      </p:sp>
      <p:sp>
        <p:nvSpPr>
          <p:cNvPr id="6"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28775"/>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28775"/>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4540F626-7FAF-4E8D-A774-FB2F60EA05B2}" type="slidenum">
              <a:rPr lang="en-US" altLang="zh-CN"/>
              <a:t>‹#›</a:t>
            </a:fld>
            <a:endParaRPr lang="en-US" altLang="zh-CN"/>
          </a:p>
        </p:txBody>
      </p:sp>
      <p:sp>
        <p:nvSpPr>
          <p:cNvPr id="7"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8"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17262599-6712-4798-83AF-FB6B8BF5B88C}" type="slidenum">
              <a:rPr lang="en-US" altLang="zh-CN"/>
              <a:t>‹#›</a:t>
            </a:fld>
            <a:endParaRPr lang="en-US" altLang="zh-CN"/>
          </a:p>
        </p:txBody>
      </p:sp>
      <p:sp>
        <p:nvSpPr>
          <p:cNvPr id="9"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4"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C18F9BDD-FED1-4AF2-8F6A-EBF5FF8CE9EA}" type="slidenum">
              <a:rPr lang="en-US" altLang="zh-CN"/>
              <a:t>‹#›</a:t>
            </a:fld>
            <a:endParaRPr lang="en-US" altLang="zh-CN"/>
          </a:p>
        </p:txBody>
      </p:sp>
      <p:sp>
        <p:nvSpPr>
          <p:cNvPr id="5"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3"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C94695B2-96C9-48E8-821B-55A375CB604D}" type="slidenum">
              <a:rPr lang="en-US" altLang="zh-CN"/>
              <a:t>‹#›</a:t>
            </a:fld>
            <a:endParaRPr lang="en-US" altLang="zh-CN"/>
          </a:p>
        </p:txBody>
      </p:sp>
      <p:sp>
        <p:nvSpPr>
          <p:cNvPr id="4"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F5B63E16-DC29-459D-9D01-E3DE34A3D723}" type="slidenum">
              <a:rPr lang="en-US" altLang="zh-CN"/>
              <a:t>‹#›</a:t>
            </a:fld>
            <a:endParaRPr lang="en-US" altLang="zh-CN"/>
          </a:p>
        </p:txBody>
      </p:sp>
      <p:sp>
        <p:nvSpPr>
          <p:cNvPr id="7"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963FA865-7194-4C3D-939B-6215BE4DA80E}" type="slidenum">
              <a:rPr lang="en-US" altLang="zh-CN"/>
              <a:t>‹#›</a:t>
            </a:fld>
            <a:endParaRPr lang="en-US" altLang="zh-CN"/>
          </a:p>
        </p:txBody>
      </p:sp>
      <p:sp>
        <p:nvSpPr>
          <p:cNvPr id="7"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D79DCF3C-DA7D-4498-AB38-221CAC51025B}" type="slidenum">
              <a:rPr lang="en-US" altLang="zh-CN"/>
              <a:t>‹#›</a:t>
            </a:fld>
            <a:endParaRPr lang="en-US" altLang="zh-CN"/>
          </a:p>
        </p:txBody>
      </p:sp>
      <p:sp>
        <p:nvSpPr>
          <p:cNvPr id="6"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12713"/>
            <a:ext cx="2057400" cy="540226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12713"/>
            <a:ext cx="6019800" cy="540226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56516B5F-A071-4D95-9587-2EEE88867B8F}" type="slidenum">
              <a:rPr lang="en-US" altLang="zh-CN"/>
              <a:t>‹#›</a:t>
            </a:fld>
            <a:endParaRPr lang="en-US" altLang="zh-CN"/>
          </a:p>
        </p:txBody>
      </p:sp>
      <p:sp>
        <p:nvSpPr>
          <p:cNvPr id="6"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algn="ctr">
                <a:defRPr/>
              </a:pPr>
              <a:endParaRPr lang="zh-CN" altLang="zh-CN" sz="2400">
                <a:solidFill>
                  <a:srgbClr val="000000"/>
                </a:solidFill>
                <a:latin typeface="+mn-lt"/>
                <a:ea typeface="+mn-ea"/>
              </a:endParaRPr>
            </a:p>
          </p:txBody>
        </p:sp>
        <p:sp>
          <p:nvSpPr>
            <p:cNvPr id="6" name="Rectangle 4"/>
            <p:cNvSpPr>
              <a:spLocks noChangeArrowheads="1"/>
            </p:cNvSpPr>
            <p:nvPr/>
          </p:nvSpPr>
          <p:spPr bwMode="hidden">
            <a:xfrm>
              <a:off x="1081" y="1065"/>
              <a:ext cx="4679" cy="1596"/>
            </a:xfrm>
            <a:prstGeom prst="rect">
              <a:avLst/>
            </a:prstGeom>
            <a:solidFill>
              <a:schemeClr val="bg2"/>
            </a:solidFill>
            <a:ln w="9525">
              <a:noFill/>
              <a:miter lim="800000"/>
            </a:ln>
          </p:spPr>
          <p:txBody>
            <a:bodyPr/>
            <a:lstStyle/>
            <a:p>
              <a:pPr>
                <a:defRPr/>
              </a:pPr>
              <a:endParaRPr lang="zh-CN" altLang="zh-CN" sz="2400">
                <a:solidFill>
                  <a:srgbClr val="000000"/>
                </a:solidFill>
                <a:latin typeface="+mn-lt"/>
                <a:ea typeface="+mn-ea"/>
              </a:endParaRPr>
            </a:p>
          </p:txBody>
        </p:sp>
        <p:grpSp>
          <p:nvGrpSpPr>
            <p:cNvPr id="7" name="Group 5"/>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w="9525">
                <a:noFill/>
                <a:miter lim="800000"/>
              </a:ln>
            </p:spPr>
            <p:txBody>
              <a:bodyPr/>
              <a:lstStyle/>
              <a:p>
                <a:pPr>
                  <a:defRPr/>
                </a:pPr>
                <a:endParaRPr lang="zh-CN" altLang="zh-CN" sz="2400">
                  <a:solidFill>
                    <a:srgbClr val="000000"/>
                  </a:solidFill>
                  <a:latin typeface="+mn-lt"/>
                  <a:ea typeface="+mn-ea"/>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w="9525">
                <a:noFill/>
                <a:miter lim="800000"/>
              </a:ln>
            </p:spPr>
            <p:txBody>
              <a:bodyPr/>
              <a:lstStyle/>
              <a:p>
                <a:pPr>
                  <a:defRPr/>
                </a:pPr>
                <a:endParaRPr lang="zh-CN" altLang="zh-CN" sz="2400">
                  <a:solidFill>
                    <a:srgbClr val="000000"/>
                  </a:solidFill>
                  <a:latin typeface="+mn-lt"/>
                  <a:ea typeface="+mn-ea"/>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w="9525">
                <a:noFill/>
                <a:miter lim="800000"/>
              </a:ln>
            </p:spPr>
            <p:txBody>
              <a:bodyPr/>
              <a:lstStyle/>
              <a:p>
                <a:pPr>
                  <a:defRPr/>
                </a:pPr>
                <a:endParaRPr lang="zh-CN" altLang="zh-CN" sz="2400">
                  <a:solidFill>
                    <a:srgbClr val="000000"/>
                  </a:solidFill>
                  <a:latin typeface="+mn-lt"/>
                  <a:ea typeface="+mn-ea"/>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w="9525">
                <a:noFill/>
                <a:miter lim="800000"/>
              </a:ln>
            </p:spPr>
            <p:txBody>
              <a:bodyPr/>
              <a:lstStyle/>
              <a:p>
                <a:pPr>
                  <a:defRPr/>
                </a:pPr>
                <a:endParaRPr lang="zh-CN" altLang="zh-CN" sz="2400">
                  <a:solidFill>
                    <a:srgbClr val="000000"/>
                  </a:solidFill>
                  <a:latin typeface="+mn-lt"/>
                  <a:ea typeface="+mn-ea"/>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w="9525">
                <a:noFill/>
                <a:miter lim="800000"/>
              </a:ln>
            </p:spPr>
            <p:txBody>
              <a:bodyPr/>
              <a:lstStyle/>
              <a:p>
                <a:pPr>
                  <a:defRPr/>
                </a:pPr>
                <a:endParaRPr lang="zh-CN" altLang="zh-CN" sz="2400">
                  <a:solidFill>
                    <a:srgbClr val="000000"/>
                  </a:solidFill>
                  <a:latin typeface="+mn-lt"/>
                  <a:ea typeface="+mn-ea"/>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w="9525">
                <a:noFill/>
                <a:miter lim="800000"/>
              </a:ln>
            </p:spPr>
            <p:txBody>
              <a:bodyPr/>
              <a:lstStyle/>
              <a:p>
                <a:pPr>
                  <a:defRPr/>
                </a:pPr>
                <a:endParaRPr lang="zh-CN" altLang="zh-CN" sz="2400">
                  <a:solidFill>
                    <a:srgbClr val="000000"/>
                  </a:solidFill>
                  <a:latin typeface="+mn-lt"/>
                  <a:ea typeface="+mn-ea"/>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w="9525">
                <a:noFill/>
                <a:miter lim="800000"/>
              </a:ln>
            </p:spPr>
            <p:txBody>
              <a:bodyPr/>
              <a:lstStyle/>
              <a:p>
                <a:pPr>
                  <a:defRPr/>
                </a:pPr>
                <a:endParaRPr lang="zh-CN" altLang="zh-CN" sz="2400">
                  <a:solidFill>
                    <a:srgbClr val="000000"/>
                  </a:solidFill>
                  <a:latin typeface="+mn-lt"/>
                  <a:ea typeface="+mn-ea"/>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w="9525">
                <a:noFill/>
                <a:miter lim="800000"/>
              </a:ln>
            </p:spPr>
            <p:txBody>
              <a:bodyPr/>
              <a:lstStyle/>
              <a:p>
                <a:pPr>
                  <a:defRPr/>
                </a:pPr>
                <a:endParaRPr lang="zh-CN" altLang="zh-CN" sz="2400">
                  <a:solidFill>
                    <a:srgbClr val="000000"/>
                  </a:solidFill>
                  <a:latin typeface="+mn-lt"/>
                  <a:ea typeface="+mn-ea"/>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w="9525">
                <a:noFill/>
                <a:miter lim="800000"/>
              </a:ln>
            </p:spPr>
            <p:txBody>
              <a:bodyPr/>
              <a:lstStyle/>
              <a:p>
                <a:pPr>
                  <a:defRPr/>
                </a:pPr>
                <a:endParaRPr lang="zh-CN" altLang="zh-CN" sz="2400">
                  <a:solidFill>
                    <a:srgbClr val="000000"/>
                  </a:solidFill>
                  <a:latin typeface="+mn-lt"/>
                  <a:ea typeface="+mn-ea"/>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w="9525">
                <a:noFill/>
                <a:miter lim="800000"/>
              </a:ln>
            </p:spPr>
            <p:txBody>
              <a:bodyPr/>
              <a:lstStyle/>
              <a:p>
                <a:pPr>
                  <a:defRPr/>
                </a:pPr>
                <a:endParaRPr lang="zh-CN" altLang="zh-CN" sz="2400">
                  <a:solidFill>
                    <a:srgbClr val="000000"/>
                  </a:solidFill>
                  <a:latin typeface="+mn-lt"/>
                  <a:ea typeface="+mn-ea"/>
                </a:endParaRPr>
              </a:p>
            </p:txBody>
          </p:sp>
        </p:grpSp>
      </p:grpSp>
      <p:sp>
        <p:nvSpPr>
          <p:cNvPr id="18" name="Rectangle 21">
            <a:hlinkClick r:id="" action="ppaction://hlinkshowjump?jump=previousslide"/>
          </p:cNvPr>
          <p:cNvSpPr>
            <a:spLocks noChangeArrowheads="1"/>
          </p:cNvSpPr>
          <p:nvPr/>
        </p:nvSpPr>
        <p:spPr bwMode="auto">
          <a:xfrm>
            <a:off x="6388100" y="6286500"/>
            <a:ext cx="673100" cy="381000"/>
          </a:xfrm>
          <a:prstGeom prst="rect">
            <a:avLst/>
          </a:prstGeom>
          <a:noFill/>
          <a:ln w="9525">
            <a:noFill/>
            <a:miter lim="800000"/>
          </a:ln>
          <a:effectLst/>
        </p:spPr>
        <p:txBody>
          <a:bodyPr wrap="none" anchor="ctr"/>
          <a:lstStyle/>
          <a:p>
            <a:pPr>
              <a:defRPr/>
            </a:pPr>
            <a:endParaRPr lang="zh-CN" altLang="en-US">
              <a:solidFill>
                <a:srgbClr val="000000"/>
              </a:solidFill>
              <a:ea typeface="宋体" panose="02010600030101010101" pitchFamily="2" charset="-122"/>
            </a:endParaRPr>
          </a:p>
        </p:txBody>
      </p:sp>
      <p:sp>
        <p:nvSpPr>
          <p:cNvPr id="19" name="Rectangle 22">
            <a:hlinkClick r:id="" action="ppaction://hlinkshowjump?jump=nextslide"/>
          </p:cNvPr>
          <p:cNvSpPr>
            <a:spLocks noChangeArrowheads="1"/>
          </p:cNvSpPr>
          <p:nvPr/>
        </p:nvSpPr>
        <p:spPr bwMode="auto">
          <a:xfrm>
            <a:off x="7289800" y="6299200"/>
            <a:ext cx="673100" cy="381000"/>
          </a:xfrm>
          <a:prstGeom prst="rect">
            <a:avLst/>
          </a:prstGeom>
          <a:noFill/>
          <a:ln w="9525">
            <a:noFill/>
            <a:miter lim="800000"/>
          </a:ln>
          <a:effectLst/>
        </p:spPr>
        <p:txBody>
          <a:bodyPr wrap="none" anchor="ctr"/>
          <a:lstStyle/>
          <a:p>
            <a:pPr>
              <a:defRPr/>
            </a:pPr>
            <a:endParaRPr lang="zh-CN" altLang="en-US">
              <a:solidFill>
                <a:srgbClr val="000000"/>
              </a:solidFill>
              <a:ea typeface="宋体" panose="02010600030101010101" pitchFamily="2" charset="-122"/>
            </a:endParaRPr>
          </a:p>
        </p:txBody>
      </p:sp>
      <p:sp>
        <p:nvSpPr>
          <p:cNvPr id="20" name="Rectangle 23">
            <a:hlinkClick r:id="" action="ppaction://hlinkshowjump?jump=firstslide"/>
          </p:cNvPr>
          <p:cNvSpPr>
            <a:spLocks noChangeArrowheads="1"/>
          </p:cNvSpPr>
          <p:nvPr/>
        </p:nvSpPr>
        <p:spPr bwMode="auto">
          <a:xfrm>
            <a:off x="8204200" y="6299200"/>
            <a:ext cx="673100" cy="381000"/>
          </a:xfrm>
          <a:prstGeom prst="rect">
            <a:avLst/>
          </a:prstGeom>
          <a:noFill/>
          <a:ln w="9525">
            <a:noFill/>
            <a:miter lim="800000"/>
          </a:ln>
          <a:effectLst/>
        </p:spPr>
        <p:txBody>
          <a:bodyPr wrap="none" anchor="ctr"/>
          <a:lstStyle/>
          <a:p>
            <a:pPr>
              <a:defRPr/>
            </a:pPr>
            <a:endParaRPr lang="zh-CN" altLang="en-US">
              <a:solidFill>
                <a:srgbClr val="000000"/>
              </a:solidFill>
              <a:ea typeface="宋体" panose="02010600030101010101" pitchFamily="2" charset="-122"/>
            </a:endParaRPr>
          </a:p>
        </p:txBody>
      </p:sp>
      <p:sp>
        <p:nvSpPr>
          <p:cNvPr id="6163" name="Rectangle 19"/>
          <p:cNvSpPr>
            <a:spLocks noGrp="1" noChangeArrowheads="1"/>
          </p:cNvSpPr>
          <p:nvPr>
            <p:ph type="ctrTitle"/>
          </p:nvPr>
        </p:nvSpPr>
        <p:spPr>
          <a:xfrm>
            <a:off x="2971800" y="1828800"/>
            <a:ext cx="6019800" cy="2209800"/>
          </a:xfrm>
        </p:spPr>
        <p:txBody>
          <a:bodyPr/>
          <a:lstStyle>
            <a:lvl1pPr>
              <a:defRPr sz="3800">
                <a:solidFill>
                  <a:srgbClr val="FFFFFF"/>
                </a:solidFill>
              </a:defRPr>
            </a:lvl1pPr>
          </a:lstStyle>
          <a:p>
            <a:r>
              <a:rPr lang="zh-CN" altLang="en-US"/>
              <a:t>单击此处编辑母版标题样式</a:t>
            </a:r>
          </a:p>
        </p:txBody>
      </p:sp>
      <p:sp>
        <p:nvSpPr>
          <p:cNvPr id="6164"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2600"/>
            </a:lvl1pPr>
          </a:lstStyle>
          <a:p>
            <a:r>
              <a:rPr lang="zh-CN" altLang="en-US"/>
              <a:t>单击此处编辑母版副标题样式</a:t>
            </a:r>
          </a:p>
        </p:txBody>
      </p:sp>
      <p:sp>
        <p:nvSpPr>
          <p:cNvPr id="21" name="Rectangle 16"/>
          <p:cNvSpPr>
            <a:spLocks noGrp="1" noChangeArrowheads="1"/>
          </p:cNvSpPr>
          <p:nvPr>
            <p:ph type="dt" sz="half" idx="10"/>
          </p:nvPr>
        </p:nvSpPr>
        <p:spPr>
          <a:xfrm>
            <a:off x="457200" y="6248400"/>
            <a:ext cx="2133600" cy="457200"/>
          </a:xfrm>
        </p:spPr>
        <p:txBody>
          <a:bodyPr/>
          <a:lstStyle>
            <a:lvl1pPr fontAlgn="auto">
              <a:spcBef>
                <a:spcPts val="0"/>
              </a:spcBef>
              <a:spcAft>
                <a:spcPts val="0"/>
              </a:spcAft>
              <a:defRPr/>
            </a:lvl1pPr>
          </a:lstStyle>
          <a:p>
            <a:pPr>
              <a:defRPr/>
            </a:pPr>
            <a:endParaRPr lang="en-US" altLang="zh-CN"/>
          </a:p>
        </p:txBody>
      </p:sp>
      <p:sp>
        <p:nvSpPr>
          <p:cNvPr id="22" name="Rectangle 17"/>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23" name="Rectangle 18"/>
          <p:cNvSpPr>
            <a:spLocks noGrp="1" noChangeArrowheads="1"/>
          </p:cNvSpPr>
          <p:nvPr>
            <p:ph type="sldNum" sz="quarter" idx="12"/>
          </p:nvPr>
        </p:nvSpPr>
        <p:spPr/>
        <p:txBody>
          <a:bodyPr/>
          <a:lstStyle>
            <a:lvl1pPr fontAlgn="auto">
              <a:spcBef>
                <a:spcPts val="0"/>
              </a:spcBef>
              <a:spcAft>
                <a:spcPts val="0"/>
              </a:spcAft>
              <a:defRPr/>
            </a:lvl1pPr>
          </a:lstStyle>
          <a:p>
            <a:pPr>
              <a:defRPr/>
            </a:pPr>
            <a:fld id="{2CC3595D-3890-44FF-AF55-A5A50B2E0B76}" type="slidenum">
              <a:rPr lang="en-US" altLang="zh-CN"/>
              <a:t>‹#›</a:t>
            </a:fld>
            <a:endParaRPr lang="en-US" altLang="zh-CN"/>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A7E8BC0E-94CF-4D79-BB62-D40D4833E113}" type="slidenum">
              <a:rPr lang="en-US" altLang="zh-CN"/>
              <a:t>‹#›</a:t>
            </a:fld>
            <a:endParaRPr lang="en-US" altLang="zh-CN"/>
          </a:p>
        </p:txBody>
      </p:sp>
      <p:sp>
        <p:nvSpPr>
          <p:cNvPr id="6"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E9B6F26A-7A98-424B-A4B5-59142C7811D2}" type="slidenum">
              <a:rPr lang="en-US" altLang="zh-CN"/>
              <a:t>‹#›</a:t>
            </a:fld>
            <a:endParaRPr lang="en-US" altLang="zh-CN"/>
          </a:p>
        </p:txBody>
      </p:sp>
      <p:sp>
        <p:nvSpPr>
          <p:cNvPr id="6"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28775"/>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28775"/>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7F500094-9553-4F04-9B12-AA794F33AB1C}" type="slidenum">
              <a:rPr lang="en-US" altLang="zh-CN"/>
              <a:t>‹#›</a:t>
            </a:fld>
            <a:endParaRPr lang="en-US" altLang="zh-CN"/>
          </a:p>
        </p:txBody>
      </p:sp>
      <p:sp>
        <p:nvSpPr>
          <p:cNvPr id="7"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8"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2C6EFB21-EF4D-40D6-B79C-EAD6F7108748}" type="slidenum">
              <a:rPr lang="en-US" altLang="zh-CN"/>
              <a:t>‹#›</a:t>
            </a:fld>
            <a:endParaRPr lang="en-US" altLang="zh-CN"/>
          </a:p>
        </p:txBody>
      </p:sp>
      <p:sp>
        <p:nvSpPr>
          <p:cNvPr id="9"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4"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936CAF0D-F3C2-4F96-87A4-A9CB584B0598}" type="slidenum">
              <a:rPr lang="en-US" altLang="zh-CN"/>
              <a:t>‹#›</a:t>
            </a:fld>
            <a:endParaRPr lang="en-US" altLang="zh-CN"/>
          </a:p>
        </p:txBody>
      </p:sp>
      <p:sp>
        <p:nvSpPr>
          <p:cNvPr id="5"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3"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2CD28102-F4C8-4544-B7CA-173C0CEE1D97}" type="slidenum">
              <a:rPr lang="en-US" altLang="zh-CN"/>
              <a:t>‹#›</a:t>
            </a:fld>
            <a:endParaRPr lang="en-US" altLang="zh-CN"/>
          </a:p>
        </p:txBody>
      </p:sp>
      <p:sp>
        <p:nvSpPr>
          <p:cNvPr id="4"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D6F45CFD-DD50-4AE0-99AA-913C57164C86}" type="slidenum">
              <a:rPr lang="en-US" altLang="zh-CN"/>
              <a:t>‹#›</a:t>
            </a:fld>
            <a:endParaRPr lang="en-US" altLang="zh-CN"/>
          </a:p>
        </p:txBody>
      </p:sp>
      <p:sp>
        <p:nvSpPr>
          <p:cNvPr id="7"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5A100C3A-EECC-4A7D-8619-7D3CC64D4E16}" type="slidenum">
              <a:rPr lang="en-US" altLang="zh-CN"/>
              <a:t>‹#›</a:t>
            </a:fld>
            <a:endParaRPr lang="en-US" altLang="zh-CN"/>
          </a:p>
        </p:txBody>
      </p:sp>
      <p:sp>
        <p:nvSpPr>
          <p:cNvPr id="7"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036A45CC-8280-492E-AB43-8FFCA788FE0D}" type="slidenum">
              <a:rPr lang="en-US" altLang="zh-CN"/>
              <a:t>‹#›</a:t>
            </a:fld>
            <a:endParaRPr lang="en-US" altLang="zh-CN"/>
          </a:p>
        </p:txBody>
      </p:sp>
      <p:sp>
        <p:nvSpPr>
          <p:cNvPr id="6"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12713"/>
            <a:ext cx="2057400" cy="540226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12713"/>
            <a:ext cx="6019800" cy="540226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2A256707-82E6-4F49-BD38-DDFC1B10CEC9}" type="slidenum">
              <a:rPr lang="en-US" altLang="zh-CN"/>
              <a:t>‹#›</a:t>
            </a:fld>
            <a:endParaRPr lang="en-US" altLang="zh-CN"/>
          </a:p>
        </p:txBody>
      </p:sp>
      <p:sp>
        <p:nvSpPr>
          <p:cNvPr id="6"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algn="ctr">
                <a:defRPr/>
              </a:pPr>
              <a:endParaRPr lang="zh-CN" altLang="zh-CN" sz="2400">
                <a:solidFill>
                  <a:srgbClr val="000000"/>
                </a:solidFill>
                <a:latin typeface="+mn-lt"/>
                <a:ea typeface="+mn-ea"/>
              </a:endParaRPr>
            </a:p>
          </p:txBody>
        </p:sp>
        <p:sp>
          <p:nvSpPr>
            <p:cNvPr id="6" name="Rectangle 4"/>
            <p:cNvSpPr>
              <a:spLocks noChangeArrowheads="1"/>
            </p:cNvSpPr>
            <p:nvPr/>
          </p:nvSpPr>
          <p:spPr bwMode="hidden">
            <a:xfrm>
              <a:off x="1081" y="1065"/>
              <a:ext cx="4679" cy="1596"/>
            </a:xfrm>
            <a:prstGeom prst="rect">
              <a:avLst/>
            </a:prstGeom>
            <a:solidFill>
              <a:schemeClr val="bg2"/>
            </a:solidFill>
            <a:ln w="9525">
              <a:noFill/>
              <a:miter lim="800000"/>
            </a:ln>
          </p:spPr>
          <p:txBody>
            <a:bodyPr/>
            <a:lstStyle/>
            <a:p>
              <a:pPr>
                <a:defRPr/>
              </a:pPr>
              <a:endParaRPr lang="zh-CN" altLang="zh-CN" sz="2400">
                <a:solidFill>
                  <a:srgbClr val="000000"/>
                </a:solidFill>
                <a:latin typeface="+mn-lt"/>
                <a:ea typeface="+mn-ea"/>
              </a:endParaRPr>
            </a:p>
          </p:txBody>
        </p:sp>
        <p:grpSp>
          <p:nvGrpSpPr>
            <p:cNvPr id="7" name="Group 5"/>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w="9525">
                <a:noFill/>
                <a:miter lim="800000"/>
              </a:ln>
            </p:spPr>
            <p:txBody>
              <a:bodyPr/>
              <a:lstStyle/>
              <a:p>
                <a:pPr>
                  <a:defRPr/>
                </a:pPr>
                <a:endParaRPr lang="zh-CN" altLang="zh-CN" sz="2400">
                  <a:solidFill>
                    <a:srgbClr val="000000"/>
                  </a:solidFill>
                  <a:latin typeface="+mn-lt"/>
                  <a:ea typeface="+mn-ea"/>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w="9525">
                <a:noFill/>
                <a:miter lim="800000"/>
              </a:ln>
            </p:spPr>
            <p:txBody>
              <a:bodyPr/>
              <a:lstStyle/>
              <a:p>
                <a:pPr>
                  <a:defRPr/>
                </a:pPr>
                <a:endParaRPr lang="zh-CN" altLang="zh-CN" sz="2400">
                  <a:solidFill>
                    <a:srgbClr val="000000"/>
                  </a:solidFill>
                  <a:latin typeface="+mn-lt"/>
                  <a:ea typeface="+mn-ea"/>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w="9525">
                <a:noFill/>
                <a:miter lim="800000"/>
              </a:ln>
            </p:spPr>
            <p:txBody>
              <a:bodyPr/>
              <a:lstStyle/>
              <a:p>
                <a:pPr>
                  <a:defRPr/>
                </a:pPr>
                <a:endParaRPr lang="zh-CN" altLang="zh-CN" sz="2400">
                  <a:solidFill>
                    <a:srgbClr val="000000"/>
                  </a:solidFill>
                  <a:latin typeface="+mn-lt"/>
                  <a:ea typeface="+mn-ea"/>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w="9525">
                <a:noFill/>
                <a:miter lim="800000"/>
              </a:ln>
            </p:spPr>
            <p:txBody>
              <a:bodyPr/>
              <a:lstStyle/>
              <a:p>
                <a:pPr>
                  <a:defRPr/>
                </a:pPr>
                <a:endParaRPr lang="zh-CN" altLang="zh-CN" sz="2400">
                  <a:solidFill>
                    <a:srgbClr val="000000"/>
                  </a:solidFill>
                  <a:latin typeface="+mn-lt"/>
                  <a:ea typeface="+mn-ea"/>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w="9525">
                <a:noFill/>
                <a:miter lim="800000"/>
              </a:ln>
            </p:spPr>
            <p:txBody>
              <a:bodyPr/>
              <a:lstStyle/>
              <a:p>
                <a:pPr>
                  <a:defRPr/>
                </a:pPr>
                <a:endParaRPr lang="zh-CN" altLang="zh-CN" sz="2400">
                  <a:solidFill>
                    <a:srgbClr val="000000"/>
                  </a:solidFill>
                  <a:latin typeface="+mn-lt"/>
                  <a:ea typeface="+mn-ea"/>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w="9525">
                <a:noFill/>
                <a:miter lim="800000"/>
              </a:ln>
            </p:spPr>
            <p:txBody>
              <a:bodyPr/>
              <a:lstStyle/>
              <a:p>
                <a:pPr>
                  <a:defRPr/>
                </a:pPr>
                <a:endParaRPr lang="zh-CN" altLang="zh-CN" sz="2400">
                  <a:solidFill>
                    <a:srgbClr val="000000"/>
                  </a:solidFill>
                  <a:latin typeface="+mn-lt"/>
                  <a:ea typeface="+mn-ea"/>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w="9525">
                <a:noFill/>
                <a:miter lim="800000"/>
              </a:ln>
            </p:spPr>
            <p:txBody>
              <a:bodyPr/>
              <a:lstStyle/>
              <a:p>
                <a:pPr>
                  <a:defRPr/>
                </a:pPr>
                <a:endParaRPr lang="zh-CN" altLang="zh-CN" sz="2400">
                  <a:solidFill>
                    <a:srgbClr val="000000"/>
                  </a:solidFill>
                  <a:latin typeface="+mn-lt"/>
                  <a:ea typeface="+mn-ea"/>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w="9525">
                <a:noFill/>
                <a:miter lim="800000"/>
              </a:ln>
            </p:spPr>
            <p:txBody>
              <a:bodyPr/>
              <a:lstStyle/>
              <a:p>
                <a:pPr>
                  <a:defRPr/>
                </a:pPr>
                <a:endParaRPr lang="zh-CN" altLang="zh-CN" sz="2400">
                  <a:solidFill>
                    <a:srgbClr val="000000"/>
                  </a:solidFill>
                  <a:latin typeface="+mn-lt"/>
                  <a:ea typeface="+mn-ea"/>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w="9525">
                <a:noFill/>
                <a:miter lim="800000"/>
              </a:ln>
            </p:spPr>
            <p:txBody>
              <a:bodyPr/>
              <a:lstStyle/>
              <a:p>
                <a:pPr>
                  <a:defRPr/>
                </a:pPr>
                <a:endParaRPr lang="zh-CN" altLang="zh-CN" sz="2400">
                  <a:solidFill>
                    <a:srgbClr val="000000"/>
                  </a:solidFill>
                  <a:latin typeface="+mn-lt"/>
                  <a:ea typeface="+mn-ea"/>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w="9525">
                <a:noFill/>
                <a:miter lim="800000"/>
              </a:ln>
            </p:spPr>
            <p:txBody>
              <a:bodyPr/>
              <a:lstStyle/>
              <a:p>
                <a:pPr>
                  <a:defRPr/>
                </a:pPr>
                <a:endParaRPr lang="zh-CN" altLang="zh-CN" sz="2400">
                  <a:solidFill>
                    <a:srgbClr val="000000"/>
                  </a:solidFill>
                  <a:latin typeface="+mn-lt"/>
                  <a:ea typeface="+mn-ea"/>
                </a:endParaRPr>
              </a:p>
            </p:txBody>
          </p:sp>
        </p:grpSp>
      </p:grpSp>
      <p:sp>
        <p:nvSpPr>
          <p:cNvPr id="18" name="Rectangle 21">
            <a:hlinkClick r:id="" action="ppaction://hlinkshowjump?jump=previousslide"/>
          </p:cNvPr>
          <p:cNvSpPr>
            <a:spLocks noChangeArrowheads="1"/>
          </p:cNvSpPr>
          <p:nvPr/>
        </p:nvSpPr>
        <p:spPr bwMode="auto">
          <a:xfrm>
            <a:off x="6388100" y="6286500"/>
            <a:ext cx="673100" cy="381000"/>
          </a:xfrm>
          <a:prstGeom prst="rect">
            <a:avLst/>
          </a:prstGeom>
          <a:noFill/>
          <a:ln w="9525">
            <a:noFill/>
            <a:miter lim="800000"/>
          </a:ln>
          <a:effectLst/>
        </p:spPr>
        <p:txBody>
          <a:bodyPr wrap="none" anchor="ctr"/>
          <a:lstStyle/>
          <a:p>
            <a:pPr>
              <a:defRPr/>
            </a:pPr>
            <a:endParaRPr lang="zh-CN" altLang="en-US">
              <a:solidFill>
                <a:srgbClr val="000000"/>
              </a:solidFill>
              <a:ea typeface="宋体" panose="02010600030101010101" pitchFamily="2" charset="-122"/>
            </a:endParaRPr>
          </a:p>
        </p:txBody>
      </p:sp>
      <p:sp>
        <p:nvSpPr>
          <p:cNvPr id="19" name="Rectangle 22">
            <a:hlinkClick r:id="" action="ppaction://hlinkshowjump?jump=nextslide"/>
          </p:cNvPr>
          <p:cNvSpPr>
            <a:spLocks noChangeArrowheads="1"/>
          </p:cNvSpPr>
          <p:nvPr/>
        </p:nvSpPr>
        <p:spPr bwMode="auto">
          <a:xfrm>
            <a:off x="7289800" y="6299200"/>
            <a:ext cx="673100" cy="381000"/>
          </a:xfrm>
          <a:prstGeom prst="rect">
            <a:avLst/>
          </a:prstGeom>
          <a:noFill/>
          <a:ln w="9525">
            <a:noFill/>
            <a:miter lim="800000"/>
          </a:ln>
          <a:effectLst/>
        </p:spPr>
        <p:txBody>
          <a:bodyPr wrap="none" anchor="ctr"/>
          <a:lstStyle/>
          <a:p>
            <a:pPr>
              <a:defRPr/>
            </a:pPr>
            <a:endParaRPr lang="zh-CN" altLang="en-US">
              <a:solidFill>
                <a:srgbClr val="000000"/>
              </a:solidFill>
              <a:ea typeface="宋体" panose="02010600030101010101" pitchFamily="2" charset="-122"/>
            </a:endParaRPr>
          </a:p>
        </p:txBody>
      </p:sp>
      <p:sp>
        <p:nvSpPr>
          <p:cNvPr id="20" name="Rectangle 23">
            <a:hlinkClick r:id="" action="ppaction://hlinkshowjump?jump=firstslide"/>
          </p:cNvPr>
          <p:cNvSpPr>
            <a:spLocks noChangeArrowheads="1"/>
          </p:cNvSpPr>
          <p:nvPr/>
        </p:nvSpPr>
        <p:spPr bwMode="auto">
          <a:xfrm>
            <a:off x="8204200" y="6299200"/>
            <a:ext cx="673100" cy="381000"/>
          </a:xfrm>
          <a:prstGeom prst="rect">
            <a:avLst/>
          </a:prstGeom>
          <a:noFill/>
          <a:ln w="9525">
            <a:noFill/>
            <a:miter lim="800000"/>
          </a:ln>
          <a:effectLst/>
        </p:spPr>
        <p:txBody>
          <a:bodyPr wrap="none" anchor="ctr"/>
          <a:lstStyle/>
          <a:p>
            <a:pPr>
              <a:defRPr/>
            </a:pPr>
            <a:endParaRPr lang="zh-CN" altLang="en-US">
              <a:solidFill>
                <a:srgbClr val="000000"/>
              </a:solidFill>
              <a:ea typeface="宋体" panose="02010600030101010101" pitchFamily="2" charset="-122"/>
            </a:endParaRPr>
          </a:p>
        </p:txBody>
      </p:sp>
      <p:sp>
        <p:nvSpPr>
          <p:cNvPr id="6163" name="Rectangle 19"/>
          <p:cNvSpPr>
            <a:spLocks noGrp="1" noChangeArrowheads="1"/>
          </p:cNvSpPr>
          <p:nvPr>
            <p:ph type="ctrTitle"/>
          </p:nvPr>
        </p:nvSpPr>
        <p:spPr>
          <a:xfrm>
            <a:off x="2971800" y="1828800"/>
            <a:ext cx="6019800" cy="2209800"/>
          </a:xfrm>
        </p:spPr>
        <p:txBody>
          <a:bodyPr/>
          <a:lstStyle>
            <a:lvl1pPr>
              <a:defRPr sz="3800">
                <a:solidFill>
                  <a:srgbClr val="FFFFFF"/>
                </a:solidFill>
              </a:defRPr>
            </a:lvl1pPr>
          </a:lstStyle>
          <a:p>
            <a:r>
              <a:rPr lang="zh-CN" altLang="en-US"/>
              <a:t>单击此处编辑母版标题样式</a:t>
            </a:r>
          </a:p>
        </p:txBody>
      </p:sp>
      <p:sp>
        <p:nvSpPr>
          <p:cNvPr id="6164"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2600"/>
            </a:lvl1pPr>
          </a:lstStyle>
          <a:p>
            <a:r>
              <a:rPr lang="zh-CN" altLang="en-US"/>
              <a:t>单击此处编辑母版副标题样式</a:t>
            </a:r>
          </a:p>
        </p:txBody>
      </p:sp>
      <p:sp>
        <p:nvSpPr>
          <p:cNvPr id="21" name="Rectangle 16"/>
          <p:cNvSpPr>
            <a:spLocks noGrp="1" noChangeArrowheads="1"/>
          </p:cNvSpPr>
          <p:nvPr>
            <p:ph type="dt" sz="half" idx="10"/>
          </p:nvPr>
        </p:nvSpPr>
        <p:spPr>
          <a:xfrm>
            <a:off x="457200" y="6248400"/>
            <a:ext cx="2133600" cy="457200"/>
          </a:xfrm>
        </p:spPr>
        <p:txBody>
          <a:bodyPr/>
          <a:lstStyle>
            <a:lvl1pPr fontAlgn="auto">
              <a:spcBef>
                <a:spcPts val="0"/>
              </a:spcBef>
              <a:spcAft>
                <a:spcPts val="0"/>
              </a:spcAft>
              <a:defRPr/>
            </a:lvl1pPr>
          </a:lstStyle>
          <a:p>
            <a:pPr>
              <a:defRPr/>
            </a:pPr>
            <a:endParaRPr lang="en-US" altLang="zh-CN"/>
          </a:p>
        </p:txBody>
      </p:sp>
      <p:sp>
        <p:nvSpPr>
          <p:cNvPr id="22" name="Rectangle 17"/>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23" name="Rectangle 18"/>
          <p:cNvSpPr>
            <a:spLocks noGrp="1" noChangeArrowheads="1"/>
          </p:cNvSpPr>
          <p:nvPr>
            <p:ph type="sldNum" sz="quarter" idx="12"/>
          </p:nvPr>
        </p:nvSpPr>
        <p:spPr/>
        <p:txBody>
          <a:bodyPr/>
          <a:lstStyle>
            <a:lvl1pPr fontAlgn="auto">
              <a:spcBef>
                <a:spcPts val="0"/>
              </a:spcBef>
              <a:spcAft>
                <a:spcPts val="0"/>
              </a:spcAft>
              <a:defRPr/>
            </a:lvl1pPr>
          </a:lstStyle>
          <a:p>
            <a:pPr>
              <a:defRPr/>
            </a:pPr>
            <a:fld id="{70E91D96-8CBF-4433-994D-A789FB6B435E}" type="slidenum">
              <a:rPr lang="en-US" altLang="zh-CN"/>
              <a:t>‹#›</a:t>
            </a:fld>
            <a:endParaRPr lang="en-US" altLang="zh-CN"/>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D4DE0CA5-1E2E-46BB-81B7-EB980465492E}" type="slidenum">
              <a:rPr lang="en-US" altLang="zh-CN"/>
              <a:t>‹#›</a:t>
            </a:fld>
            <a:endParaRPr lang="en-US" altLang="zh-CN"/>
          </a:p>
        </p:txBody>
      </p:sp>
      <p:sp>
        <p:nvSpPr>
          <p:cNvPr id="6"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BEBF17BB-4E49-4AB4-B6E1-FA86C5078A20}" type="slidenum">
              <a:rPr lang="en-US" altLang="zh-CN"/>
              <a:t>‹#›</a:t>
            </a:fld>
            <a:endParaRPr lang="en-US" altLang="zh-CN"/>
          </a:p>
        </p:txBody>
      </p:sp>
      <p:sp>
        <p:nvSpPr>
          <p:cNvPr id="6"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28775"/>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28775"/>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1564F127-C21D-4F68-9108-9C532A171025}" type="slidenum">
              <a:rPr lang="en-US" altLang="zh-CN"/>
              <a:t>‹#›</a:t>
            </a:fld>
            <a:endParaRPr lang="en-US" altLang="zh-CN"/>
          </a:p>
        </p:txBody>
      </p:sp>
      <p:sp>
        <p:nvSpPr>
          <p:cNvPr id="7"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8"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F1262783-E1AD-461C-B73E-E2AC5D78C4FF}" type="slidenum">
              <a:rPr lang="en-US" altLang="zh-CN"/>
              <a:t>‹#›</a:t>
            </a:fld>
            <a:endParaRPr lang="en-US" altLang="zh-CN"/>
          </a:p>
        </p:txBody>
      </p:sp>
      <p:sp>
        <p:nvSpPr>
          <p:cNvPr id="9"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4"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1B35FF76-71B6-41B4-82B6-140969D58892}" type="slidenum">
              <a:rPr lang="en-US" altLang="zh-CN"/>
              <a:t>‹#›</a:t>
            </a:fld>
            <a:endParaRPr lang="en-US" altLang="zh-CN"/>
          </a:p>
        </p:txBody>
      </p:sp>
      <p:sp>
        <p:nvSpPr>
          <p:cNvPr id="5"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3"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771F2702-364A-47AE-B5CD-48ED6804DEC4}" type="slidenum">
              <a:rPr lang="en-US" altLang="zh-CN"/>
              <a:t>‹#›</a:t>
            </a:fld>
            <a:endParaRPr lang="en-US" altLang="zh-CN"/>
          </a:p>
        </p:txBody>
      </p:sp>
      <p:sp>
        <p:nvSpPr>
          <p:cNvPr id="4"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66C6427D-F90A-44DA-9174-3E389E80FEA1}" type="slidenum">
              <a:rPr lang="en-US" altLang="zh-CN"/>
              <a:t>‹#›</a:t>
            </a:fld>
            <a:endParaRPr lang="en-US" altLang="zh-CN"/>
          </a:p>
        </p:txBody>
      </p:sp>
      <p:sp>
        <p:nvSpPr>
          <p:cNvPr id="7"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04201D4B-4A42-452C-92A1-C58953487667}" type="slidenum">
              <a:rPr lang="en-US" altLang="zh-CN"/>
              <a:t>‹#›</a:t>
            </a:fld>
            <a:endParaRPr lang="en-US" altLang="zh-CN"/>
          </a:p>
        </p:txBody>
      </p:sp>
      <p:sp>
        <p:nvSpPr>
          <p:cNvPr id="7"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07974994-B3B8-42E1-AF97-7D7A5979D8AB}" type="slidenum">
              <a:rPr lang="en-US" altLang="zh-CN"/>
              <a:t>‹#›</a:t>
            </a:fld>
            <a:endParaRPr lang="en-US" altLang="zh-CN"/>
          </a:p>
        </p:txBody>
      </p:sp>
      <p:sp>
        <p:nvSpPr>
          <p:cNvPr id="6"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12713"/>
            <a:ext cx="2057400" cy="540226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12713"/>
            <a:ext cx="6019800" cy="540226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fontAlgn="auto">
              <a:spcBef>
                <a:spcPts val="0"/>
              </a:spcBef>
              <a:spcAft>
                <a:spcPts val="0"/>
              </a:spcAft>
              <a:defRPr/>
            </a:lvl1pPr>
          </a:lstStyle>
          <a:p>
            <a:pPr>
              <a:defRPr/>
            </a:pPr>
            <a:fld id="{B30B9421-9F4E-49FD-9980-A7FD8648B4C7}" type="slidenum">
              <a:rPr lang="en-US" altLang="zh-CN"/>
              <a:t>‹#›</a:t>
            </a:fld>
            <a:endParaRPr lang="en-US" altLang="zh-CN"/>
          </a:p>
        </p:txBody>
      </p:sp>
      <p:sp>
        <p:nvSpPr>
          <p:cNvPr id="6" name="Rectangle 16"/>
          <p:cNvSpPr>
            <a:spLocks noGrp="1" noChangeArrowheads="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灯片编号占位符 3"/>
          <p:cNvSpPr>
            <a:spLocks noGrp="1"/>
          </p:cNvSpPr>
          <p:nvPr>
            <p:ph type="sldNum" sz="quarter" idx="10"/>
          </p:nvPr>
        </p:nvSpPr>
        <p:spPr/>
        <p:txBody>
          <a:bodyPr/>
          <a:lstStyle/>
          <a:p>
            <a:pPr lvl="0" eaLnBrk="1" hangingPunct="1"/>
            <a:r>
              <a:rPr lang="en-US" altLang="zh-CN" dirty="0"/>
              <a:t>-</a:t>
            </a:r>
            <a:fld id="{9A0DB2DC-4C9A-4742-B13C-FB6460FD3503}" type="slidenum">
              <a:rPr lang="en-US" altLang="zh-CN" sz="1800" dirty="0">
                <a:solidFill>
                  <a:srgbClr val="0000FF"/>
                </a:solidFill>
                <a:latin typeface="Times New Roman" panose="02020603050405020304" pitchFamily="18" charset="0"/>
              </a:rPr>
              <a:t>‹#›</a:t>
            </a:fld>
            <a:r>
              <a:rPr lang="en-US" altLang="zh-CN" sz="2000" dirty="0">
                <a:solidFill>
                  <a:srgbClr val="FF0000"/>
                </a:solidFill>
                <a:latin typeface="Times New Roman" panose="02020603050405020304" pitchFamily="18" charset="0"/>
              </a:rPr>
              <a:t>-</a:t>
            </a:r>
          </a:p>
        </p:txBody>
      </p:sp>
    </p:spTree>
  </p:cSld>
  <p:clrMapOvr>
    <a:masterClrMapping/>
  </p:clrMapOvr>
  <p:transition>
    <p:wipe dir="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3"/>
          <p:cNvSpPr>
            <a:spLocks noGrp="1"/>
          </p:cNvSpPr>
          <p:nvPr>
            <p:ph type="sldNum" sz="quarter" idx="10"/>
          </p:nvPr>
        </p:nvSpPr>
        <p:spPr/>
        <p:txBody>
          <a:bodyPr/>
          <a:lstStyle/>
          <a:p>
            <a:pPr lvl="0" eaLnBrk="1" hangingPunct="1"/>
            <a:r>
              <a:rPr lang="en-US" altLang="zh-CN" dirty="0"/>
              <a:t>-</a:t>
            </a:r>
            <a:fld id="{9A0DB2DC-4C9A-4742-B13C-FB6460FD3503}" type="slidenum">
              <a:rPr lang="en-US" altLang="zh-CN" sz="1800" dirty="0">
                <a:solidFill>
                  <a:srgbClr val="0000FF"/>
                </a:solidFill>
                <a:latin typeface="Times New Roman" panose="02020603050405020304" pitchFamily="18" charset="0"/>
              </a:rPr>
              <a:t>‹#›</a:t>
            </a:fld>
            <a:r>
              <a:rPr lang="en-US" altLang="zh-CN" sz="2000" dirty="0">
                <a:solidFill>
                  <a:srgbClr val="FF0000"/>
                </a:solidFill>
                <a:latin typeface="Times New Roman" panose="02020603050405020304" pitchFamily="18" charset="0"/>
              </a:rPr>
              <a:t>-</a:t>
            </a:r>
          </a:p>
        </p:txBody>
      </p:sp>
    </p:spTree>
  </p:cSld>
  <p:clrMapOvr>
    <a:masterClrMapping/>
  </p:clrMapOvr>
  <p:transition>
    <p:wipe dir="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灯片编号占位符 3"/>
          <p:cNvSpPr>
            <a:spLocks noGrp="1"/>
          </p:cNvSpPr>
          <p:nvPr>
            <p:ph type="sldNum" sz="quarter" idx="10"/>
          </p:nvPr>
        </p:nvSpPr>
        <p:spPr/>
        <p:txBody>
          <a:bodyPr/>
          <a:lstStyle/>
          <a:p>
            <a:pPr lvl="0" eaLnBrk="1" hangingPunct="1"/>
            <a:r>
              <a:rPr lang="en-US" altLang="zh-CN" dirty="0"/>
              <a:t>-</a:t>
            </a:r>
            <a:fld id="{9A0DB2DC-4C9A-4742-B13C-FB6460FD3503}" type="slidenum">
              <a:rPr lang="en-US" altLang="zh-CN" sz="1800" dirty="0">
                <a:solidFill>
                  <a:srgbClr val="0000FF"/>
                </a:solidFill>
                <a:latin typeface="Times New Roman" panose="02020603050405020304" pitchFamily="18" charset="0"/>
              </a:rPr>
              <a:t>‹#›</a:t>
            </a:fld>
            <a:r>
              <a:rPr lang="en-US" altLang="zh-CN" sz="2000" dirty="0">
                <a:solidFill>
                  <a:srgbClr val="FF0000"/>
                </a:solidFill>
                <a:latin typeface="Times New Roman" panose="02020603050405020304" pitchFamily="18" charset="0"/>
              </a:rPr>
              <a:t>-</a:t>
            </a:r>
          </a:p>
        </p:txBody>
      </p:sp>
    </p:spTree>
  </p:cSld>
  <p:clrMapOvr>
    <a:masterClrMapping/>
  </p:clrMapOvr>
  <p:transition>
    <p:wipe dir="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0"/>
          </p:nvPr>
        </p:nvSpPr>
        <p:spPr/>
        <p:txBody>
          <a:bodyPr/>
          <a:lstStyle/>
          <a:p>
            <a:pPr lvl="0" eaLnBrk="1" hangingPunct="1"/>
            <a:r>
              <a:rPr lang="en-US" altLang="zh-CN" dirty="0"/>
              <a:t>-</a:t>
            </a:r>
            <a:fld id="{9A0DB2DC-4C9A-4742-B13C-FB6460FD3503}" type="slidenum">
              <a:rPr lang="en-US" altLang="zh-CN" sz="1800" dirty="0">
                <a:solidFill>
                  <a:srgbClr val="0000FF"/>
                </a:solidFill>
                <a:latin typeface="Times New Roman" panose="02020603050405020304" pitchFamily="18" charset="0"/>
              </a:rPr>
              <a:t>‹#›</a:t>
            </a:fld>
            <a:r>
              <a:rPr lang="en-US" altLang="zh-CN" sz="2000" dirty="0">
                <a:solidFill>
                  <a:srgbClr val="FF0000"/>
                </a:solidFill>
                <a:latin typeface="Times New Roman" panose="02020603050405020304" pitchFamily="18" charset="0"/>
              </a:rPr>
              <a:t>-</a:t>
            </a:r>
          </a:p>
        </p:txBody>
      </p:sp>
    </p:spTree>
  </p:cSld>
  <p:clrMapOvr>
    <a:masterClrMapping/>
  </p:clrMapOvr>
  <p:transition>
    <p:wipe dir="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灯片编号占位符 6"/>
          <p:cNvSpPr>
            <a:spLocks noGrp="1"/>
          </p:cNvSpPr>
          <p:nvPr>
            <p:ph type="sldNum" sz="quarter" idx="10"/>
          </p:nvPr>
        </p:nvSpPr>
        <p:spPr/>
        <p:txBody>
          <a:bodyPr/>
          <a:lstStyle/>
          <a:p>
            <a:pPr lvl="0" eaLnBrk="1" hangingPunct="1"/>
            <a:r>
              <a:rPr lang="en-US" altLang="zh-CN" dirty="0"/>
              <a:t>-</a:t>
            </a:r>
            <a:fld id="{9A0DB2DC-4C9A-4742-B13C-FB6460FD3503}" type="slidenum">
              <a:rPr lang="en-US" altLang="zh-CN" sz="1800" dirty="0">
                <a:solidFill>
                  <a:srgbClr val="0000FF"/>
                </a:solidFill>
                <a:latin typeface="Times New Roman" panose="02020603050405020304" pitchFamily="18" charset="0"/>
              </a:rPr>
              <a:t>‹#›</a:t>
            </a:fld>
            <a:r>
              <a:rPr lang="en-US" altLang="zh-CN" sz="2000" dirty="0">
                <a:solidFill>
                  <a:srgbClr val="FF0000"/>
                </a:solidFill>
                <a:latin typeface="Times New Roman" panose="02020603050405020304" pitchFamily="18" charset="0"/>
              </a:rPr>
              <a:t>-</a:t>
            </a:r>
          </a:p>
        </p:txBody>
      </p:sp>
    </p:spTree>
  </p:cSld>
  <p:clrMapOvr>
    <a:masterClrMapping/>
  </p:clrMapOvr>
  <p:transition>
    <p:wipe dir="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灯片编号占位符 2"/>
          <p:cNvSpPr>
            <a:spLocks noGrp="1"/>
          </p:cNvSpPr>
          <p:nvPr>
            <p:ph type="sldNum" sz="quarter" idx="10"/>
          </p:nvPr>
        </p:nvSpPr>
        <p:spPr/>
        <p:txBody>
          <a:bodyPr/>
          <a:lstStyle/>
          <a:p>
            <a:pPr lvl="0" eaLnBrk="1" hangingPunct="1"/>
            <a:r>
              <a:rPr lang="en-US" altLang="zh-CN" dirty="0"/>
              <a:t>-</a:t>
            </a:r>
            <a:fld id="{9A0DB2DC-4C9A-4742-B13C-FB6460FD3503}" type="slidenum">
              <a:rPr lang="en-US" altLang="zh-CN" sz="1800" dirty="0">
                <a:solidFill>
                  <a:srgbClr val="0000FF"/>
                </a:solidFill>
                <a:latin typeface="Times New Roman" panose="02020603050405020304" pitchFamily="18" charset="0"/>
              </a:rPr>
              <a:t>‹#›</a:t>
            </a:fld>
            <a:r>
              <a:rPr lang="en-US" altLang="zh-CN" sz="2000" dirty="0">
                <a:solidFill>
                  <a:srgbClr val="FF0000"/>
                </a:solidFill>
                <a:latin typeface="Times New Roman" panose="02020603050405020304" pitchFamily="18" charset="0"/>
              </a:rPr>
              <a:t>-</a:t>
            </a:r>
          </a:p>
        </p:txBody>
      </p:sp>
    </p:spTree>
  </p:cSld>
  <p:clrMapOvr>
    <a:masterClrMapping/>
  </p:clrMapOvr>
  <p:transition>
    <p:wipe dir="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lvl="0" eaLnBrk="1" hangingPunct="1"/>
            <a:r>
              <a:rPr lang="en-US" altLang="zh-CN" dirty="0"/>
              <a:t>-</a:t>
            </a:r>
            <a:fld id="{9A0DB2DC-4C9A-4742-B13C-FB6460FD3503}" type="slidenum">
              <a:rPr lang="en-US" altLang="zh-CN" sz="1800" dirty="0">
                <a:solidFill>
                  <a:srgbClr val="0000FF"/>
                </a:solidFill>
                <a:latin typeface="Times New Roman" panose="02020603050405020304" pitchFamily="18" charset="0"/>
              </a:rPr>
              <a:t>‹#›</a:t>
            </a:fld>
            <a:r>
              <a:rPr lang="en-US" altLang="zh-CN" sz="2000" dirty="0">
                <a:solidFill>
                  <a:srgbClr val="FF0000"/>
                </a:solidFill>
                <a:latin typeface="Times New Roman" panose="02020603050405020304" pitchFamily="18" charset="0"/>
              </a:rPr>
              <a:t>-</a:t>
            </a:r>
          </a:p>
        </p:txBody>
      </p:sp>
    </p:spTree>
  </p:cSld>
  <p:clrMapOvr>
    <a:masterClrMapping/>
  </p:clrMapOvr>
  <p:transition>
    <p:wipe dir="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灯片编号占位符 4"/>
          <p:cNvSpPr>
            <a:spLocks noGrp="1"/>
          </p:cNvSpPr>
          <p:nvPr>
            <p:ph type="sldNum" sz="quarter" idx="10"/>
          </p:nvPr>
        </p:nvSpPr>
        <p:spPr/>
        <p:txBody>
          <a:bodyPr/>
          <a:lstStyle/>
          <a:p>
            <a:pPr lvl="0" eaLnBrk="1" hangingPunct="1"/>
            <a:r>
              <a:rPr lang="en-US" altLang="zh-CN" dirty="0"/>
              <a:t>-</a:t>
            </a:r>
            <a:fld id="{9A0DB2DC-4C9A-4742-B13C-FB6460FD3503}" type="slidenum">
              <a:rPr lang="en-US" altLang="zh-CN" sz="1800" dirty="0">
                <a:solidFill>
                  <a:srgbClr val="0000FF"/>
                </a:solidFill>
                <a:latin typeface="Times New Roman" panose="02020603050405020304" pitchFamily="18" charset="0"/>
              </a:rPr>
              <a:t>‹#›</a:t>
            </a:fld>
            <a:r>
              <a:rPr lang="en-US" altLang="zh-CN" sz="2000" dirty="0">
                <a:solidFill>
                  <a:srgbClr val="FF0000"/>
                </a:solidFill>
                <a:latin typeface="Times New Roman" panose="02020603050405020304" pitchFamily="18" charset="0"/>
              </a:rPr>
              <a:t>-</a:t>
            </a:r>
          </a:p>
        </p:txBody>
      </p:sp>
    </p:spTree>
  </p:cSld>
  <p:clrMapOvr>
    <a:masterClrMapping/>
  </p:clrMapOvr>
  <p:transition>
    <p:wipe dir="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灯片编号占位符 4"/>
          <p:cNvSpPr>
            <a:spLocks noGrp="1"/>
          </p:cNvSpPr>
          <p:nvPr>
            <p:ph type="sldNum" sz="quarter" idx="10"/>
          </p:nvPr>
        </p:nvSpPr>
        <p:spPr/>
        <p:txBody>
          <a:bodyPr/>
          <a:lstStyle/>
          <a:p>
            <a:pPr lvl="0" eaLnBrk="1" hangingPunct="1"/>
            <a:r>
              <a:rPr lang="en-US" altLang="zh-CN" dirty="0"/>
              <a:t>-</a:t>
            </a:r>
            <a:fld id="{9A0DB2DC-4C9A-4742-B13C-FB6460FD3503}" type="slidenum">
              <a:rPr lang="en-US" altLang="zh-CN" sz="1800" dirty="0">
                <a:solidFill>
                  <a:srgbClr val="0000FF"/>
                </a:solidFill>
                <a:latin typeface="Times New Roman" panose="02020603050405020304" pitchFamily="18" charset="0"/>
              </a:rPr>
              <a:t>‹#›</a:t>
            </a:fld>
            <a:r>
              <a:rPr lang="en-US" altLang="zh-CN" sz="2000" dirty="0">
                <a:solidFill>
                  <a:srgbClr val="FF0000"/>
                </a:solidFill>
                <a:latin typeface="Times New Roman" panose="02020603050405020304" pitchFamily="18" charset="0"/>
              </a:rPr>
              <a:t>-</a:t>
            </a:r>
          </a:p>
        </p:txBody>
      </p:sp>
    </p:spTree>
  </p:cSld>
  <p:clrMapOvr>
    <a:masterClrMapping/>
  </p:clrMapOvr>
  <p:transition>
    <p:wipe dir="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3"/>
          <p:cNvSpPr>
            <a:spLocks noGrp="1"/>
          </p:cNvSpPr>
          <p:nvPr>
            <p:ph type="sldNum" sz="quarter" idx="10"/>
          </p:nvPr>
        </p:nvSpPr>
        <p:spPr/>
        <p:txBody>
          <a:bodyPr/>
          <a:lstStyle/>
          <a:p>
            <a:pPr lvl="0" eaLnBrk="1" hangingPunct="1"/>
            <a:r>
              <a:rPr lang="en-US" altLang="zh-CN" dirty="0"/>
              <a:t>-</a:t>
            </a:r>
            <a:fld id="{9A0DB2DC-4C9A-4742-B13C-FB6460FD3503}" type="slidenum">
              <a:rPr lang="en-US" altLang="zh-CN" sz="1800" dirty="0">
                <a:solidFill>
                  <a:srgbClr val="0000FF"/>
                </a:solidFill>
                <a:latin typeface="Times New Roman" panose="02020603050405020304" pitchFamily="18" charset="0"/>
              </a:rPr>
              <a:t>‹#›</a:t>
            </a:fld>
            <a:r>
              <a:rPr lang="en-US" altLang="zh-CN" sz="2000" dirty="0">
                <a:solidFill>
                  <a:srgbClr val="FF0000"/>
                </a:solidFill>
                <a:latin typeface="Times New Roman" panose="02020603050405020304" pitchFamily="18" charset="0"/>
              </a:rPr>
              <a:t>-</a:t>
            </a:r>
          </a:p>
        </p:txBody>
      </p:sp>
    </p:spTree>
  </p:cSld>
  <p:clrMapOvr>
    <a:masterClrMapping/>
  </p:clrMapOvr>
  <p:transition>
    <p:wipe dir="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3"/>
          <p:cNvSpPr>
            <a:spLocks noGrp="1"/>
          </p:cNvSpPr>
          <p:nvPr>
            <p:ph type="sldNum" sz="quarter" idx="10"/>
          </p:nvPr>
        </p:nvSpPr>
        <p:spPr/>
        <p:txBody>
          <a:bodyPr/>
          <a:lstStyle/>
          <a:p>
            <a:pPr lvl="0" eaLnBrk="1" hangingPunct="1"/>
            <a:r>
              <a:rPr lang="en-US" altLang="zh-CN" dirty="0"/>
              <a:t>-</a:t>
            </a:r>
            <a:fld id="{9A0DB2DC-4C9A-4742-B13C-FB6460FD3503}" type="slidenum">
              <a:rPr lang="en-US" altLang="zh-CN" sz="1800" dirty="0">
                <a:solidFill>
                  <a:srgbClr val="0000FF"/>
                </a:solidFill>
                <a:latin typeface="Times New Roman" panose="02020603050405020304" pitchFamily="18" charset="0"/>
              </a:rPr>
              <a:t>‹#›</a:t>
            </a:fld>
            <a:r>
              <a:rPr lang="en-US" altLang="zh-CN" sz="2000" dirty="0">
                <a:solidFill>
                  <a:srgbClr val="FF0000"/>
                </a:solidFill>
                <a:latin typeface="Times New Roman" panose="02020603050405020304" pitchFamily="18" charset="0"/>
              </a:rPr>
              <a:t>-</a:t>
            </a:r>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image" Target="../media/image1.jpeg"/><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b" anchorCtr="0" compatLnSpc="1"/>
          <a:lstStyle>
            <a:lvl1pPr algn="ctr">
              <a:defRPr sz="1200" smtClean="0">
                <a:solidFill>
                  <a:srgbClr val="000000"/>
                </a:solidFill>
                <a:latin typeface="+mn-lt"/>
                <a:ea typeface="+mn-ea"/>
              </a:defRPr>
            </a:lvl1pPr>
          </a:lstStyle>
          <a:p>
            <a:pPr>
              <a:defRPr/>
            </a:pPr>
            <a:endParaRPr lang="en-US" altLang="zh-CN"/>
          </a:p>
        </p:txBody>
      </p:sp>
      <p:sp>
        <p:nvSpPr>
          <p:cNvPr id="21507" name="Rectangle 3"/>
          <p:cNvSpPr>
            <a:spLocks noGrp="1" noChangeArrowheads="1"/>
          </p:cNvSpPr>
          <p:nvPr>
            <p:ph type="sldNum" sz="quarter" idx="4"/>
          </p:nvPr>
        </p:nvSpPr>
        <p:spPr bwMode="auto">
          <a:xfrm>
            <a:off x="6553200" y="6248400"/>
            <a:ext cx="2133600" cy="457200"/>
          </a:xfrm>
          <a:prstGeom prst="rect">
            <a:avLst/>
          </a:prstGeom>
          <a:noFill/>
          <a:ln>
            <a:noFill/>
          </a:ln>
          <a:effectLst/>
        </p:spPr>
        <p:txBody>
          <a:bodyPr vert="horz" wrap="square" lIns="91440" tIns="45720" rIns="91440" bIns="45720" numCol="1" anchor="b" anchorCtr="0" compatLnSpc="1"/>
          <a:lstStyle>
            <a:lvl1pPr algn="r">
              <a:defRPr sz="1200" smtClean="0">
                <a:solidFill>
                  <a:srgbClr val="000000"/>
                </a:solidFill>
                <a:latin typeface="Arial Black" panose="020B0A04020102020204" pitchFamily="34" charset="0"/>
                <a:ea typeface="+mn-ea"/>
              </a:defRPr>
            </a:lvl1pPr>
          </a:lstStyle>
          <a:p>
            <a:pPr>
              <a:defRPr/>
            </a:pPr>
            <a:fld id="{E3707BDE-8D6C-4BC2-A604-C963881C28AE}" type="slidenum">
              <a:rPr lang="en-US" altLang="zh-CN"/>
              <a:t>‹#›</a:t>
            </a:fld>
            <a:endParaRPr lang="en-US" altLang="zh-CN"/>
          </a:p>
        </p:txBody>
      </p:sp>
      <p:grpSp>
        <p:nvGrpSpPr>
          <p:cNvPr id="665604" name="Group 4"/>
          <p:cNvGrpSpPr/>
          <p:nvPr/>
        </p:nvGrpSpPr>
        <p:grpSpPr bwMode="auto">
          <a:xfrm>
            <a:off x="0" y="0"/>
            <a:ext cx="9144000" cy="546100"/>
            <a:chOff x="0" y="0"/>
            <a:chExt cx="5760" cy="344"/>
          </a:xfrm>
        </p:grpSpPr>
        <p:sp>
          <p:nvSpPr>
            <p:cNvPr id="21509"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p:spPr>
          <p:txBody>
            <a:bodyPr wrap="none" anchor="ctr"/>
            <a:lstStyle/>
            <a:p>
              <a:pPr algn="ctr">
                <a:defRPr/>
              </a:pPr>
              <a:endParaRPr lang="zh-CN" altLang="zh-CN" sz="2400">
                <a:solidFill>
                  <a:srgbClr val="000000"/>
                </a:solidFill>
                <a:latin typeface="Times New Roman" panose="02020603050405020304" pitchFamily="18" charset="0"/>
                <a:ea typeface="+mn-ea"/>
              </a:endParaRPr>
            </a:p>
          </p:txBody>
        </p:sp>
        <p:sp>
          <p:nvSpPr>
            <p:cNvPr id="21510"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p:spPr>
          <p:txBody>
            <a:bodyPr/>
            <a:lstStyle/>
            <a:p>
              <a:pPr>
                <a:defRPr/>
              </a:pPr>
              <a:endParaRPr lang="zh-CN" altLang="zh-CN" sz="2400">
                <a:solidFill>
                  <a:srgbClr val="000000"/>
                </a:solidFill>
                <a:latin typeface="Times New Roman" panose="02020603050405020304" pitchFamily="18" charset="0"/>
                <a:ea typeface="+mn-ea"/>
              </a:endParaRPr>
            </a:p>
          </p:txBody>
        </p:sp>
        <p:sp>
          <p:nvSpPr>
            <p:cNvPr id="21511" name="Rectangle 7"/>
            <p:cNvSpPr>
              <a:spLocks noChangeArrowheads="1"/>
            </p:cNvSpPr>
            <p:nvPr/>
          </p:nvSpPr>
          <p:spPr bwMode="auto">
            <a:xfrm>
              <a:off x="258" y="85"/>
              <a:ext cx="87" cy="89"/>
            </a:xfrm>
            <a:prstGeom prst="rect">
              <a:avLst/>
            </a:prstGeom>
            <a:solidFill>
              <a:schemeClr val="folHlink"/>
            </a:solidFill>
            <a:ln>
              <a:noFill/>
            </a:ln>
          </p:spPr>
          <p:txBody>
            <a:bodyPr/>
            <a:lstStyle/>
            <a:p>
              <a:pPr>
                <a:defRPr/>
              </a:pPr>
              <a:endParaRPr lang="zh-CN" altLang="zh-CN">
                <a:solidFill>
                  <a:srgbClr val="666699"/>
                </a:solidFill>
                <a:latin typeface="+mn-lt"/>
                <a:ea typeface="+mn-ea"/>
              </a:endParaRPr>
            </a:p>
          </p:txBody>
        </p:sp>
        <p:sp>
          <p:nvSpPr>
            <p:cNvPr id="21512" name="Rectangle 8"/>
            <p:cNvSpPr>
              <a:spLocks noChangeArrowheads="1"/>
            </p:cNvSpPr>
            <p:nvPr/>
          </p:nvSpPr>
          <p:spPr bwMode="auto">
            <a:xfrm>
              <a:off x="345" y="0"/>
              <a:ext cx="88" cy="87"/>
            </a:xfrm>
            <a:prstGeom prst="rect">
              <a:avLst/>
            </a:prstGeom>
            <a:solidFill>
              <a:schemeClr val="folHlink"/>
            </a:solidFill>
            <a:ln>
              <a:noFill/>
            </a:ln>
          </p:spPr>
          <p:txBody>
            <a:bodyPr/>
            <a:lstStyle/>
            <a:p>
              <a:pPr>
                <a:defRPr/>
              </a:pPr>
              <a:endParaRPr lang="zh-CN" altLang="zh-CN">
                <a:solidFill>
                  <a:srgbClr val="666699"/>
                </a:solidFill>
                <a:latin typeface="+mn-lt"/>
                <a:ea typeface="+mn-ea"/>
              </a:endParaRPr>
            </a:p>
          </p:txBody>
        </p:sp>
        <p:sp>
          <p:nvSpPr>
            <p:cNvPr id="21513" name="Rectangle 9"/>
            <p:cNvSpPr>
              <a:spLocks noChangeArrowheads="1"/>
            </p:cNvSpPr>
            <p:nvPr/>
          </p:nvSpPr>
          <p:spPr bwMode="auto">
            <a:xfrm>
              <a:off x="345" y="85"/>
              <a:ext cx="88" cy="89"/>
            </a:xfrm>
            <a:prstGeom prst="rect">
              <a:avLst/>
            </a:prstGeom>
            <a:solidFill>
              <a:schemeClr val="accent2"/>
            </a:solidFill>
            <a:ln>
              <a:noFill/>
            </a:ln>
          </p:spPr>
          <p:txBody>
            <a:bodyPr/>
            <a:lstStyle/>
            <a:p>
              <a:pPr>
                <a:defRPr/>
              </a:pPr>
              <a:endParaRPr lang="zh-CN" altLang="zh-CN">
                <a:solidFill>
                  <a:srgbClr val="9999CC"/>
                </a:solidFill>
                <a:latin typeface="+mn-lt"/>
                <a:ea typeface="+mn-ea"/>
              </a:endParaRPr>
            </a:p>
          </p:txBody>
        </p:sp>
        <p:sp>
          <p:nvSpPr>
            <p:cNvPr id="21514" name="Rectangle 10"/>
            <p:cNvSpPr>
              <a:spLocks noChangeArrowheads="1"/>
            </p:cNvSpPr>
            <p:nvPr/>
          </p:nvSpPr>
          <p:spPr bwMode="auto">
            <a:xfrm>
              <a:off x="173" y="173"/>
              <a:ext cx="86" cy="87"/>
            </a:xfrm>
            <a:prstGeom prst="rect">
              <a:avLst/>
            </a:prstGeom>
            <a:solidFill>
              <a:schemeClr val="folHlink"/>
            </a:solidFill>
            <a:ln>
              <a:noFill/>
            </a:ln>
          </p:spPr>
          <p:txBody>
            <a:bodyPr/>
            <a:lstStyle/>
            <a:p>
              <a:pPr>
                <a:defRPr/>
              </a:pPr>
              <a:endParaRPr lang="zh-CN" altLang="zh-CN">
                <a:solidFill>
                  <a:srgbClr val="666699"/>
                </a:solidFill>
                <a:latin typeface="+mn-lt"/>
                <a:ea typeface="+mn-ea"/>
              </a:endParaRPr>
            </a:p>
          </p:txBody>
        </p:sp>
        <p:sp>
          <p:nvSpPr>
            <p:cNvPr id="21515" name="Rectangle 11"/>
            <p:cNvSpPr>
              <a:spLocks noChangeArrowheads="1"/>
            </p:cNvSpPr>
            <p:nvPr/>
          </p:nvSpPr>
          <p:spPr bwMode="auto">
            <a:xfrm>
              <a:off x="83" y="86"/>
              <a:ext cx="89" cy="87"/>
            </a:xfrm>
            <a:prstGeom prst="rect">
              <a:avLst/>
            </a:prstGeom>
            <a:solidFill>
              <a:schemeClr val="bg2"/>
            </a:solidFill>
            <a:ln>
              <a:noFill/>
            </a:ln>
          </p:spPr>
          <p:txBody>
            <a:bodyPr/>
            <a:lstStyle/>
            <a:p>
              <a:pPr>
                <a:defRPr/>
              </a:pPr>
              <a:endParaRPr lang="zh-CN" altLang="zh-CN" sz="2400">
                <a:solidFill>
                  <a:srgbClr val="000000"/>
                </a:solidFill>
                <a:latin typeface="Times New Roman" panose="02020603050405020304" pitchFamily="18" charset="0"/>
                <a:ea typeface="+mn-ea"/>
              </a:endParaRPr>
            </a:p>
          </p:txBody>
        </p:sp>
        <p:sp>
          <p:nvSpPr>
            <p:cNvPr id="21516" name="Rectangle 12"/>
            <p:cNvSpPr>
              <a:spLocks noChangeArrowheads="1"/>
            </p:cNvSpPr>
            <p:nvPr/>
          </p:nvSpPr>
          <p:spPr bwMode="auto">
            <a:xfrm>
              <a:off x="258" y="171"/>
              <a:ext cx="87" cy="87"/>
            </a:xfrm>
            <a:prstGeom prst="rect">
              <a:avLst/>
            </a:prstGeom>
            <a:solidFill>
              <a:schemeClr val="accent2"/>
            </a:solidFill>
            <a:ln>
              <a:noFill/>
            </a:ln>
          </p:spPr>
          <p:txBody>
            <a:bodyPr/>
            <a:lstStyle/>
            <a:p>
              <a:pPr>
                <a:defRPr/>
              </a:pPr>
              <a:endParaRPr lang="zh-CN" altLang="zh-CN">
                <a:solidFill>
                  <a:srgbClr val="9999CC"/>
                </a:solidFill>
                <a:latin typeface="+mn-lt"/>
                <a:ea typeface="+mn-ea"/>
              </a:endParaRPr>
            </a:p>
          </p:txBody>
        </p:sp>
        <p:sp>
          <p:nvSpPr>
            <p:cNvPr id="21517" name="Rectangle 13"/>
            <p:cNvSpPr>
              <a:spLocks noChangeArrowheads="1"/>
            </p:cNvSpPr>
            <p:nvPr/>
          </p:nvSpPr>
          <p:spPr bwMode="auto">
            <a:xfrm>
              <a:off x="173" y="258"/>
              <a:ext cx="86" cy="86"/>
            </a:xfrm>
            <a:prstGeom prst="rect">
              <a:avLst/>
            </a:prstGeom>
            <a:solidFill>
              <a:schemeClr val="accent2"/>
            </a:solidFill>
            <a:ln>
              <a:noFill/>
            </a:ln>
          </p:spPr>
          <p:txBody>
            <a:bodyPr/>
            <a:lstStyle/>
            <a:p>
              <a:pPr>
                <a:defRPr/>
              </a:pPr>
              <a:endParaRPr lang="zh-CN" altLang="zh-CN">
                <a:solidFill>
                  <a:srgbClr val="9999CC"/>
                </a:solidFill>
                <a:latin typeface="+mn-lt"/>
                <a:ea typeface="+mn-ea"/>
              </a:endParaRPr>
            </a:p>
          </p:txBody>
        </p:sp>
      </p:grpSp>
      <p:sp>
        <p:nvSpPr>
          <p:cNvPr id="665605" name="Rectangle 14"/>
          <p:cNvSpPr>
            <a:spLocks noGrp="1" noChangeArrowheads="1"/>
          </p:cNvSpPr>
          <p:nvPr>
            <p:ph type="title"/>
          </p:nvPr>
        </p:nvSpPr>
        <p:spPr bwMode="auto">
          <a:xfrm>
            <a:off x="457200" y="457200"/>
            <a:ext cx="8229600" cy="1371600"/>
          </a:xfrm>
          <a:prstGeom prst="rect">
            <a:avLst/>
          </a:prstGeom>
          <a:noFill/>
          <a:ln w="9525">
            <a:noFill/>
            <a:miter lim="800000"/>
          </a:ln>
        </p:spPr>
        <p:txBody>
          <a:bodyPr vert="horz" wrap="square" lIns="91440" tIns="45720" rIns="91440" bIns="45720" numCol="1" anchor="ctr" anchorCtr="0" compatLnSpc="1"/>
          <a:lstStyle/>
          <a:p>
            <a:pPr lvl="0"/>
            <a:r>
              <a:rPr lang="zh-CN" altLang="en-US"/>
              <a:t>单击此处编辑母版标题样式</a:t>
            </a:r>
          </a:p>
        </p:txBody>
      </p:sp>
      <p:sp>
        <p:nvSpPr>
          <p:cNvPr id="665606" name="Rectangle 15"/>
          <p:cNvSpPr>
            <a:spLocks noGrp="1" noChangeArrowheads="1"/>
          </p:cNvSpPr>
          <p:nvPr>
            <p:ph type="body" idx="1"/>
          </p:nvPr>
        </p:nvSpPr>
        <p:spPr bwMode="auto">
          <a:xfrm>
            <a:off x="457200" y="1981200"/>
            <a:ext cx="8229600" cy="3886200"/>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1520" name="Rectangle 16"/>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b" anchorCtr="0" compatLnSpc="1"/>
          <a:lstStyle>
            <a:lvl1pPr>
              <a:defRPr sz="1200" smtClean="0">
                <a:solidFill>
                  <a:srgbClr val="000000"/>
                </a:solidFill>
                <a:latin typeface="+mn-lt"/>
                <a:ea typeface="+mn-ea"/>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ChangeArrowheads="1"/>
          </p:cNvSpPr>
          <p:nvPr/>
        </p:nvSpPr>
        <p:spPr bwMode="ltGray">
          <a:xfrm>
            <a:off x="417513" y="1098550"/>
            <a:ext cx="438150" cy="474663"/>
          </a:xfrm>
          <a:prstGeom prst="rect">
            <a:avLst/>
          </a:prstGeom>
          <a:solidFill>
            <a:schemeClr val="accent2"/>
          </a:solidFill>
          <a:ln>
            <a:noFill/>
          </a:ln>
          <a:effectLst/>
        </p:spPr>
        <p:txBody>
          <a:bodyPr wrap="none" anchor="ctr"/>
          <a:lstStyle/>
          <a:p>
            <a:pPr algn="ctr">
              <a:defRPr/>
            </a:pPr>
            <a:endParaRPr kumimoji="1" lang="zh-CN" altLang="zh-CN" sz="2400">
              <a:solidFill>
                <a:srgbClr val="000000"/>
              </a:solidFill>
              <a:latin typeface="+mn-lt"/>
              <a:ea typeface="+mn-ea"/>
            </a:endParaRPr>
          </a:p>
        </p:txBody>
      </p:sp>
      <p:sp>
        <p:nvSpPr>
          <p:cNvPr id="29699"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ffectLst/>
        </p:spPr>
        <p:txBody>
          <a:bodyPr wrap="none" anchor="ctr"/>
          <a:lstStyle/>
          <a:p>
            <a:pPr algn="ctr">
              <a:defRPr/>
            </a:pPr>
            <a:endParaRPr kumimoji="1" lang="zh-CN" altLang="zh-CN" sz="2400">
              <a:solidFill>
                <a:srgbClr val="000000"/>
              </a:solidFill>
              <a:latin typeface="+mn-lt"/>
              <a:ea typeface="+mn-ea"/>
            </a:endParaRPr>
          </a:p>
        </p:txBody>
      </p:sp>
      <p:sp>
        <p:nvSpPr>
          <p:cNvPr id="29700" name="Rectangle 4"/>
          <p:cNvSpPr>
            <a:spLocks noChangeArrowheads="1"/>
          </p:cNvSpPr>
          <p:nvPr/>
        </p:nvSpPr>
        <p:spPr bwMode="ltGray">
          <a:xfrm>
            <a:off x="541338" y="1520825"/>
            <a:ext cx="422275" cy="474663"/>
          </a:xfrm>
          <a:prstGeom prst="rect">
            <a:avLst/>
          </a:prstGeom>
          <a:solidFill>
            <a:schemeClr val="folHlink"/>
          </a:solidFill>
          <a:ln>
            <a:noFill/>
          </a:ln>
          <a:effectLst/>
        </p:spPr>
        <p:txBody>
          <a:bodyPr wrap="none" anchor="ctr"/>
          <a:lstStyle/>
          <a:p>
            <a:pPr algn="ctr">
              <a:defRPr/>
            </a:pPr>
            <a:endParaRPr kumimoji="1" lang="zh-CN" altLang="zh-CN" sz="2400">
              <a:solidFill>
                <a:srgbClr val="000000"/>
              </a:solidFill>
              <a:latin typeface="+mn-lt"/>
              <a:ea typeface="+mn-ea"/>
            </a:endParaRPr>
          </a:p>
        </p:txBody>
      </p:sp>
      <p:sp>
        <p:nvSpPr>
          <p:cNvPr id="29701"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a:effectLst/>
        </p:spPr>
        <p:txBody>
          <a:bodyPr wrap="none" anchor="ctr"/>
          <a:lstStyle/>
          <a:p>
            <a:pPr algn="ctr">
              <a:defRPr/>
            </a:pPr>
            <a:endParaRPr kumimoji="1" lang="zh-CN" altLang="zh-CN" sz="2400">
              <a:solidFill>
                <a:srgbClr val="000000"/>
              </a:solidFill>
              <a:latin typeface="+mn-lt"/>
              <a:ea typeface="+mn-ea"/>
            </a:endParaRPr>
          </a:p>
        </p:txBody>
      </p:sp>
      <p:sp>
        <p:nvSpPr>
          <p:cNvPr id="29702"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a:effectLst/>
        </p:spPr>
        <p:txBody>
          <a:bodyPr wrap="none" anchor="ctr"/>
          <a:lstStyle/>
          <a:p>
            <a:pPr algn="ctr">
              <a:defRPr/>
            </a:pPr>
            <a:endParaRPr kumimoji="1" lang="zh-CN" altLang="zh-CN" sz="2400">
              <a:solidFill>
                <a:srgbClr val="000000"/>
              </a:solidFill>
              <a:latin typeface="+mn-lt"/>
              <a:ea typeface="+mn-ea"/>
            </a:endParaRPr>
          </a:p>
        </p:txBody>
      </p:sp>
      <p:sp>
        <p:nvSpPr>
          <p:cNvPr id="29703" name="Rectangle 7"/>
          <p:cNvSpPr>
            <a:spLocks noChangeArrowheads="1"/>
          </p:cNvSpPr>
          <p:nvPr/>
        </p:nvSpPr>
        <p:spPr bwMode="gray">
          <a:xfrm>
            <a:off x="762000" y="990600"/>
            <a:ext cx="31750" cy="1052513"/>
          </a:xfrm>
          <a:prstGeom prst="rect">
            <a:avLst/>
          </a:prstGeom>
          <a:solidFill>
            <a:schemeClr val="bg2"/>
          </a:solidFill>
          <a:ln>
            <a:noFill/>
          </a:ln>
          <a:effectLst/>
        </p:spPr>
        <p:txBody>
          <a:bodyPr wrap="none" anchor="ctr"/>
          <a:lstStyle/>
          <a:p>
            <a:pPr algn="ctr">
              <a:defRPr/>
            </a:pPr>
            <a:endParaRPr kumimoji="1" lang="zh-CN" altLang="zh-CN" sz="2400">
              <a:solidFill>
                <a:srgbClr val="000000"/>
              </a:solidFill>
              <a:latin typeface="+mn-lt"/>
              <a:ea typeface="+mn-ea"/>
            </a:endParaRPr>
          </a:p>
        </p:txBody>
      </p:sp>
      <p:sp>
        <p:nvSpPr>
          <p:cNvPr id="29704"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a:effectLst/>
        </p:spPr>
        <p:txBody>
          <a:bodyPr wrap="none" anchor="ctr"/>
          <a:lstStyle/>
          <a:p>
            <a:pPr algn="ctr">
              <a:defRPr/>
            </a:pPr>
            <a:endParaRPr kumimoji="1" lang="zh-CN" altLang="zh-CN" sz="2400">
              <a:solidFill>
                <a:srgbClr val="000000"/>
              </a:solidFill>
              <a:latin typeface="+mn-lt"/>
              <a:ea typeface="+mn-ea"/>
            </a:endParaRPr>
          </a:p>
        </p:txBody>
      </p:sp>
      <p:sp>
        <p:nvSpPr>
          <p:cNvPr id="691209" name="Rectangle 9"/>
          <p:cNvSpPr>
            <a:spLocks noGrp="1" noChangeArrowheads="1"/>
          </p:cNvSpPr>
          <p:nvPr>
            <p:ph type="title"/>
          </p:nvPr>
        </p:nvSpPr>
        <p:spPr bwMode="auto">
          <a:xfrm>
            <a:off x="1150938" y="214313"/>
            <a:ext cx="7793037" cy="1462087"/>
          </a:xfrm>
          <a:prstGeom prst="rect">
            <a:avLst/>
          </a:prstGeom>
          <a:noFill/>
          <a:ln w="9525">
            <a:noFill/>
            <a:miter lim="800000"/>
          </a:ln>
        </p:spPr>
        <p:txBody>
          <a:bodyPr vert="horz" wrap="square" lIns="91440" tIns="45720" rIns="91440" bIns="45720" numCol="1" anchor="b" anchorCtr="0" compatLnSpc="1"/>
          <a:lstStyle/>
          <a:p>
            <a:pPr lvl="0"/>
            <a:r>
              <a:rPr lang="zh-CN" altLang="en-US"/>
              <a:t>单击此处编辑母版标题样式</a:t>
            </a:r>
          </a:p>
        </p:txBody>
      </p:sp>
      <p:sp>
        <p:nvSpPr>
          <p:cNvPr id="691210" name="Rectangle 10"/>
          <p:cNvSpPr>
            <a:spLocks noGrp="1" noChangeArrowheads="1"/>
          </p:cNvSpPr>
          <p:nvPr>
            <p:ph type="body" idx="1"/>
          </p:nvPr>
        </p:nvSpPr>
        <p:spPr bwMode="auto">
          <a:xfrm>
            <a:off x="1182688" y="2017713"/>
            <a:ext cx="7772400" cy="4114800"/>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9707" name="Rectangle 11"/>
          <p:cNvSpPr>
            <a:spLocks noGrp="1" noChangeArrowheads="1"/>
          </p:cNvSpPr>
          <p:nvPr>
            <p:ph type="dt" sz="half" idx="2"/>
          </p:nvPr>
        </p:nvSpPr>
        <p:spPr bwMode="auto">
          <a:xfrm>
            <a:off x="1162050" y="6243638"/>
            <a:ext cx="1905000" cy="457200"/>
          </a:xfrm>
          <a:prstGeom prst="rect">
            <a:avLst/>
          </a:prstGeom>
          <a:noFill/>
          <a:ln>
            <a:noFill/>
          </a:ln>
          <a:effectLst/>
        </p:spPr>
        <p:txBody>
          <a:bodyPr vert="horz" wrap="square" lIns="91440" tIns="45720" rIns="91440" bIns="45720" numCol="1" anchor="b" anchorCtr="0" compatLnSpc="1"/>
          <a:lstStyle>
            <a:lvl1pPr>
              <a:defRPr sz="1400" smtClean="0">
                <a:solidFill>
                  <a:srgbClr val="000000"/>
                </a:solidFill>
                <a:latin typeface="+mn-lt"/>
                <a:ea typeface="+mn-ea"/>
              </a:defRPr>
            </a:lvl1pPr>
          </a:lstStyle>
          <a:p>
            <a:pPr>
              <a:defRPr/>
            </a:pPr>
            <a:endParaRPr lang="en-US" altLang="zh-CN"/>
          </a:p>
        </p:txBody>
      </p:sp>
      <p:sp>
        <p:nvSpPr>
          <p:cNvPr id="29708" name="Rectangle 12"/>
          <p:cNvSpPr>
            <a:spLocks noGrp="1" noChangeArrowheads="1"/>
          </p:cNvSpPr>
          <p:nvPr>
            <p:ph type="ftr" sz="quarter" idx="3"/>
          </p:nvPr>
        </p:nvSpPr>
        <p:spPr bwMode="auto">
          <a:xfrm>
            <a:off x="3657600" y="6243638"/>
            <a:ext cx="2895600" cy="457200"/>
          </a:xfrm>
          <a:prstGeom prst="rect">
            <a:avLst/>
          </a:prstGeom>
          <a:noFill/>
          <a:ln>
            <a:noFill/>
          </a:ln>
          <a:effectLst/>
        </p:spPr>
        <p:txBody>
          <a:bodyPr vert="horz" wrap="square" lIns="91440" tIns="45720" rIns="91440" bIns="45720" numCol="1" anchor="b" anchorCtr="0" compatLnSpc="1"/>
          <a:lstStyle>
            <a:lvl1pPr algn="ctr">
              <a:defRPr sz="1400" smtClean="0">
                <a:solidFill>
                  <a:srgbClr val="000000"/>
                </a:solidFill>
                <a:latin typeface="+mn-lt"/>
                <a:ea typeface="+mn-ea"/>
              </a:defRPr>
            </a:lvl1pPr>
          </a:lstStyle>
          <a:p>
            <a:pPr>
              <a:defRPr/>
            </a:pPr>
            <a:endParaRPr lang="en-US" altLang="zh-CN"/>
          </a:p>
        </p:txBody>
      </p:sp>
      <p:sp>
        <p:nvSpPr>
          <p:cNvPr id="29709" name="Rectangle 13"/>
          <p:cNvSpPr>
            <a:spLocks noGrp="1" noChangeArrowheads="1"/>
          </p:cNvSpPr>
          <p:nvPr>
            <p:ph type="sldNum" sz="quarter" idx="4"/>
          </p:nvPr>
        </p:nvSpPr>
        <p:spPr bwMode="auto">
          <a:xfrm>
            <a:off x="7042150" y="6243638"/>
            <a:ext cx="1905000" cy="457200"/>
          </a:xfrm>
          <a:prstGeom prst="rect">
            <a:avLst/>
          </a:prstGeom>
          <a:noFill/>
          <a:ln>
            <a:noFill/>
          </a:ln>
          <a:effectLst/>
        </p:spPr>
        <p:txBody>
          <a:bodyPr vert="horz" wrap="square" lIns="91440" tIns="45720" rIns="91440" bIns="45720" numCol="1" anchor="b" anchorCtr="0" compatLnSpc="1"/>
          <a:lstStyle>
            <a:lvl1pPr algn="r">
              <a:defRPr sz="1400" smtClean="0">
                <a:solidFill>
                  <a:srgbClr val="000000"/>
                </a:solidFill>
                <a:latin typeface="+mn-lt"/>
                <a:ea typeface="+mn-ea"/>
              </a:defRPr>
            </a:lvl1pPr>
          </a:lstStyle>
          <a:p>
            <a:pPr>
              <a:defRPr/>
            </a:pPr>
            <a:fld id="{081E15B2-D433-4C13-8DE7-63377D38AF0C}"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sz="1200">
                <a:solidFill>
                  <a:srgbClr val="000000"/>
                </a:solidFill>
                <a:latin typeface="+mn-lt"/>
                <a:ea typeface="+mn-ea"/>
              </a:defRPr>
            </a:lvl1pPr>
          </a:lstStyle>
          <a:p>
            <a:pPr>
              <a:defRPr/>
            </a:pPr>
            <a:endParaRPr lang="en-US" altLang="zh-CN"/>
          </a:p>
        </p:txBody>
      </p:sp>
      <p:sp>
        <p:nvSpPr>
          <p:cNvPr id="5123" name="Rectangle 3"/>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lstStyle>
            <a:lvl1pPr algn="r">
              <a:defRPr sz="1200">
                <a:solidFill>
                  <a:srgbClr val="000000"/>
                </a:solidFill>
                <a:latin typeface="+mn-lt"/>
                <a:ea typeface="+mn-ea"/>
              </a:defRPr>
            </a:lvl1pPr>
          </a:lstStyle>
          <a:p>
            <a:pPr>
              <a:defRPr/>
            </a:pPr>
            <a:fld id="{33C392F1-3CA2-4677-9599-74D099C33127}" type="slidenum">
              <a:rPr lang="en-US" altLang="zh-CN"/>
              <a:t>‹#›</a:t>
            </a:fld>
            <a:endParaRPr lang="en-US" altLang="zh-CN"/>
          </a:p>
        </p:txBody>
      </p:sp>
      <p:grpSp>
        <p:nvGrpSpPr>
          <p:cNvPr id="405508" name="Group 4"/>
          <p:cNvGrpSpPr/>
          <p:nvPr/>
        </p:nvGrpSpPr>
        <p:grpSpPr bwMode="auto">
          <a:xfrm>
            <a:off x="0" y="0"/>
            <a:ext cx="9144000" cy="546100"/>
            <a:chOff x="0" y="0"/>
            <a:chExt cx="5760" cy="344"/>
          </a:xfrm>
        </p:grpSpPr>
        <p:sp>
          <p:nvSpPr>
            <p:cNvPr id="5125"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algn="ctr">
                <a:defRPr/>
              </a:pPr>
              <a:endParaRPr lang="zh-CN" altLang="zh-CN" sz="2400">
                <a:solidFill>
                  <a:srgbClr val="000000"/>
                </a:solidFill>
                <a:latin typeface="+mn-lt"/>
                <a:ea typeface="+mn-ea"/>
              </a:endParaRPr>
            </a:p>
          </p:txBody>
        </p:sp>
        <p:sp>
          <p:nvSpPr>
            <p:cNvPr id="5126"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ln>
          </p:spPr>
          <p:txBody>
            <a:bodyPr/>
            <a:lstStyle/>
            <a:p>
              <a:pPr>
                <a:defRPr/>
              </a:pPr>
              <a:endParaRPr lang="zh-CN" altLang="zh-CN" sz="2400">
                <a:solidFill>
                  <a:srgbClr val="000000"/>
                </a:solidFill>
                <a:latin typeface="+mn-lt"/>
                <a:ea typeface="+mn-ea"/>
              </a:endParaRPr>
            </a:p>
          </p:txBody>
        </p:sp>
        <p:sp>
          <p:nvSpPr>
            <p:cNvPr id="5127" name="Rectangle 7"/>
            <p:cNvSpPr>
              <a:spLocks noChangeArrowheads="1"/>
            </p:cNvSpPr>
            <p:nvPr/>
          </p:nvSpPr>
          <p:spPr bwMode="auto">
            <a:xfrm>
              <a:off x="258" y="85"/>
              <a:ext cx="87" cy="89"/>
            </a:xfrm>
            <a:prstGeom prst="rect">
              <a:avLst/>
            </a:prstGeom>
            <a:solidFill>
              <a:schemeClr val="folHlink"/>
            </a:solidFill>
            <a:ln w="9525">
              <a:noFill/>
              <a:miter lim="800000"/>
            </a:ln>
          </p:spPr>
          <p:txBody>
            <a:bodyPr/>
            <a:lstStyle/>
            <a:p>
              <a:pPr>
                <a:defRPr/>
              </a:pPr>
              <a:endParaRPr lang="zh-CN" altLang="zh-CN">
                <a:solidFill>
                  <a:srgbClr val="666699"/>
                </a:solidFill>
                <a:latin typeface="+mn-lt"/>
                <a:ea typeface="+mn-ea"/>
              </a:endParaRPr>
            </a:p>
          </p:txBody>
        </p:sp>
        <p:sp>
          <p:nvSpPr>
            <p:cNvPr id="5128" name="Rectangle 8"/>
            <p:cNvSpPr>
              <a:spLocks noChangeArrowheads="1"/>
            </p:cNvSpPr>
            <p:nvPr/>
          </p:nvSpPr>
          <p:spPr bwMode="auto">
            <a:xfrm>
              <a:off x="345" y="0"/>
              <a:ext cx="88" cy="87"/>
            </a:xfrm>
            <a:prstGeom prst="rect">
              <a:avLst/>
            </a:prstGeom>
            <a:solidFill>
              <a:schemeClr val="folHlink"/>
            </a:solidFill>
            <a:ln w="9525">
              <a:noFill/>
              <a:miter lim="800000"/>
            </a:ln>
          </p:spPr>
          <p:txBody>
            <a:bodyPr/>
            <a:lstStyle/>
            <a:p>
              <a:pPr>
                <a:defRPr/>
              </a:pPr>
              <a:endParaRPr lang="zh-CN" altLang="zh-CN">
                <a:solidFill>
                  <a:srgbClr val="666699"/>
                </a:solidFill>
                <a:latin typeface="+mn-lt"/>
                <a:ea typeface="+mn-ea"/>
              </a:endParaRPr>
            </a:p>
          </p:txBody>
        </p:sp>
        <p:sp>
          <p:nvSpPr>
            <p:cNvPr id="5129" name="Rectangle 9"/>
            <p:cNvSpPr>
              <a:spLocks noChangeArrowheads="1"/>
            </p:cNvSpPr>
            <p:nvPr/>
          </p:nvSpPr>
          <p:spPr bwMode="auto">
            <a:xfrm>
              <a:off x="345" y="85"/>
              <a:ext cx="88" cy="89"/>
            </a:xfrm>
            <a:prstGeom prst="rect">
              <a:avLst/>
            </a:prstGeom>
            <a:solidFill>
              <a:schemeClr val="accent2"/>
            </a:solidFill>
            <a:ln w="9525">
              <a:noFill/>
              <a:miter lim="800000"/>
            </a:ln>
          </p:spPr>
          <p:txBody>
            <a:bodyPr/>
            <a:lstStyle/>
            <a:p>
              <a:pPr>
                <a:defRPr/>
              </a:pPr>
              <a:endParaRPr lang="zh-CN" altLang="zh-CN">
                <a:solidFill>
                  <a:srgbClr val="9999CC"/>
                </a:solidFill>
                <a:latin typeface="+mn-lt"/>
                <a:ea typeface="+mn-ea"/>
              </a:endParaRPr>
            </a:p>
          </p:txBody>
        </p:sp>
        <p:sp>
          <p:nvSpPr>
            <p:cNvPr id="5130" name="Rectangle 10"/>
            <p:cNvSpPr>
              <a:spLocks noChangeArrowheads="1"/>
            </p:cNvSpPr>
            <p:nvPr/>
          </p:nvSpPr>
          <p:spPr bwMode="auto">
            <a:xfrm>
              <a:off x="173" y="173"/>
              <a:ext cx="86" cy="87"/>
            </a:xfrm>
            <a:prstGeom prst="rect">
              <a:avLst/>
            </a:prstGeom>
            <a:solidFill>
              <a:schemeClr val="folHlink"/>
            </a:solidFill>
            <a:ln w="9525">
              <a:noFill/>
              <a:miter lim="800000"/>
            </a:ln>
          </p:spPr>
          <p:txBody>
            <a:bodyPr/>
            <a:lstStyle/>
            <a:p>
              <a:pPr>
                <a:defRPr/>
              </a:pPr>
              <a:endParaRPr lang="zh-CN" altLang="zh-CN">
                <a:solidFill>
                  <a:srgbClr val="666699"/>
                </a:solidFill>
                <a:latin typeface="+mn-lt"/>
                <a:ea typeface="+mn-ea"/>
              </a:endParaRPr>
            </a:p>
          </p:txBody>
        </p:sp>
        <p:sp>
          <p:nvSpPr>
            <p:cNvPr id="5131" name="Rectangle 11"/>
            <p:cNvSpPr>
              <a:spLocks noChangeArrowheads="1"/>
            </p:cNvSpPr>
            <p:nvPr/>
          </p:nvSpPr>
          <p:spPr bwMode="auto">
            <a:xfrm>
              <a:off x="83" y="86"/>
              <a:ext cx="89" cy="87"/>
            </a:xfrm>
            <a:prstGeom prst="rect">
              <a:avLst/>
            </a:prstGeom>
            <a:solidFill>
              <a:schemeClr val="bg2"/>
            </a:solidFill>
            <a:ln w="9525">
              <a:noFill/>
              <a:miter lim="800000"/>
            </a:ln>
          </p:spPr>
          <p:txBody>
            <a:bodyPr/>
            <a:lstStyle/>
            <a:p>
              <a:pPr>
                <a:defRPr/>
              </a:pPr>
              <a:endParaRPr lang="zh-CN" altLang="zh-CN" sz="2400">
                <a:solidFill>
                  <a:srgbClr val="000000"/>
                </a:solidFill>
                <a:latin typeface="+mn-lt"/>
                <a:ea typeface="+mn-ea"/>
              </a:endParaRPr>
            </a:p>
          </p:txBody>
        </p:sp>
        <p:sp>
          <p:nvSpPr>
            <p:cNvPr id="5132" name="Rectangle 12"/>
            <p:cNvSpPr>
              <a:spLocks noChangeArrowheads="1"/>
            </p:cNvSpPr>
            <p:nvPr/>
          </p:nvSpPr>
          <p:spPr bwMode="auto">
            <a:xfrm>
              <a:off x="258" y="171"/>
              <a:ext cx="87" cy="87"/>
            </a:xfrm>
            <a:prstGeom prst="rect">
              <a:avLst/>
            </a:prstGeom>
            <a:solidFill>
              <a:schemeClr val="accent2"/>
            </a:solidFill>
            <a:ln w="9525">
              <a:noFill/>
              <a:miter lim="800000"/>
            </a:ln>
          </p:spPr>
          <p:txBody>
            <a:bodyPr/>
            <a:lstStyle/>
            <a:p>
              <a:pPr>
                <a:defRPr/>
              </a:pPr>
              <a:endParaRPr lang="zh-CN" altLang="zh-CN">
                <a:solidFill>
                  <a:srgbClr val="9999CC"/>
                </a:solidFill>
                <a:latin typeface="+mn-lt"/>
                <a:ea typeface="+mn-ea"/>
              </a:endParaRPr>
            </a:p>
          </p:txBody>
        </p:sp>
        <p:sp>
          <p:nvSpPr>
            <p:cNvPr id="5133" name="Rectangle 13"/>
            <p:cNvSpPr>
              <a:spLocks noChangeArrowheads="1"/>
            </p:cNvSpPr>
            <p:nvPr/>
          </p:nvSpPr>
          <p:spPr bwMode="auto">
            <a:xfrm>
              <a:off x="173" y="258"/>
              <a:ext cx="86" cy="86"/>
            </a:xfrm>
            <a:prstGeom prst="rect">
              <a:avLst/>
            </a:prstGeom>
            <a:solidFill>
              <a:schemeClr val="accent2"/>
            </a:solidFill>
            <a:ln w="9525">
              <a:noFill/>
              <a:miter lim="800000"/>
            </a:ln>
          </p:spPr>
          <p:txBody>
            <a:bodyPr/>
            <a:lstStyle/>
            <a:p>
              <a:pPr>
                <a:defRPr/>
              </a:pPr>
              <a:endParaRPr lang="zh-CN" altLang="zh-CN">
                <a:solidFill>
                  <a:srgbClr val="9999CC"/>
                </a:solidFill>
                <a:latin typeface="+mn-lt"/>
                <a:ea typeface="+mn-ea"/>
              </a:endParaRPr>
            </a:p>
          </p:txBody>
        </p:sp>
      </p:grpSp>
      <p:sp>
        <p:nvSpPr>
          <p:cNvPr id="405509" name="Rectangle 14"/>
          <p:cNvSpPr>
            <a:spLocks noGrp="1" noChangeArrowheads="1"/>
          </p:cNvSpPr>
          <p:nvPr>
            <p:ph type="title"/>
          </p:nvPr>
        </p:nvSpPr>
        <p:spPr bwMode="auto">
          <a:xfrm>
            <a:off x="457200" y="112713"/>
            <a:ext cx="8229600" cy="1371600"/>
          </a:xfrm>
          <a:prstGeom prst="rect">
            <a:avLst/>
          </a:prstGeom>
          <a:noFill/>
          <a:ln w="9525">
            <a:noFill/>
            <a:miter lim="800000"/>
          </a:ln>
        </p:spPr>
        <p:txBody>
          <a:bodyPr vert="horz" wrap="square" lIns="91440" tIns="45720" rIns="91440" bIns="45720" numCol="1" anchor="ctr" anchorCtr="0" compatLnSpc="1"/>
          <a:lstStyle/>
          <a:p>
            <a:pPr lvl="0"/>
            <a:r>
              <a:rPr lang="zh-CN" altLang="en-US"/>
              <a:t>单击此处编辑母版标题样式</a:t>
            </a:r>
          </a:p>
        </p:txBody>
      </p:sp>
      <p:sp>
        <p:nvSpPr>
          <p:cNvPr id="405510" name="Rectangle 15"/>
          <p:cNvSpPr>
            <a:spLocks noGrp="1" noChangeArrowheads="1"/>
          </p:cNvSpPr>
          <p:nvPr>
            <p:ph type="body" idx="1"/>
          </p:nvPr>
        </p:nvSpPr>
        <p:spPr bwMode="auto">
          <a:xfrm>
            <a:off x="457200" y="1628775"/>
            <a:ext cx="8229600" cy="3886200"/>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136"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a:defRPr sz="1200">
                <a:solidFill>
                  <a:srgbClr val="000000"/>
                </a:solidFill>
                <a:latin typeface="+mn-lt"/>
                <a:ea typeface="+mn-ea"/>
              </a:defRPr>
            </a:lvl1pPr>
          </a:lstStyle>
          <a:p>
            <a:pPr>
              <a:defRPr/>
            </a:pPr>
            <a:endParaRPr lang="en-US" altLang="zh-CN"/>
          </a:p>
        </p:txBody>
      </p:sp>
      <p:sp>
        <p:nvSpPr>
          <p:cNvPr id="5137" name="Rectangle 17">
            <a:hlinkClick r:id="" action="ppaction://hlinkshowjump?jump=previousslide"/>
          </p:cNvPr>
          <p:cNvSpPr>
            <a:spLocks noChangeArrowheads="1"/>
          </p:cNvSpPr>
          <p:nvPr/>
        </p:nvSpPr>
        <p:spPr bwMode="auto">
          <a:xfrm>
            <a:off x="6388100" y="6286500"/>
            <a:ext cx="673100" cy="381000"/>
          </a:xfrm>
          <a:prstGeom prst="rect">
            <a:avLst/>
          </a:prstGeom>
          <a:noFill/>
          <a:ln w="9525">
            <a:noFill/>
            <a:miter lim="800000"/>
          </a:ln>
          <a:effectLst/>
        </p:spPr>
        <p:txBody>
          <a:bodyPr wrap="none" anchor="ctr"/>
          <a:lstStyle/>
          <a:p>
            <a:pPr>
              <a:defRPr/>
            </a:pPr>
            <a:endParaRPr lang="zh-CN" altLang="en-US">
              <a:solidFill>
                <a:srgbClr val="000000"/>
              </a:solidFill>
            </a:endParaRPr>
          </a:p>
        </p:txBody>
      </p:sp>
      <p:sp>
        <p:nvSpPr>
          <p:cNvPr id="5138" name="Rectangle 18">
            <a:hlinkClick r:id="" action="ppaction://hlinkshowjump?jump=nextslide"/>
          </p:cNvPr>
          <p:cNvSpPr>
            <a:spLocks noChangeArrowheads="1"/>
          </p:cNvSpPr>
          <p:nvPr/>
        </p:nvSpPr>
        <p:spPr bwMode="auto">
          <a:xfrm>
            <a:off x="7289800" y="6299200"/>
            <a:ext cx="673100" cy="381000"/>
          </a:xfrm>
          <a:prstGeom prst="rect">
            <a:avLst/>
          </a:prstGeom>
          <a:noFill/>
          <a:ln w="9525">
            <a:noFill/>
            <a:miter lim="800000"/>
          </a:ln>
          <a:effectLst/>
        </p:spPr>
        <p:txBody>
          <a:bodyPr wrap="none" anchor="ctr"/>
          <a:lstStyle/>
          <a:p>
            <a:pPr>
              <a:defRPr/>
            </a:pPr>
            <a:endParaRPr lang="zh-CN" altLang="en-US">
              <a:solidFill>
                <a:srgbClr val="000000"/>
              </a:solidFill>
            </a:endParaRPr>
          </a:p>
        </p:txBody>
      </p:sp>
      <p:sp>
        <p:nvSpPr>
          <p:cNvPr id="5139" name="Rectangle 19">
            <a:hlinkClick r:id="" action="ppaction://hlinkshowjump?jump=firstslide"/>
          </p:cNvPr>
          <p:cNvSpPr>
            <a:spLocks noChangeArrowheads="1"/>
          </p:cNvSpPr>
          <p:nvPr/>
        </p:nvSpPr>
        <p:spPr bwMode="auto">
          <a:xfrm>
            <a:off x="8204200" y="6299200"/>
            <a:ext cx="673100" cy="381000"/>
          </a:xfrm>
          <a:prstGeom prst="rect">
            <a:avLst/>
          </a:prstGeom>
          <a:noFill/>
          <a:ln w="9525">
            <a:noFill/>
            <a:miter lim="800000"/>
          </a:ln>
          <a:effectLst/>
        </p:spPr>
        <p:txBody>
          <a:bodyPr wrap="none" anchor="ctr"/>
          <a:lstStyle/>
          <a:p>
            <a:pPr>
              <a:defRPr/>
            </a:pPr>
            <a:endParaRPr lang="zh-CN" altLang="en-US">
              <a:solidFill>
                <a:srgbClr val="000000"/>
              </a:solidFill>
            </a:endParaRPr>
          </a:p>
        </p:txBody>
      </p:sp>
    </p:spTree>
  </p:cSld>
  <p:clrMap bg1="lt1" tx1="dk1" bg2="lt2" tx2="dk2" accent1="accent1" accent2="accent2" accent3="accent3" accent4="accent4" accent5="accent5" accent6="accent6" hlink="hlink" folHlink="folHlink"/>
  <p:sldLayoutIdLst>
    <p:sldLayoutId id="2147484044" r:id="rId1"/>
    <p:sldLayoutId id="2147484045" r:id="rId2"/>
    <p:sldLayoutId id="2147484046" r:id="rId3"/>
    <p:sldLayoutId id="2147484047" r:id="rId4"/>
    <p:sldLayoutId id="2147484048" r:id="rId5"/>
    <p:sldLayoutId id="2147484049" r:id="rId6"/>
    <p:sldLayoutId id="2147484050" r:id="rId7"/>
    <p:sldLayoutId id="2147484051" r:id="rId8"/>
    <p:sldLayoutId id="2147484052" r:id="rId9"/>
    <p:sldLayoutId id="2147484053" r:id="rId10"/>
    <p:sldLayoutId id="2147484054" r:id="rId11"/>
  </p:sldLayoutIdLst>
  <p:txStyles>
    <p:titleStyle>
      <a:lvl1pPr algn="l" rtl="0" eaLnBrk="0" fontAlgn="base" hangingPunct="0">
        <a:spcBef>
          <a:spcPct val="0"/>
        </a:spcBef>
        <a:spcAft>
          <a:spcPct val="0"/>
        </a:spcAft>
        <a:defRPr sz="3200" b="1">
          <a:solidFill>
            <a:schemeClr val="tx1"/>
          </a:solidFill>
          <a:latin typeface="+mj-lt"/>
          <a:ea typeface="+mj-ea"/>
          <a:cs typeface="楷体_GB2312"/>
        </a:defRPr>
      </a:lvl1pPr>
      <a:lvl2pPr algn="l" rtl="0" eaLnBrk="0" fontAlgn="base" hangingPunct="0">
        <a:spcBef>
          <a:spcPct val="0"/>
        </a:spcBef>
        <a:spcAft>
          <a:spcPct val="0"/>
        </a:spcAft>
        <a:defRPr sz="3200" b="1">
          <a:solidFill>
            <a:schemeClr val="tx1"/>
          </a:solidFill>
          <a:latin typeface="Times New Roman" panose="02020603050405020304" pitchFamily="18" charset="0"/>
          <a:ea typeface="楷体_GB2312" pitchFamily="49" charset="-122"/>
          <a:cs typeface="楷体_GB2312"/>
        </a:defRPr>
      </a:lvl2pPr>
      <a:lvl3pPr algn="l" rtl="0" eaLnBrk="0" fontAlgn="base" hangingPunct="0">
        <a:spcBef>
          <a:spcPct val="0"/>
        </a:spcBef>
        <a:spcAft>
          <a:spcPct val="0"/>
        </a:spcAft>
        <a:defRPr sz="3200" b="1">
          <a:solidFill>
            <a:schemeClr val="tx1"/>
          </a:solidFill>
          <a:latin typeface="Times New Roman" panose="02020603050405020304" pitchFamily="18" charset="0"/>
          <a:ea typeface="楷体_GB2312" pitchFamily="49" charset="-122"/>
          <a:cs typeface="楷体_GB2312"/>
        </a:defRPr>
      </a:lvl3pPr>
      <a:lvl4pPr algn="l" rtl="0" eaLnBrk="0" fontAlgn="base" hangingPunct="0">
        <a:spcBef>
          <a:spcPct val="0"/>
        </a:spcBef>
        <a:spcAft>
          <a:spcPct val="0"/>
        </a:spcAft>
        <a:defRPr sz="3200" b="1">
          <a:solidFill>
            <a:schemeClr val="tx1"/>
          </a:solidFill>
          <a:latin typeface="Times New Roman" panose="02020603050405020304" pitchFamily="18" charset="0"/>
          <a:ea typeface="楷体_GB2312" pitchFamily="49" charset="-122"/>
          <a:cs typeface="楷体_GB2312"/>
        </a:defRPr>
      </a:lvl4pPr>
      <a:lvl5pPr algn="l" rtl="0" eaLnBrk="0" fontAlgn="base" hangingPunct="0">
        <a:spcBef>
          <a:spcPct val="0"/>
        </a:spcBef>
        <a:spcAft>
          <a:spcPct val="0"/>
        </a:spcAft>
        <a:defRPr sz="3200" b="1">
          <a:solidFill>
            <a:schemeClr val="tx1"/>
          </a:solidFill>
          <a:latin typeface="Times New Roman" panose="02020603050405020304" pitchFamily="18" charset="0"/>
          <a:ea typeface="楷体_GB2312" pitchFamily="49" charset="-122"/>
          <a:cs typeface="楷体_GB2312"/>
        </a:defRPr>
      </a:lvl5pPr>
      <a:lvl6pPr marL="457200" algn="l" rtl="0" fontAlgn="base">
        <a:spcBef>
          <a:spcPct val="0"/>
        </a:spcBef>
        <a:spcAft>
          <a:spcPct val="0"/>
        </a:spcAft>
        <a:defRPr sz="3200" b="1">
          <a:solidFill>
            <a:schemeClr val="tx1"/>
          </a:solidFill>
          <a:latin typeface="Times New Roman" panose="02020603050405020304" pitchFamily="18" charset="0"/>
          <a:ea typeface="楷体_GB2312" pitchFamily="49" charset="-122"/>
        </a:defRPr>
      </a:lvl6pPr>
      <a:lvl7pPr marL="914400" algn="l" rtl="0" fontAlgn="base">
        <a:spcBef>
          <a:spcPct val="0"/>
        </a:spcBef>
        <a:spcAft>
          <a:spcPct val="0"/>
        </a:spcAft>
        <a:defRPr sz="3200" b="1">
          <a:solidFill>
            <a:schemeClr val="tx1"/>
          </a:solidFill>
          <a:latin typeface="Times New Roman" panose="02020603050405020304" pitchFamily="18" charset="0"/>
          <a:ea typeface="楷体_GB2312" pitchFamily="49" charset="-122"/>
        </a:defRPr>
      </a:lvl7pPr>
      <a:lvl8pPr marL="1371600" algn="l" rtl="0" fontAlgn="base">
        <a:spcBef>
          <a:spcPct val="0"/>
        </a:spcBef>
        <a:spcAft>
          <a:spcPct val="0"/>
        </a:spcAft>
        <a:defRPr sz="3200" b="1">
          <a:solidFill>
            <a:schemeClr val="tx1"/>
          </a:solidFill>
          <a:latin typeface="Times New Roman" panose="02020603050405020304" pitchFamily="18" charset="0"/>
          <a:ea typeface="楷体_GB2312" pitchFamily="49" charset="-122"/>
        </a:defRPr>
      </a:lvl8pPr>
      <a:lvl9pPr marL="1828800" algn="l" rtl="0" fontAlgn="base">
        <a:spcBef>
          <a:spcPct val="0"/>
        </a:spcBef>
        <a:spcAft>
          <a:spcPct val="0"/>
        </a:spcAft>
        <a:defRPr sz="3200" b="1">
          <a:solidFill>
            <a:schemeClr val="tx1"/>
          </a:solidFill>
          <a:latin typeface="Times New Roman" panose="02020603050405020304" pitchFamily="18" charset="0"/>
          <a:ea typeface="楷体_GB2312" pitchFamily="49"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2400" b="1">
          <a:solidFill>
            <a:schemeClr val="tx1"/>
          </a:solidFill>
          <a:latin typeface="+mn-lt"/>
          <a:ea typeface="+mn-ea"/>
          <a:cs typeface="楷体_GB231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400" b="1">
          <a:solidFill>
            <a:schemeClr val="tx1"/>
          </a:solidFill>
          <a:latin typeface="+mn-lt"/>
          <a:ea typeface="+mn-ea"/>
          <a:cs typeface="楷体_GB2312"/>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cs typeface="楷体_GB2312"/>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400" b="1">
          <a:solidFill>
            <a:schemeClr val="tx1"/>
          </a:solidFill>
          <a:latin typeface="+mn-lt"/>
          <a:ea typeface="+mn-ea"/>
          <a:cs typeface="楷体_GB2312"/>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400" b="1">
          <a:solidFill>
            <a:schemeClr val="tx1"/>
          </a:solidFill>
          <a:latin typeface="+mn-lt"/>
          <a:ea typeface="+mn-ea"/>
          <a:cs typeface="楷体_GB2312"/>
        </a:defRPr>
      </a:lvl5pPr>
      <a:lvl6pPr marL="2514600" indent="-228600" algn="l" rtl="0" fontAlgn="base">
        <a:spcBef>
          <a:spcPct val="20000"/>
        </a:spcBef>
        <a:spcAft>
          <a:spcPct val="0"/>
        </a:spcAft>
        <a:buClr>
          <a:schemeClr val="bg2"/>
        </a:buClr>
        <a:buFont typeface="Wingdings" panose="05000000000000000000" pitchFamily="2" charset="2"/>
        <a:buChar char="§"/>
        <a:defRPr sz="2400" b="1">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400" b="1">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400" b="1">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4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sz="1200">
                <a:solidFill>
                  <a:srgbClr val="000000"/>
                </a:solidFill>
                <a:latin typeface="+mn-lt"/>
                <a:ea typeface="+mn-ea"/>
              </a:defRPr>
            </a:lvl1pPr>
          </a:lstStyle>
          <a:p>
            <a:pPr>
              <a:defRPr/>
            </a:pPr>
            <a:endParaRPr lang="en-US" altLang="zh-CN"/>
          </a:p>
        </p:txBody>
      </p:sp>
      <p:sp>
        <p:nvSpPr>
          <p:cNvPr id="5123" name="Rectangle 3"/>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lstStyle>
            <a:lvl1pPr algn="r">
              <a:defRPr sz="1200">
                <a:solidFill>
                  <a:srgbClr val="000000"/>
                </a:solidFill>
                <a:latin typeface="+mn-lt"/>
                <a:ea typeface="+mn-ea"/>
              </a:defRPr>
            </a:lvl1pPr>
          </a:lstStyle>
          <a:p>
            <a:pPr>
              <a:defRPr/>
            </a:pPr>
            <a:fld id="{A56EB063-469A-42C8-B924-1D8EE9684ABC}" type="slidenum">
              <a:rPr lang="en-US" altLang="zh-CN"/>
              <a:t>‹#›</a:t>
            </a:fld>
            <a:endParaRPr lang="en-US" altLang="zh-CN"/>
          </a:p>
        </p:txBody>
      </p:sp>
      <p:grpSp>
        <p:nvGrpSpPr>
          <p:cNvPr id="430084" name="Group 4"/>
          <p:cNvGrpSpPr/>
          <p:nvPr/>
        </p:nvGrpSpPr>
        <p:grpSpPr bwMode="auto">
          <a:xfrm>
            <a:off x="0" y="0"/>
            <a:ext cx="9144000" cy="546100"/>
            <a:chOff x="0" y="0"/>
            <a:chExt cx="5760" cy="344"/>
          </a:xfrm>
        </p:grpSpPr>
        <p:sp>
          <p:nvSpPr>
            <p:cNvPr id="5125"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algn="ctr">
                <a:defRPr/>
              </a:pPr>
              <a:endParaRPr lang="zh-CN" altLang="zh-CN" sz="2400">
                <a:solidFill>
                  <a:srgbClr val="000000"/>
                </a:solidFill>
                <a:latin typeface="+mn-lt"/>
                <a:ea typeface="+mn-ea"/>
              </a:endParaRPr>
            </a:p>
          </p:txBody>
        </p:sp>
        <p:sp>
          <p:nvSpPr>
            <p:cNvPr id="5126"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ln>
          </p:spPr>
          <p:txBody>
            <a:bodyPr/>
            <a:lstStyle/>
            <a:p>
              <a:pPr>
                <a:defRPr/>
              </a:pPr>
              <a:endParaRPr lang="zh-CN" altLang="zh-CN" sz="2400">
                <a:solidFill>
                  <a:srgbClr val="000000"/>
                </a:solidFill>
                <a:latin typeface="+mn-lt"/>
                <a:ea typeface="+mn-ea"/>
              </a:endParaRPr>
            </a:p>
          </p:txBody>
        </p:sp>
        <p:sp>
          <p:nvSpPr>
            <p:cNvPr id="5127" name="Rectangle 7"/>
            <p:cNvSpPr>
              <a:spLocks noChangeArrowheads="1"/>
            </p:cNvSpPr>
            <p:nvPr/>
          </p:nvSpPr>
          <p:spPr bwMode="auto">
            <a:xfrm>
              <a:off x="258" y="85"/>
              <a:ext cx="87" cy="89"/>
            </a:xfrm>
            <a:prstGeom prst="rect">
              <a:avLst/>
            </a:prstGeom>
            <a:solidFill>
              <a:schemeClr val="folHlink"/>
            </a:solidFill>
            <a:ln w="9525">
              <a:noFill/>
              <a:miter lim="800000"/>
            </a:ln>
          </p:spPr>
          <p:txBody>
            <a:bodyPr/>
            <a:lstStyle/>
            <a:p>
              <a:pPr>
                <a:defRPr/>
              </a:pPr>
              <a:endParaRPr lang="zh-CN" altLang="zh-CN">
                <a:solidFill>
                  <a:srgbClr val="666699"/>
                </a:solidFill>
                <a:latin typeface="+mn-lt"/>
                <a:ea typeface="+mn-ea"/>
              </a:endParaRPr>
            </a:p>
          </p:txBody>
        </p:sp>
        <p:sp>
          <p:nvSpPr>
            <p:cNvPr id="5128" name="Rectangle 8"/>
            <p:cNvSpPr>
              <a:spLocks noChangeArrowheads="1"/>
            </p:cNvSpPr>
            <p:nvPr/>
          </p:nvSpPr>
          <p:spPr bwMode="auto">
            <a:xfrm>
              <a:off x="345" y="0"/>
              <a:ext cx="88" cy="87"/>
            </a:xfrm>
            <a:prstGeom prst="rect">
              <a:avLst/>
            </a:prstGeom>
            <a:solidFill>
              <a:schemeClr val="folHlink"/>
            </a:solidFill>
            <a:ln w="9525">
              <a:noFill/>
              <a:miter lim="800000"/>
            </a:ln>
          </p:spPr>
          <p:txBody>
            <a:bodyPr/>
            <a:lstStyle/>
            <a:p>
              <a:pPr>
                <a:defRPr/>
              </a:pPr>
              <a:endParaRPr lang="zh-CN" altLang="zh-CN">
                <a:solidFill>
                  <a:srgbClr val="666699"/>
                </a:solidFill>
                <a:latin typeface="+mn-lt"/>
                <a:ea typeface="+mn-ea"/>
              </a:endParaRPr>
            </a:p>
          </p:txBody>
        </p:sp>
        <p:sp>
          <p:nvSpPr>
            <p:cNvPr id="5129" name="Rectangle 9"/>
            <p:cNvSpPr>
              <a:spLocks noChangeArrowheads="1"/>
            </p:cNvSpPr>
            <p:nvPr/>
          </p:nvSpPr>
          <p:spPr bwMode="auto">
            <a:xfrm>
              <a:off x="345" y="85"/>
              <a:ext cx="88" cy="89"/>
            </a:xfrm>
            <a:prstGeom prst="rect">
              <a:avLst/>
            </a:prstGeom>
            <a:solidFill>
              <a:schemeClr val="accent2"/>
            </a:solidFill>
            <a:ln w="9525">
              <a:noFill/>
              <a:miter lim="800000"/>
            </a:ln>
          </p:spPr>
          <p:txBody>
            <a:bodyPr/>
            <a:lstStyle/>
            <a:p>
              <a:pPr>
                <a:defRPr/>
              </a:pPr>
              <a:endParaRPr lang="zh-CN" altLang="zh-CN">
                <a:solidFill>
                  <a:srgbClr val="9999CC"/>
                </a:solidFill>
                <a:latin typeface="+mn-lt"/>
                <a:ea typeface="+mn-ea"/>
              </a:endParaRPr>
            </a:p>
          </p:txBody>
        </p:sp>
        <p:sp>
          <p:nvSpPr>
            <p:cNvPr id="5130" name="Rectangle 10"/>
            <p:cNvSpPr>
              <a:spLocks noChangeArrowheads="1"/>
            </p:cNvSpPr>
            <p:nvPr/>
          </p:nvSpPr>
          <p:spPr bwMode="auto">
            <a:xfrm>
              <a:off x="173" y="173"/>
              <a:ext cx="86" cy="87"/>
            </a:xfrm>
            <a:prstGeom prst="rect">
              <a:avLst/>
            </a:prstGeom>
            <a:solidFill>
              <a:schemeClr val="folHlink"/>
            </a:solidFill>
            <a:ln w="9525">
              <a:noFill/>
              <a:miter lim="800000"/>
            </a:ln>
          </p:spPr>
          <p:txBody>
            <a:bodyPr/>
            <a:lstStyle/>
            <a:p>
              <a:pPr>
                <a:defRPr/>
              </a:pPr>
              <a:endParaRPr lang="zh-CN" altLang="zh-CN">
                <a:solidFill>
                  <a:srgbClr val="666699"/>
                </a:solidFill>
                <a:latin typeface="+mn-lt"/>
                <a:ea typeface="+mn-ea"/>
              </a:endParaRPr>
            </a:p>
          </p:txBody>
        </p:sp>
        <p:sp>
          <p:nvSpPr>
            <p:cNvPr id="5131" name="Rectangle 11"/>
            <p:cNvSpPr>
              <a:spLocks noChangeArrowheads="1"/>
            </p:cNvSpPr>
            <p:nvPr/>
          </p:nvSpPr>
          <p:spPr bwMode="auto">
            <a:xfrm>
              <a:off x="83" y="86"/>
              <a:ext cx="89" cy="87"/>
            </a:xfrm>
            <a:prstGeom prst="rect">
              <a:avLst/>
            </a:prstGeom>
            <a:solidFill>
              <a:schemeClr val="bg2"/>
            </a:solidFill>
            <a:ln w="9525">
              <a:noFill/>
              <a:miter lim="800000"/>
            </a:ln>
          </p:spPr>
          <p:txBody>
            <a:bodyPr/>
            <a:lstStyle/>
            <a:p>
              <a:pPr>
                <a:defRPr/>
              </a:pPr>
              <a:endParaRPr lang="zh-CN" altLang="zh-CN" sz="2400">
                <a:solidFill>
                  <a:srgbClr val="000000"/>
                </a:solidFill>
                <a:latin typeface="+mn-lt"/>
                <a:ea typeface="+mn-ea"/>
              </a:endParaRPr>
            </a:p>
          </p:txBody>
        </p:sp>
        <p:sp>
          <p:nvSpPr>
            <p:cNvPr id="5132" name="Rectangle 12"/>
            <p:cNvSpPr>
              <a:spLocks noChangeArrowheads="1"/>
            </p:cNvSpPr>
            <p:nvPr/>
          </p:nvSpPr>
          <p:spPr bwMode="auto">
            <a:xfrm>
              <a:off x="258" y="171"/>
              <a:ext cx="87" cy="87"/>
            </a:xfrm>
            <a:prstGeom prst="rect">
              <a:avLst/>
            </a:prstGeom>
            <a:solidFill>
              <a:schemeClr val="accent2"/>
            </a:solidFill>
            <a:ln w="9525">
              <a:noFill/>
              <a:miter lim="800000"/>
            </a:ln>
          </p:spPr>
          <p:txBody>
            <a:bodyPr/>
            <a:lstStyle/>
            <a:p>
              <a:pPr>
                <a:defRPr/>
              </a:pPr>
              <a:endParaRPr lang="zh-CN" altLang="zh-CN">
                <a:solidFill>
                  <a:srgbClr val="9999CC"/>
                </a:solidFill>
                <a:latin typeface="+mn-lt"/>
                <a:ea typeface="+mn-ea"/>
              </a:endParaRPr>
            </a:p>
          </p:txBody>
        </p:sp>
        <p:sp>
          <p:nvSpPr>
            <p:cNvPr id="5133" name="Rectangle 13"/>
            <p:cNvSpPr>
              <a:spLocks noChangeArrowheads="1"/>
            </p:cNvSpPr>
            <p:nvPr/>
          </p:nvSpPr>
          <p:spPr bwMode="auto">
            <a:xfrm>
              <a:off x="173" y="258"/>
              <a:ext cx="86" cy="86"/>
            </a:xfrm>
            <a:prstGeom prst="rect">
              <a:avLst/>
            </a:prstGeom>
            <a:solidFill>
              <a:schemeClr val="accent2"/>
            </a:solidFill>
            <a:ln w="9525">
              <a:noFill/>
              <a:miter lim="800000"/>
            </a:ln>
          </p:spPr>
          <p:txBody>
            <a:bodyPr/>
            <a:lstStyle/>
            <a:p>
              <a:pPr>
                <a:defRPr/>
              </a:pPr>
              <a:endParaRPr lang="zh-CN" altLang="zh-CN">
                <a:solidFill>
                  <a:srgbClr val="9999CC"/>
                </a:solidFill>
                <a:latin typeface="+mn-lt"/>
                <a:ea typeface="+mn-ea"/>
              </a:endParaRPr>
            </a:p>
          </p:txBody>
        </p:sp>
      </p:grpSp>
      <p:sp>
        <p:nvSpPr>
          <p:cNvPr id="430085" name="Rectangle 14"/>
          <p:cNvSpPr>
            <a:spLocks noGrp="1" noChangeArrowheads="1"/>
          </p:cNvSpPr>
          <p:nvPr>
            <p:ph type="title"/>
          </p:nvPr>
        </p:nvSpPr>
        <p:spPr bwMode="auto">
          <a:xfrm>
            <a:off x="457200" y="112713"/>
            <a:ext cx="8229600" cy="1371600"/>
          </a:xfrm>
          <a:prstGeom prst="rect">
            <a:avLst/>
          </a:prstGeom>
          <a:noFill/>
          <a:ln w="9525">
            <a:noFill/>
            <a:miter lim="800000"/>
          </a:ln>
        </p:spPr>
        <p:txBody>
          <a:bodyPr vert="horz" wrap="square" lIns="91440" tIns="45720" rIns="91440" bIns="45720" numCol="1" anchor="ctr" anchorCtr="0" compatLnSpc="1"/>
          <a:lstStyle/>
          <a:p>
            <a:pPr lvl="0"/>
            <a:r>
              <a:rPr lang="zh-CN" altLang="en-US"/>
              <a:t>单击此处编辑母版标题样式</a:t>
            </a:r>
          </a:p>
        </p:txBody>
      </p:sp>
      <p:sp>
        <p:nvSpPr>
          <p:cNvPr id="430086" name="Rectangle 15"/>
          <p:cNvSpPr>
            <a:spLocks noGrp="1" noChangeArrowheads="1"/>
          </p:cNvSpPr>
          <p:nvPr>
            <p:ph type="body" idx="1"/>
          </p:nvPr>
        </p:nvSpPr>
        <p:spPr bwMode="auto">
          <a:xfrm>
            <a:off x="457200" y="1628775"/>
            <a:ext cx="8229600" cy="3886200"/>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136"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a:defRPr sz="1200">
                <a:solidFill>
                  <a:srgbClr val="000000"/>
                </a:solidFill>
                <a:latin typeface="+mn-lt"/>
                <a:ea typeface="+mn-ea"/>
              </a:defRPr>
            </a:lvl1pPr>
          </a:lstStyle>
          <a:p>
            <a:pPr>
              <a:defRPr/>
            </a:pPr>
            <a:endParaRPr lang="en-US" altLang="zh-CN"/>
          </a:p>
        </p:txBody>
      </p:sp>
      <p:sp>
        <p:nvSpPr>
          <p:cNvPr id="5137" name="Rectangle 17">
            <a:hlinkClick r:id="" action="ppaction://hlinkshowjump?jump=previousslide"/>
          </p:cNvPr>
          <p:cNvSpPr>
            <a:spLocks noChangeArrowheads="1"/>
          </p:cNvSpPr>
          <p:nvPr/>
        </p:nvSpPr>
        <p:spPr bwMode="auto">
          <a:xfrm>
            <a:off x="6388100" y="6286500"/>
            <a:ext cx="673100" cy="381000"/>
          </a:xfrm>
          <a:prstGeom prst="rect">
            <a:avLst/>
          </a:prstGeom>
          <a:noFill/>
          <a:ln w="9525">
            <a:noFill/>
            <a:miter lim="800000"/>
          </a:ln>
          <a:effectLst/>
        </p:spPr>
        <p:txBody>
          <a:bodyPr wrap="none" anchor="ctr"/>
          <a:lstStyle/>
          <a:p>
            <a:pPr>
              <a:defRPr/>
            </a:pPr>
            <a:endParaRPr lang="zh-CN" altLang="en-US">
              <a:solidFill>
                <a:srgbClr val="000000"/>
              </a:solidFill>
              <a:ea typeface="宋体" panose="02010600030101010101" pitchFamily="2" charset="-122"/>
            </a:endParaRPr>
          </a:p>
        </p:txBody>
      </p:sp>
      <p:sp>
        <p:nvSpPr>
          <p:cNvPr id="5138" name="Rectangle 18">
            <a:hlinkClick r:id="" action="ppaction://hlinkshowjump?jump=nextslide"/>
          </p:cNvPr>
          <p:cNvSpPr>
            <a:spLocks noChangeArrowheads="1"/>
          </p:cNvSpPr>
          <p:nvPr/>
        </p:nvSpPr>
        <p:spPr bwMode="auto">
          <a:xfrm>
            <a:off x="7289800" y="6299200"/>
            <a:ext cx="673100" cy="381000"/>
          </a:xfrm>
          <a:prstGeom prst="rect">
            <a:avLst/>
          </a:prstGeom>
          <a:noFill/>
          <a:ln w="9525">
            <a:noFill/>
            <a:miter lim="800000"/>
          </a:ln>
          <a:effectLst/>
        </p:spPr>
        <p:txBody>
          <a:bodyPr wrap="none" anchor="ctr"/>
          <a:lstStyle/>
          <a:p>
            <a:pPr>
              <a:defRPr/>
            </a:pPr>
            <a:endParaRPr lang="zh-CN" altLang="en-US">
              <a:solidFill>
                <a:srgbClr val="000000"/>
              </a:solidFill>
              <a:ea typeface="宋体" panose="02010600030101010101" pitchFamily="2" charset="-122"/>
            </a:endParaRPr>
          </a:p>
        </p:txBody>
      </p:sp>
      <p:sp>
        <p:nvSpPr>
          <p:cNvPr id="5139" name="Rectangle 19">
            <a:hlinkClick r:id="" action="ppaction://hlinkshowjump?jump=firstslide"/>
          </p:cNvPr>
          <p:cNvSpPr>
            <a:spLocks noChangeArrowheads="1"/>
          </p:cNvSpPr>
          <p:nvPr/>
        </p:nvSpPr>
        <p:spPr bwMode="auto">
          <a:xfrm>
            <a:off x="8204200" y="6299200"/>
            <a:ext cx="673100" cy="381000"/>
          </a:xfrm>
          <a:prstGeom prst="rect">
            <a:avLst/>
          </a:prstGeom>
          <a:noFill/>
          <a:ln w="9525">
            <a:noFill/>
            <a:miter lim="800000"/>
          </a:ln>
          <a:effectLst/>
        </p:spPr>
        <p:txBody>
          <a:bodyPr wrap="none" anchor="ctr"/>
          <a:lstStyle/>
          <a:p>
            <a:pPr>
              <a:defRPr/>
            </a:pPr>
            <a:endParaRPr lang="zh-CN" altLang="en-US">
              <a:solidFill>
                <a:srgbClr val="000000"/>
              </a:solidFill>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4068" r:id="rId1"/>
    <p:sldLayoutId id="2147484069" r:id="rId2"/>
    <p:sldLayoutId id="2147484070" r:id="rId3"/>
    <p:sldLayoutId id="2147484071" r:id="rId4"/>
    <p:sldLayoutId id="2147484072" r:id="rId5"/>
    <p:sldLayoutId id="2147484073" r:id="rId6"/>
    <p:sldLayoutId id="2147484074" r:id="rId7"/>
    <p:sldLayoutId id="2147484075" r:id="rId8"/>
    <p:sldLayoutId id="2147484076" r:id="rId9"/>
    <p:sldLayoutId id="2147484077" r:id="rId10"/>
    <p:sldLayoutId id="2147484078" r:id="rId11"/>
  </p:sldLayoutIdLst>
  <p:txStyles>
    <p:titleStyle>
      <a:lvl1pPr algn="l" rtl="0" eaLnBrk="0" fontAlgn="base" hangingPunct="0">
        <a:spcBef>
          <a:spcPct val="0"/>
        </a:spcBef>
        <a:spcAft>
          <a:spcPct val="0"/>
        </a:spcAft>
        <a:defRPr sz="3200" b="1">
          <a:solidFill>
            <a:schemeClr val="tx1"/>
          </a:solidFill>
          <a:latin typeface="+mj-lt"/>
          <a:ea typeface="+mj-ea"/>
          <a:cs typeface="楷体_GB2312"/>
        </a:defRPr>
      </a:lvl1pPr>
      <a:lvl2pPr algn="l" rtl="0" eaLnBrk="0" fontAlgn="base" hangingPunct="0">
        <a:spcBef>
          <a:spcPct val="0"/>
        </a:spcBef>
        <a:spcAft>
          <a:spcPct val="0"/>
        </a:spcAft>
        <a:defRPr sz="3200" b="1">
          <a:solidFill>
            <a:schemeClr val="tx1"/>
          </a:solidFill>
          <a:latin typeface="Times New Roman" panose="02020603050405020304" pitchFamily="18" charset="0"/>
          <a:ea typeface="楷体_GB2312" pitchFamily="49" charset="-122"/>
          <a:cs typeface="楷体_GB2312"/>
        </a:defRPr>
      </a:lvl2pPr>
      <a:lvl3pPr algn="l" rtl="0" eaLnBrk="0" fontAlgn="base" hangingPunct="0">
        <a:spcBef>
          <a:spcPct val="0"/>
        </a:spcBef>
        <a:spcAft>
          <a:spcPct val="0"/>
        </a:spcAft>
        <a:defRPr sz="3200" b="1">
          <a:solidFill>
            <a:schemeClr val="tx1"/>
          </a:solidFill>
          <a:latin typeface="Times New Roman" panose="02020603050405020304" pitchFamily="18" charset="0"/>
          <a:ea typeface="楷体_GB2312" pitchFamily="49" charset="-122"/>
          <a:cs typeface="楷体_GB2312"/>
        </a:defRPr>
      </a:lvl3pPr>
      <a:lvl4pPr algn="l" rtl="0" eaLnBrk="0" fontAlgn="base" hangingPunct="0">
        <a:spcBef>
          <a:spcPct val="0"/>
        </a:spcBef>
        <a:spcAft>
          <a:spcPct val="0"/>
        </a:spcAft>
        <a:defRPr sz="3200" b="1">
          <a:solidFill>
            <a:schemeClr val="tx1"/>
          </a:solidFill>
          <a:latin typeface="Times New Roman" panose="02020603050405020304" pitchFamily="18" charset="0"/>
          <a:ea typeface="楷体_GB2312" pitchFamily="49" charset="-122"/>
          <a:cs typeface="楷体_GB2312"/>
        </a:defRPr>
      </a:lvl4pPr>
      <a:lvl5pPr algn="l" rtl="0" eaLnBrk="0" fontAlgn="base" hangingPunct="0">
        <a:spcBef>
          <a:spcPct val="0"/>
        </a:spcBef>
        <a:spcAft>
          <a:spcPct val="0"/>
        </a:spcAft>
        <a:defRPr sz="3200" b="1">
          <a:solidFill>
            <a:schemeClr val="tx1"/>
          </a:solidFill>
          <a:latin typeface="Times New Roman" panose="02020603050405020304" pitchFamily="18" charset="0"/>
          <a:ea typeface="楷体_GB2312" pitchFamily="49" charset="-122"/>
          <a:cs typeface="楷体_GB2312"/>
        </a:defRPr>
      </a:lvl5pPr>
      <a:lvl6pPr marL="457200" algn="l" rtl="0" fontAlgn="base">
        <a:spcBef>
          <a:spcPct val="0"/>
        </a:spcBef>
        <a:spcAft>
          <a:spcPct val="0"/>
        </a:spcAft>
        <a:defRPr sz="3200" b="1">
          <a:solidFill>
            <a:schemeClr val="tx1"/>
          </a:solidFill>
          <a:latin typeface="Times New Roman" panose="02020603050405020304" pitchFamily="18" charset="0"/>
          <a:ea typeface="楷体_GB2312" pitchFamily="49" charset="-122"/>
        </a:defRPr>
      </a:lvl6pPr>
      <a:lvl7pPr marL="914400" algn="l" rtl="0" fontAlgn="base">
        <a:spcBef>
          <a:spcPct val="0"/>
        </a:spcBef>
        <a:spcAft>
          <a:spcPct val="0"/>
        </a:spcAft>
        <a:defRPr sz="3200" b="1">
          <a:solidFill>
            <a:schemeClr val="tx1"/>
          </a:solidFill>
          <a:latin typeface="Times New Roman" panose="02020603050405020304" pitchFamily="18" charset="0"/>
          <a:ea typeface="楷体_GB2312" pitchFamily="49" charset="-122"/>
        </a:defRPr>
      </a:lvl7pPr>
      <a:lvl8pPr marL="1371600" algn="l" rtl="0" fontAlgn="base">
        <a:spcBef>
          <a:spcPct val="0"/>
        </a:spcBef>
        <a:spcAft>
          <a:spcPct val="0"/>
        </a:spcAft>
        <a:defRPr sz="3200" b="1">
          <a:solidFill>
            <a:schemeClr val="tx1"/>
          </a:solidFill>
          <a:latin typeface="Times New Roman" panose="02020603050405020304" pitchFamily="18" charset="0"/>
          <a:ea typeface="楷体_GB2312" pitchFamily="49" charset="-122"/>
        </a:defRPr>
      </a:lvl8pPr>
      <a:lvl9pPr marL="1828800" algn="l" rtl="0" fontAlgn="base">
        <a:spcBef>
          <a:spcPct val="0"/>
        </a:spcBef>
        <a:spcAft>
          <a:spcPct val="0"/>
        </a:spcAft>
        <a:defRPr sz="3200" b="1">
          <a:solidFill>
            <a:schemeClr val="tx1"/>
          </a:solidFill>
          <a:latin typeface="Times New Roman" panose="02020603050405020304" pitchFamily="18" charset="0"/>
          <a:ea typeface="楷体_GB2312" pitchFamily="49"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2400" b="1">
          <a:solidFill>
            <a:schemeClr val="tx1"/>
          </a:solidFill>
          <a:latin typeface="+mn-lt"/>
          <a:ea typeface="+mn-ea"/>
          <a:cs typeface="楷体_GB231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400" b="1">
          <a:solidFill>
            <a:schemeClr val="tx1"/>
          </a:solidFill>
          <a:latin typeface="+mn-lt"/>
          <a:ea typeface="+mn-ea"/>
          <a:cs typeface="楷体_GB2312"/>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cs typeface="楷体_GB2312"/>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400" b="1">
          <a:solidFill>
            <a:schemeClr val="tx1"/>
          </a:solidFill>
          <a:latin typeface="+mn-lt"/>
          <a:ea typeface="+mn-ea"/>
          <a:cs typeface="楷体_GB2312"/>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400" b="1">
          <a:solidFill>
            <a:schemeClr val="tx1"/>
          </a:solidFill>
          <a:latin typeface="+mn-lt"/>
          <a:ea typeface="+mn-ea"/>
          <a:cs typeface="楷体_GB2312"/>
        </a:defRPr>
      </a:lvl5pPr>
      <a:lvl6pPr marL="2514600" indent="-228600" algn="l" rtl="0" fontAlgn="base">
        <a:spcBef>
          <a:spcPct val="20000"/>
        </a:spcBef>
        <a:spcAft>
          <a:spcPct val="0"/>
        </a:spcAft>
        <a:buClr>
          <a:schemeClr val="bg2"/>
        </a:buClr>
        <a:buFont typeface="Wingdings" panose="05000000000000000000" pitchFamily="2" charset="2"/>
        <a:buChar char="§"/>
        <a:defRPr sz="2400" b="1">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400" b="1">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400" b="1">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4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sz="1200">
                <a:solidFill>
                  <a:srgbClr val="000000"/>
                </a:solidFill>
                <a:latin typeface="+mn-lt"/>
                <a:ea typeface="+mn-ea"/>
              </a:defRPr>
            </a:lvl1pPr>
          </a:lstStyle>
          <a:p>
            <a:pPr>
              <a:defRPr/>
            </a:pPr>
            <a:endParaRPr lang="en-US" altLang="zh-CN"/>
          </a:p>
        </p:txBody>
      </p:sp>
      <p:sp>
        <p:nvSpPr>
          <p:cNvPr id="5123" name="Rectangle 3"/>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lstStyle>
            <a:lvl1pPr algn="r">
              <a:defRPr sz="1200">
                <a:solidFill>
                  <a:srgbClr val="000000"/>
                </a:solidFill>
                <a:latin typeface="+mn-lt"/>
                <a:ea typeface="+mn-ea"/>
              </a:defRPr>
            </a:lvl1pPr>
          </a:lstStyle>
          <a:p>
            <a:pPr>
              <a:defRPr/>
            </a:pPr>
            <a:fld id="{7B484CAC-4403-434C-BB08-32B3741B641F}" type="slidenum">
              <a:rPr lang="en-US" altLang="zh-CN"/>
              <a:t>‹#›</a:t>
            </a:fld>
            <a:endParaRPr lang="en-US" altLang="zh-CN"/>
          </a:p>
        </p:txBody>
      </p:sp>
      <p:grpSp>
        <p:nvGrpSpPr>
          <p:cNvPr id="454660" name="Group 4"/>
          <p:cNvGrpSpPr/>
          <p:nvPr/>
        </p:nvGrpSpPr>
        <p:grpSpPr bwMode="auto">
          <a:xfrm>
            <a:off x="0" y="0"/>
            <a:ext cx="9144000" cy="546100"/>
            <a:chOff x="0" y="0"/>
            <a:chExt cx="5760" cy="344"/>
          </a:xfrm>
        </p:grpSpPr>
        <p:sp>
          <p:nvSpPr>
            <p:cNvPr id="5125"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algn="ctr">
                <a:defRPr/>
              </a:pPr>
              <a:endParaRPr lang="zh-CN" altLang="zh-CN" sz="2400">
                <a:solidFill>
                  <a:srgbClr val="000000"/>
                </a:solidFill>
                <a:latin typeface="+mn-lt"/>
                <a:ea typeface="+mn-ea"/>
              </a:endParaRPr>
            </a:p>
          </p:txBody>
        </p:sp>
        <p:sp>
          <p:nvSpPr>
            <p:cNvPr id="5126"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ln>
          </p:spPr>
          <p:txBody>
            <a:bodyPr/>
            <a:lstStyle/>
            <a:p>
              <a:pPr>
                <a:defRPr/>
              </a:pPr>
              <a:endParaRPr lang="zh-CN" altLang="zh-CN" sz="2400">
                <a:solidFill>
                  <a:srgbClr val="000000"/>
                </a:solidFill>
                <a:latin typeface="+mn-lt"/>
                <a:ea typeface="+mn-ea"/>
              </a:endParaRPr>
            </a:p>
          </p:txBody>
        </p:sp>
        <p:sp>
          <p:nvSpPr>
            <p:cNvPr id="5127" name="Rectangle 7"/>
            <p:cNvSpPr>
              <a:spLocks noChangeArrowheads="1"/>
            </p:cNvSpPr>
            <p:nvPr/>
          </p:nvSpPr>
          <p:spPr bwMode="auto">
            <a:xfrm>
              <a:off x="258" y="85"/>
              <a:ext cx="87" cy="89"/>
            </a:xfrm>
            <a:prstGeom prst="rect">
              <a:avLst/>
            </a:prstGeom>
            <a:solidFill>
              <a:schemeClr val="folHlink"/>
            </a:solidFill>
            <a:ln w="9525">
              <a:noFill/>
              <a:miter lim="800000"/>
            </a:ln>
          </p:spPr>
          <p:txBody>
            <a:bodyPr/>
            <a:lstStyle/>
            <a:p>
              <a:pPr>
                <a:defRPr/>
              </a:pPr>
              <a:endParaRPr lang="zh-CN" altLang="zh-CN">
                <a:solidFill>
                  <a:srgbClr val="666699"/>
                </a:solidFill>
                <a:latin typeface="+mn-lt"/>
                <a:ea typeface="+mn-ea"/>
              </a:endParaRPr>
            </a:p>
          </p:txBody>
        </p:sp>
        <p:sp>
          <p:nvSpPr>
            <p:cNvPr id="5128" name="Rectangle 8"/>
            <p:cNvSpPr>
              <a:spLocks noChangeArrowheads="1"/>
            </p:cNvSpPr>
            <p:nvPr/>
          </p:nvSpPr>
          <p:spPr bwMode="auto">
            <a:xfrm>
              <a:off x="345" y="0"/>
              <a:ext cx="88" cy="87"/>
            </a:xfrm>
            <a:prstGeom prst="rect">
              <a:avLst/>
            </a:prstGeom>
            <a:solidFill>
              <a:schemeClr val="folHlink"/>
            </a:solidFill>
            <a:ln w="9525">
              <a:noFill/>
              <a:miter lim="800000"/>
            </a:ln>
          </p:spPr>
          <p:txBody>
            <a:bodyPr/>
            <a:lstStyle/>
            <a:p>
              <a:pPr>
                <a:defRPr/>
              </a:pPr>
              <a:endParaRPr lang="zh-CN" altLang="zh-CN">
                <a:solidFill>
                  <a:srgbClr val="666699"/>
                </a:solidFill>
                <a:latin typeface="+mn-lt"/>
                <a:ea typeface="+mn-ea"/>
              </a:endParaRPr>
            </a:p>
          </p:txBody>
        </p:sp>
        <p:sp>
          <p:nvSpPr>
            <p:cNvPr id="5129" name="Rectangle 9"/>
            <p:cNvSpPr>
              <a:spLocks noChangeArrowheads="1"/>
            </p:cNvSpPr>
            <p:nvPr/>
          </p:nvSpPr>
          <p:spPr bwMode="auto">
            <a:xfrm>
              <a:off x="345" y="85"/>
              <a:ext cx="88" cy="89"/>
            </a:xfrm>
            <a:prstGeom prst="rect">
              <a:avLst/>
            </a:prstGeom>
            <a:solidFill>
              <a:schemeClr val="accent2"/>
            </a:solidFill>
            <a:ln w="9525">
              <a:noFill/>
              <a:miter lim="800000"/>
            </a:ln>
          </p:spPr>
          <p:txBody>
            <a:bodyPr/>
            <a:lstStyle/>
            <a:p>
              <a:pPr>
                <a:defRPr/>
              </a:pPr>
              <a:endParaRPr lang="zh-CN" altLang="zh-CN">
                <a:solidFill>
                  <a:srgbClr val="9999CC"/>
                </a:solidFill>
                <a:latin typeface="+mn-lt"/>
                <a:ea typeface="+mn-ea"/>
              </a:endParaRPr>
            </a:p>
          </p:txBody>
        </p:sp>
        <p:sp>
          <p:nvSpPr>
            <p:cNvPr id="5130" name="Rectangle 10"/>
            <p:cNvSpPr>
              <a:spLocks noChangeArrowheads="1"/>
            </p:cNvSpPr>
            <p:nvPr/>
          </p:nvSpPr>
          <p:spPr bwMode="auto">
            <a:xfrm>
              <a:off x="173" y="173"/>
              <a:ext cx="86" cy="87"/>
            </a:xfrm>
            <a:prstGeom prst="rect">
              <a:avLst/>
            </a:prstGeom>
            <a:solidFill>
              <a:schemeClr val="folHlink"/>
            </a:solidFill>
            <a:ln w="9525">
              <a:noFill/>
              <a:miter lim="800000"/>
            </a:ln>
          </p:spPr>
          <p:txBody>
            <a:bodyPr/>
            <a:lstStyle/>
            <a:p>
              <a:pPr>
                <a:defRPr/>
              </a:pPr>
              <a:endParaRPr lang="zh-CN" altLang="zh-CN">
                <a:solidFill>
                  <a:srgbClr val="666699"/>
                </a:solidFill>
                <a:latin typeface="+mn-lt"/>
                <a:ea typeface="+mn-ea"/>
              </a:endParaRPr>
            </a:p>
          </p:txBody>
        </p:sp>
        <p:sp>
          <p:nvSpPr>
            <p:cNvPr id="5131" name="Rectangle 11"/>
            <p:cNvSpPr>
              <a:spLocks noChangeArrowheads="1"/>
            </p:cNvSpPr>
            <p:nvPr/>
          </p:nvSpPr>
          <p:spPr bwMode="auto">
            <a:xfrm>
              <a:off x="83" y="86"/>
              <a:ext cx="89" cy="87"/>
            </a:xfrm>
            <a:prstGeom prst="rect">
              <a:avLst/>
            </a:prstGeom>
            <a:solidFill>
              <a:schemeClr val="bg2"/>
            </a:solidFill>
            <a:ln w="9525">
              <a:noFill/>
              <a:miter lim="800000"/>
            </a:ln>
          </p:spPr>
          <p:txBody>
            <a:bodyPr/>
            <a:lstStyle/>
            <a:p>
              <a:pPr>
                <a:defRPr/>
              </a:pPr>
              <a:endParaRPr lang="zh-CN" altLang="zh-CN" sz="2400">
                <a:solidFill>
                  <a:srgbClr val="000000"/>
                </a:solidFill>
                <a:latin typeface="+mn-lt"/>
                <a:ea typeface="+mn-ea"/>
              </a:endParaRPr>
            </a:p>
          </p:txBody>
        </p:sp>
        <p:sp>
          <p:nvSpPr>
            <p:cNvPr id="5132" name="Rectangle 12"/>
            <p:cNvSpPr>
              <a:spLocks noChangeArrowheads="1"/>
            </p:cNvSpPr>
            <p:nvPr/>
          </p:nvSpPr>
          <p:spPr bwMode="auto">
            <a:xfrm>
              <a:off x="258" y="171"/>
              <a:ext cx="87" cy="87"/>
            </a:xfrm>
            <a:prstGeom prst="rect">
              <a:avLst/>
            </a:prstGeom>
            <a:solidFill>
              <a:schemeClr val="accent2"/>
            </a:solidFill>
            <a:ln w="9525">
              <a:noFill/>
              <a:miter lim="800000"/>
            </a:ln>
          </p:spPr>
          <p:txBody>
            <a:bodyPr/>
            <a:lstStyle/>
            <a:p>
              <a:pPr>
                <a:defRPr/>
              </a:pPr>
              <a:endParaRPr lang="zh-CN" altLang="zh-CN">
                <a:solidFill>
                  <a:srgbClr val="9999CC"/>
                </a:solidFill>
                <a:latin typeface="+mn-lt"/>
                <a:ea typeface="+mn-ea"/>
              </a:endParaRPr>
            </a:p>
          </p:txBody>
        </p:sp>
        <p:sp>
          <p:nvSpPr>
            <p:cNvPr id="5133" name="Rectangle 13"/>
            <p:cNvSpPr>
              <a:spLocks noChangeArrowheads="1"/>
            </p:cNvSpPr>
            <p:nvPr/>
          </p:nvSpPr>
          <p:spPr bwMode="auto">
            <a:xfrm>
              <a:off x="173" y="258"/>
              <a:ext cx="86" cy="86"/>
            </a:xfrm>
            <a:prstGeom prst="rect">
              <a:avLst/>
            </a:prstGeom>
            <a:solidFill>
              <a:schemeClr val="accent2"/>
            </a:solidFill>
            <a:ln w="9525">
              <a:noFill/>
              <a:miter lim="800000"/>
            </a:ln>
          </p:spPr>
          <p:txBody>
            <a:bodyPr/>
            <a:lstStyle/>
            <a:p>
              <a:pPr>
                <a:defRPr/>
              </a:pPr>
              <a:endParaRPr lang="zh-CN" altLang="zh-CN">
                <a:solidFill>
                  <a:srgbClr val="9999CC"/>
                </a:solidFill>
                <a:latin typeface="+mn-lt"/>
                <a:ea typeface="+mn-ea"/>
              </a:endParaRPr>
            </a:p>
          </p:txBody>
        </p:sp>
      </p:grpSp>
      <p:sp>
        <p:nvSpPr>
          <p:cNvPr id="454661" name="Rectangle 14"/>
          <p:cNvSpPr>
            <a:spLocks noGrp="1" noChangeArrowheads="1"/>
          </p:cNvSpPr>
          <p:nvPr>
            <p:ph type="title"/>
          </p:nvPr>
        </p:nvSpPr>
        <p:spPr bwMode="auto">
          <a:xfrm>
            <a:off x="457200" y="112713"/>
            <a:ext cx="8229600" cy="1371600"/>
          </a:xfrm>
          <a:prstGeom prst="rect">
            <a:avLst/>
          </a:prstGeom>
          <a:noFill/>
          <a:ln w="9525">
            <a:noFill/>
            <a:miter lim="800000"/>
          </a:ln>
        </p:spPr>
        <p:txBody>
          <a:bodyPr vert="horz" wrap="square" lIns="91440" tIns="45720" rIns="91440" bIns="45720" numCol="1" anchor="ctr" anchorCtr="0" compatLnSpc="1"/>
          <a:lstStyle/>
          <a:p>
            <a:pPr lvl="0"/>
            <a:r>
              <a:rPr lang="zh-CN" altLang="en-US"/>
              <a:t>单击此处编辑母版标题样式</a:t>
            </a:r>
          </a:p>
        </p:txBody>
      </p:sp>
      <p:sp>
        <p:nvSpPr>
          <p:cNvPr id="454662" name="Rectangle 15"/>
          <p:cNvSpPr>
            <a:spLocks noGrp="1" noChangeArrowheads="1"/>
          </p:cNvSpPr>
          <p:nvPr>
            <p:ph type="body" idx="1"/>
          </p:nvPr>
        </p:nvSpPr>
        <p:spPr bwMode="auto">
          <a:xfrm>
            <a:off x="457200" y="1628775"/>
            <a:ext cx="8229600" cy="3886200"/>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136"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a:defRPr sz="1200">
                <a:solidFill>
                  <a:srgbClr val="000000"/>
                </a:solidFill>
                <a:latin typeface="+mn-lt"/>
                <a:ea typeface="+mn-ea"/>
              </a:defRPr>
            </a:lvl1pPr>
          </a:lstStyle>
          <a:p>
            <a:pPr>
              <a:defRPr/>
            </a:pPr>
            <a:endParaRPr lang="en-US" altLang="zh-CN"/>
          </a:p>
        </p:txBody>
      </p:sp>
      <p:sp>
        <p:nvSpPr>
          <p:cNvPr id="5137" name="Rectangle 17">
            <a:hlinkClick r:id="" action="ppaction://hlinkshowjump?jump=previousslide"/>
          </p:cNvPr>
          <p:cNvSpPr>
            <a:spLocks noChangeArrowheads="1"/>
          </p:cNvSpPr>
          <p:nvPr/>
        </p:nvSpPr>
        <p:spPr bwMode="auto">
          <a:xfrm>
            <a:off x="6388100" y="6286500"/>
            <a:ext cx="673100" cy="381000"/>
          </a:xfrm>
          <a:prstGeom prst="rect">
            <a:avLst/>
          </a:prstGeom>
          <a:noFill/>
          <a:ln w="9525">
            <a:noFill/>
            <a:miter lim="800000"/>
          </a:ln>
          <a:effectLst/>
        </p:spPr>
        <p:txBody>
          <a:bodyPr wrap="none" anchor="ctr"/>
          <a:lstStyle/>
          <a:p>
            <a:pPr>
              <a:defRPr/>
            </a:pPr>
            <a:endParaRPr lang="zh-CN" altLang="en-US">
              <a:solidFill>
                <a:srgbClr val="000000"/>
              </a:solidFill>
              <a:ea typeface="宋体" panose="02010600030101010101" pitchFamily="2" charset="-122"/>
            </a:endParaRPr>
          </a:p>
        </p:txBody>
      </p:sp>
      <p:sp>
        <p:nvSpPr>
          <p:cNvPr id="5138" name="Rectangle 18">
            <a:hlinkClick r:id="" action="ppaction://hlinkshowjump?jump=nextslide"/>
          </p:cNvPr>
          <p:cNvSpPr>
            <a:spLocks noChangeArrowheads="1"/>
          </p:cNvSpPr>
          <p:nvPr/>
        </p:nvSpPr>
        <p:spPr bwMode="auto">
          <a:xfrm>
            <a:off x="7289800" y="6299200"/>
            <a:ext cx="673100" cy="381000"/>
          </a:xfrm>
          <a:prstGeom prst="rect">
            <a:avLst/>
          </a:prstGeom>
          <a:noFill/>
          <a:ln w="9525">
            <a:noFill/>
            <a:miter lim="800000"/>
          </a:ln>
          <a:effectLst/>
        </p:spPr>
        <p:txBody>
          <a:bodyPr wrap="none" anchor="ctr"/>
          <a:lstStyle/>
          <a:p>
            <a:pPr>
              <a:defRPr/>
            </a:pPr>
            <a:endParaRPr lang="zh-CN" altLang="en-US">
              <a:solidFill>
                <a:srgbClr val="000000"/>
              </a:solidFill>
              <a:ea typeface="宋体" panose="02010600030101010101" pitchFamily="2" charset="-122"/>
            </a:endParaRPr>
          </a:p>
        </p:txBody>
      </p:sp>
      <p:sp>
        <p:nvSpPr>
          <p:cNvPr id="5139" name="Rectangle 19">
            <a:hlinkClick r:id="" action="ppaction://hlinkshowjump?jump=firstslide"/>
          </p:cNvPr>
          <p:cNvSpPr>
            <a:spLocks noChangeArrowheads="1"/>
          </p:cNvSpPr>
          <p:nvPr/>
        </p:nvSpPr>
        <p:spPr bwMode="auto">
          <a:xfrm>
            <a:off x="8204200" y="6299200"/>
            <a:ext cx="673100" cy="381000"/>
          </a:xfrm>
          <a:prstGeom prst="rect">
            <a:avLst/>
          </a:prstGeom>
          <a:noFill/>
          <a:ln w="9525">
            <a:noFill/>
            <a:miter lim="800000"/>
          </a:ln>
          <a:effectLst/>
        </p:spPr>
        <p:txBody>
          <a:bodyPr wrap="none" anchor="ctr"/>
          <a:lstStyle/>
          <a:p>
            <a:pPr>
              <a:defRPr/>
            </a:pPr>
            <a:endParaRPr lang="zh-CN" altLang="en-US">
              <a:solidFill>
                <a:srgbClr val="000000"/>
              </a:solidFill>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4092" r:id="rId1"/>
    <p:sldLayoutId id="2147484093" r:id="rId2"/>
    <p:sldLayoutId id="2147484094" r:id="rId3"/>
    <p:sldLayoutId id="2147484095" r:id="rId4"/>
    <p:sldLayoutId id="2147484096" r:id="rId5"/>
    <p:sldLayoutId id="2147484097" r:id="rId6"/>
    <p:sldLayoutId id="2147484098" r:id="rId7"/>
    <p:sldLayoutId id="2147484099" r:id="rId8"/>
    <p:sldLayoutId id="2147484100" r:id="rId9"/>
    <p:sldLayoutId id="2147484101" r:id="rId10"/>
    <p:sldLayoutId id="2147484102" r:id="rId11"/>
  </p:sldLayoutIdLst>
  <p:txStyles>
    <p:titleStyle>
      <a:lvl1pPr algn="l" rtl="0" eaLnBrk="0" fontAlgn="base" hangingPunct="0">
        <a:spcBef>
          <a:spcPct val="0"/>
        </a:spcBef>
        <a:spcAft>
          <a:spcPct val="0"/>
        </a:spcAft>
        <a:defRPr sz="3200" b="1">
          <a:solidFill>
            <a:schemeClr val="tx1"/>
          </a:solidFill>
          <a:latin typeface="+mj-lt"/>
          <a:ea typeface="+mj-ea"/>
          <a:cs typeface="楷体_GB2312"/>
        </a:defRPr>
      </a:lvl1pPr>
      <a:lvl2pPr algn="l" rtl="0" eaLnBrk="0" fontAlgn="base" hangingPunct="0">
        <a:spcBef>
          <a:spcPct val="0"/>
        </a:spcBef>
        <a:spcAft>
          <a:spcPct val="0"/>
        </a:spcAft>
        <a:defRPr sz="3200" b="1">
          <a:solidFill>
            <a:schemeClr val="tx1"/>
          </a:solidFill>
          <a:latin typeface="Times New Roman" panose="02020603050405020304" pitchFamily="18" charset="0"/>
          <a:ea typeface="楷体_GB2312" pitchFamily="49" charset="-122"/>
          <a:cs typeface="楷体_GB2312"/>
        </a:defRPr>
      </a:lvl2pPr>
      <a:lvl3pPr algn="l" rtl="0" eaLnBrk="0" fontAlgn="base" hangingPunct="0">
        <a:spcBef>
          <a:spcPct val="0"/>
        </a:spcBef>
        <a:spcAft>
          <a:spcPct val="0"/>
        </a:spcAft>
        <a:defRPr sz="3200" b="1">
          <a:solidFill>
            <a:schemeClr val="tx1"/>
          </a:solidFill>
          <a:latin typeface="Times New Roman" panose="02020603050405020304" pitchFamily="18" charset="0"/>
          <a:ea typeface="楷体_GB2312" pitchFamily="49" charset="-122"/>
          <a:cs typeface="楷体_GB2312"/>
        </a:defRPr>
      </a:lvl3pPr>
      <a:lvl4pPr algn="l" rtl="0" eaLnBrk="0" fontAlgn="base" hangingPunct="0">
        <a:spcBef>
          <a:spcPct val="0"/>
        </a:spcBef>
        <a:spcAft>
          <a:spcPct val="0"/>
        </a:spcAft>
        <a:defRPr sz="3200" b="1">
          <a:solidFill>
            <a:schemeClr val="tx1"/>
          </a:solidFill>
          <a:latin typeface="Times New Roman" panose="02020603050405020304" pitchFamily="18" charset="0"/>
          <a:ea typeface="楷体_GB2312" pitchFamily="49" charset="-122"/>
          <a:cs typeface="楷体_GB2312"/>
        </a:defRPr>
      </a:lvl4pPr>
      <a:lvl5pPr algn="l" rtl="0" eaLnBrk="0" fontAlgn="base" hangingPunct="0">
        <a:spcBef>
          <a:spcPct val="0"/>
        </a:spcBef>
        <a:spcAft>
          <a:spcPct val="0"/>
        </a:spcAft>
        <a:defRPr sz="3200" b="1">
          <a:solidFill>
            <a:schemeClr val="tx1"/>
          </a:solidFill>
          <a:latin typeface="Times New Roman" panose="02020603050405020304" pitchFamily="18" charset="0"/>
          <a:ea typeface="楷体_GB2312" pitchFamily="49" charset="-122"/>
          <a:cs typeface="楷体_GB2312"/>
        </a:defRPr>
      </a:lvl5pPr>
      <a:lvl6pPr marL="457200" algn="l" rtl="0" fontAlgn="base">
        <a:spcBef>
          <a:spcPct val="0"/>
        </a:spcBef>
        <a:spcAft>
          <a:spcPct val="0"/>
        </a:spcAft>
        <a:defRPr sz="3200" b="1">
          <a:solidFill>
            <a:schemeClr val="tx1"/>
          </a:solidFill>
          <a:latin typeface="Times New Roman" panose="02020603050405020304" pitchFamily="18" charset="0"/>
          <a:ea typeface="楷体_GB2312" pitchFamily="49" charset="-122"/>
        </a:defRPr>
      </a:lvl6pPr>
      <a:lvl7pPr marL="914400" algn="l" rtl="0" fontAlgn="base">
        <a:spcBef>
          <a:spcPct val="0"/>
        </a:spcBef>
        <a:spcAft>
          <a:spcPct val="0"/>
        </a:spcAft>
        <a:defRPr sz="3200" b="1">
          <a:solidFill>
            <a:schemeClr val="tx1"/>
          </a:solidFill>
          <a:latin typeface="Times New Roman" panose="02020603050405020304" pitchFamily="18" charset="0"/>
          <a:ea typeface="楷体_GB2312" pitchFamily="49" charset="-122"/>
        </a:defRPr>
      </a:lvl7pPr>
      <a:lvl8pPr marL="1371600" algn="l" rtl="0" fontAlgn="base">
        <a:spcBef>
          <a:spcPct val="0"/>
        </a:spcBef>
        <a:spcAft>
          <a:spcPct val="0"/>
        </a:spcAft>
        <a:defRPr sz="3200" b="1">
          <a:solidFill>
            <a:schemeClr val="tx1"/>
          </a:solidFill>
          <a:latin typeface="Times New Roman" panose="02020603050405020304" pitchFamily="18" charset="0"/>
          <a:ea typeface="楷体_GB2312" pitchFamily="49" charset="-122"/>
        </a:defRPr>
      </a:lvl8pPr>
      <a:lvl9pPr marL="1828800" algn="l" rtl="0" fontAlgn="base">
        <a:spcBef>
          <a:spcPct val="0"/>
        </a:spcBef>
        <a:spcAft>
          <a:spcPct val="0"/>
        </a:spcAft>
        <a:defRPr sz="3200" b="1">
          <a:solidFill>
            <a:schemeClr val="tx1"/>
          </a:solidFill>
          <a:latin typeface="Times New Roman" panose="02020603050405020304" pitchFamily="18" charset="0"/>
          <a:ea typeface="楷体_GB2312" pitchFamily="49"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2400" b="1">
          <a:solidFill>
            <a:schemeClr val="tx1"/>
          </a:solidFill>
          <a:latin typeface="+mn-lt"/>
          <a:ea typeface="+mn-ea"/>
          <a:cs typeface="楷体_GB231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400" b="1">
          <a:solidFill>
            <a:schemeClr val="tx1"/>
          </a:solidFill>
          <a:latin typeface="+mn-lt"/>
          <a:ea typeface="+mn-ea"/>
          <a:cs typeface="楷体_GB2312"/>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cs typeface="楷体_GB2312"/>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400" b="1">
          <a:solidFill>
            <a:schemeClr val="tx1"/>
          </a:solidFill>
          <a:latin typeface="+mn-lt"/>
          <a:ea typeface="+mn-ea"/>
          <a:cs typeface="楷体_GB2312"/>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400" b="1">
          <a:solidFill>
            <a:schemeClr val="tx1"/>
          </a:solidFill>
          <a:latin typeface="+mn-lt"/>
          <a:ea typeface="+mn-ea"/>
          <a:cs typeface="楷体_GB2312"/>
        </a:defRPr>
      </a:lvl5pPr>
      <a:lvl6pPr marL="2514600" indent="-228600" algn="l" rtl="0" fontAlgn="base">
        <a:spcBef>
          <a:spcPct val="20000"/>
        </a:spcBef>
        <a:spcAft>
          <a:spcPct val="0"/>
        </a:spcAft>
        <a:buClr>
          <a:schemeClr val="bg2"/>
        </a:buClr>
        <a:buFont typeface="Wingdings" panose="05000000000000000000" pitchFamily="2" charset="2"/>
        <a:buChar char="§"/>
        <a:defRPr sz="2400" b="1">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400" b="1">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400" b="1">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4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sz="1200">
                <a:solidFill>
                  <a:srgbClr val="000000"/>
                </a:solidFill>
                <a:latin typeface="+mn-lt"/>
                <a:ea typeface="+mn-ea"/>
              </a:defRPr>
            </a:lvl1pPr>
          </a:lstStyle>
          <a:p>
            <a:pPr>
              <a:defRPr/>
            </a:pPr>
            <a:endParaRPr lang="en-US" altLang="zh-CN"/>
          </a:p>
        </p:txBody>
      </p:sp>
      <p:sp>
        <p:nvSpPr>
          <p:cNvPr id="5123" name="Rectangle 3"/>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lstStyle>
            <a:lvl1pPr algn="r">
              <a:defRPr sz="1200">
                <a:solidFill>
                  <a:srgbClr val="000000"/>
                </a:solidFill>
                <a:latin typeface="+mn-lt"/>
                <a:ea typeface="+mn-ea"/>
              </a:defRPr>
            </a:lvl1pPr>
          </a:lstStyle>
          <a:p>
            <a:pPr>
              <a:defRPr/>
            </a:pPr>
            <a:fld id="{0806D48A-56A5-4B77-B1AF-A544CEF8E900}" type="slidenum">
              <a:rPr lang="en-US" altLang="zh-CN"/>
              <a:t>‹#›</a:t>
            </a:fld>
            <a:endParaRPr lang="en-US" altLang="zh-CN"/>
          </a:p>
        </p:txBody>
      </p:sp>
      <p:grpSp>
        <p:nvGrpSpPr>
          <p:cNvPr id="479236" name="Group 4"/>
          <p:cNvGrpSpPr/>
          <p:nvPr/>
        </p:nvGrpSpPr>
        <p:grpSpPr bwMode="auto">
          <a:xfrm>
            <a:off x="0" y="0"/>
            <a:ext cx="9144000" cy="546100"/>
            <a:chOff x="0" y="0"/>
            <a:chExt cx="5760" cy="344"/>
          </a:xfrm>
        </p:grpSpPr>
        <p:sp>
          <p:nvSpPr>
            <p:cNvPr id="5125"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algn="ctr">
                <a:defRPr/>
              </a:pPr>
              <a:endParaRPr lang="zh-CN" altLang="zh-CN" sz="2400">
                <a:solidFill>
                  <a:srgbClr val="000000"/>
                </a:solidFill>
                <a:latin typeface="+mn-lt"/>
                <a:ea typeface="+mn-ea"/>
              </a:endParaRPr>
            </a:p>
          </p:txBody>
        </p:sp>
        <p:sp>
          <p:nvSpPr>
            <p:cNvPr id="5126"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ln>
          </p:spPr>
          <p:txBody>
            <a:bodyPr/>
            <a:lstStyle/>
            <a:p>
              <a:pPr>
                <a:defRPr/>
              </a:pPr>
              <a:endParaRPr lang="zh-CN" altLang="zh-CN" sz="2400">
                <a:solidFill>
                  <a:srgbClr val="000000"/>
                </a:solidFill>
                <a:latin typeface="+mn-lt"/>
                <a:ea typeface="+mn-ea"/>
              </a:endParaRPr>
            </a:p>
          </p:txBody>
        </p:sp>
        <p:sp>
          <p:nvSpPr>
            <p:cNvPr id="5127" name="Rectangle 7"/>
            <p:cNvSpPr>
              <a:spLocks noChangeArrowheads="1"/>
            </p:cNvSpPr>
            <p:nvPr/>
          </p:nvSpPr>
          <p:spPr bwMode="auto">
            <a:xfrm>
              <a:off x="258" y="85"/>
              <a:ext cx="87" cy="89"/>
            </a:xfrm>
            <a:prstGeom prst="rect">
              <a:avLst/>
            </a:prstGeom>
            <a:solidFill>
              <a:schemeClr val="folHlink"/>
            </a:solidFill>
            <a:ln w="9525">
              <a:noFill/>
              <a:miter lim="800000"/>
            </a:ln>
          </p:spPr>
          <p:txBody>
            <a:bodyPr/>
            <a:lstStyle/>
            <a:p>
              <a:pPr>
                <a:defRPr/>
              </a:pPr>
              <a:endParaRPr lang="zh-CN" altLang="zh-CN">
                <a:solidFill>
                  <a:srgbClr val="666699"/>
                </a:solidFill>
                <a:latin typeface="+mn-lt"/>
                <a:ea typeface="+mn-ea"/>
              </a:endParaRPr>
            </a:p>
          </p:txBody>
        </p:sp>
        <p:sp>
          <p:nvSpPr>
            <p:cNvPr id="5128" name="Rectangle 8"/>
            <p:cNvSpPr>
              <a:spLocks noChangeArrowheads="1"/>
            </p:cNvSpPr>
            <p:nvPr/>
          </p:nvSpPr>
          <p:spPr bwMode="auto">
            <a:xfrm>
              <a:off x="345" y="0"/>
              <a:ext cx="88" cy="87"/>
            </a:xfrm>
            <a:prstGeom prst="rect">
              <a:avLst/>
            </a:prstGeom>
            <a:solidFill>
              <a:schemeClr val="folHlink"/>
            </a:solidFill>
            <a:ln w="9525">
              <a:noFill/>
              <a:miter lim="800000"/>
            </a:ln>
          </p:spPr>
          <p:txBody>
            <a:bodyPr/>
            <a:lstStyle/>
            <a:p>
              <a:pPr>
                <a:defRPr/>
              </a:pPr>
              <a:endParaRPr lang="zh-CN" altLang="zh-CN">
                <a:solidFill>
                  <a:srgbClr val="666699"/>
                </a:solidFill>
                <a:latin typeface="+mn-lt"/>
                <a:ea typeface="+mn-ea"/>
              </a:endParaRPr>
            </a:p>
          </p:txBody>
        </p:sp>
        <p:sp>
          <p:nvSpPr>
            <p:cNvPr id="5129" name="Rectangle 9"/>
            <p:cNvSpPr>
              <a:spLocks noChangeArrowheads="1"/>
            </p:cNvSpPr>
            <p:nvPr/>
          </p:nvSpPr>
          <p:spPr bwMode="auto">
            <a:xfrm>
              <a:off x="345" y="85"/>
              <a:ext cx="88" cy="89"/>
            </a:xfrm>
            <a:prstGeom prst="rect">
              <a:avLst/>
            </a:prstGeom>
            <a:solidFill>
              <a:schemeClr val="accent2"/>
            </a:solidFill>
            <a:ln w="9525">
              <a:noFill/>
              <a:miter lim="800000"/>
            </a:ln>
          </p:spPr>
          <p:txBody>
            <a:bodyPr/>
            <a:lstStyle/>
            <a:p>
              <a:pPr>
                <a:defRPr/>
              </a:pPr>
              <a:endParaRPr lang="zh-CN" altLang="zh-CN">
                <a:solidFill>
                  <a:srgbClr val="9999CC"/>
                </a:solidFill>
                <a:latin typeface="+mn-lt"/>
                <a:ea typeface="+mn-ea"/>
              </a:endParaRPr>
            </a:p>
          </p:txBody>
        </p:sp>
        <p:sp>
          <p:nvSpPr>
            <p:cNvPr id="5130" name="Rectangle 10"/>
            <p:cNvSpPr>
              <a:spLocks noChangeArrowheads="1"/>
            </p:cNvSpPr>
            <p:nvPr/>
          </p:nvSpPr>
          <p:spPr bwMode="auto">
            <a:xfrm>
              <a:off x="173" y="173"/>
              <a:ext cx="86" cy="87"/>
            </a:xfrm>
            <a:prstGeom prst="rect">
              <a:avLst/>
            </a:prstGeom>
            <a:solidFill>
              <a:schemeClr val="folHlink"/>
            </a:solidFill>
            <a:ln w="9525">
              <a:noFill/>
              <a:miter lim="800000"/>
            </a:ln>
          </p:spPr>
          <p:txBody>
            <a:bodyPr/>
            <a:lstStyle/>
            <a:p>
              <a:pPr>
                <a:defRPr/>
              </a:pPr>
              <a:endParaRPr lang="zh-CN" altLang="zh-CN">
                <a:solidFill>
                  <a:srgbClr val="666699"/>
                </a:solidFill>
                <a:latin typeface="+mn-lt"/>
                <a:ea typeface="+mn-ea"/>
              </a:endParaRPr>
            </a:p>
          </p:txBody>
        </p:sp>
        <p:sp>
          <p:nvSpPr>
            <p:cNvPr id="5131" name="Rectangle 11"/>
            <p:cNvSpPr>
              <a:spLocks noChangeArrowheads="1"/>
            </p:cNvSpPr>
            <p:nvPr/>
          </p:nvSpPr>
          <p:spPr bwMode="auto">
            <a:xfrm>
              <a:off x="83" y="86"/>
              <a:ext cx="89" cy="87"/>
            </a:xfrm>
            <a:prstGeom prst="rect">
              <a:avLst/>
            </a:prstGeom>
            <a:solidFill>
              <a:schemeClr val="bg2"/>
            </a:solidFill>
            <a:ln w="9525">
              <a:noFill/>
              <a:miter lim="800000"/>
            </a:ln>
          </p:spPr>
          <p:txBody>
            <a:bodyPr/>
            <a:lstStyle/>
            <a:p>
              <a:pPr>
                <a:defRPr/>
              </a:pPr>
              <a:endParaRPr lang="zh-CN" altLang="zh-CN" sz="2400">
                <a:solidFill>
                  <a:srgbClr val="000000"/>
                </a:solidFill>
                <a:latin typeface="+mn-lt"/>
                <a:ea typeface="+mn-ea"/>
              </a:endParaRPr>
            </a:p>
          </p:txBody>
        </p:sp>
        <p:sp>
          <p:nvSpPr>
            <p:cNvPr id="5132" name="Rectangle 12"/>
            <p:cNvSpPr>
              <a:spLocks noChangeArrowheads="1"/>
            </p:cNvSpPr>
            <p:nvPr/>
          </p:nvSpPr>
          <p:spPr bwMode="auto">
            <a:xfrm>
              <a:off x="258" y="171"/>
              <a:ext cx="87" cy="87"/>
            </a:xfrm>
            <a:prstGeom prst="rect">
              <a:avLst/>
            </a:prstGeom>
            <a:solidFill>
              <a:schemeClr val="accent2"/>
            </a:solidFill>
            <a:ln w="9525">
              <a:noFill/>
              <a:miter lim="800000"/>
            </a:ln>
          </p:spPr>
          <p:txBody>
            <a:bodyPr/>
            <a:lstStyle/>
            <a:p>
              <a:pPr>
                <a:defRPr/>
              </a:pPr>
              <a:endParaRPr lang="zh-CN" altLang="zh-CN">
                <a:solidFill>
                  <a:srgbClr val="9999CC"/>
                </a:solidFill>
                <a:latin typeface="+mn-lt"/>
                <a:ea typeface="+mn-ea"/>
              </a:endParaRPr>
            </a:p>
          </p:txBody>
        </p:sp>
        <p:sp>
          <p:nvSpPr>
            <p:cNvPr id="5133" name="Rectangle 13"/>
            <p:cNvSpPr>
              <a:spLocks noChangeArrowheads="1"/>
            </p:cNvSpPr>
            <p:nvPr/>
          </p:nvSpPr>
          <p:spPr bwMode="auto">
            <a:xfrm>
              <a:off x="173" y="258"/>
              <a:ext cx="86" cy="86"/>
            </a:xfrm>
            <a:prstGeom prst="rect">
              <a:avLst/>
            </a:prstGeom>
            <a:solidFill>
              <a:schemeClr val="accent2"/>
            </a:solidFill>
            <a:ln w="9525">
              <a:noFill/>
              <a:miter lim="800000"/>
            </a:ln>
          </p:spPr>
          <p:txBody>
            <a:bodyPr/>
            <a:lstStyle/>
            <a:p>
              <a:pPr>
                <a:defRPr/>
              </a:pPr>
              <a:endParaRPr lang="zh-CN" altLang="zh-CN">
                <a:solidFill>
                  <a:srgbClr val="9999CC"/>
                </a:solidFill>
                <a:latin typeface="+mn-lt"/>
                <a:ea typeface="+mn-ea"/>
              </a:endParaRPr>
            </a:p>
          </p:txBody>
        </p:sp>
      </p:grpSp>
      <p:sp>
        <p:nvSpPr>
          <p:cNvPr id="479237" name="Rectangle 14"/>
          <p:cNvSpPr>
            <a:spLocks noGrp="1" noChangeArrowheads="1"/>
          </p:cNvSpPr>
          <p:nvPr>
            <p:ph type="title"/>
          </p:nvPr>
        </p:nvSpPr>
        <p:spPr bwMode="auto">
          <a:xfrm>
            <a:off x="457200" y="112713"/>
            <a:ext cx="8229600" cy="1371600"/>
          </a:xfrm>
          <a:prstGeom prst="rect">
            <a:avLst/>
          </a:prstGeom>
          <a:noFill/>
          <a:ln w="9525">
            <a:noFill/>
            <a:miter lim="800000"/>
          </a:ln>
        </p:spPr>
        <p:txBody>
          <a:bodyPr vert="horz" wrap="square" lIns="91440" tIns="45720" rIns="91440" bIns="45720" numCol="1" anchor="ctr" anchorCtr="0" compatLnSpc="1"/>
          <a:lstStyle/>
          <a:p>
            <a:pPr lvl="0"/>
            <a:r>
              <a:rPr lang="zh-CN" altLang="en-US"/>
              <a:t>单击此处编辑母版标题样式</a:t>
            </a:r>
          </a:p>
        </p:txBody>
      </p:sp>
      <p:sp>
        <p:nvSpPr>
          <p:cNvPr id="479238" name="Rectangle 15"/>
          <p:cNvSpPr>
            <a:spLocks noGrp="1" noChangeArrowheads="1"/>
          </p:cNvSpPr>
          <p:nvPr>
            <p:ph type="body" idx="1"/>
          </p:nvPr>
        </p:nvSpPr>
        <p:spPr bwMode="auto">
          <a:xfrm>
            <a:off x="457200" y="1628775"/>
            <a:ext cx="8229600" cy="3886200"/>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136"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a:defRPr sz="1200">
                <a:solidFill>
                  <a:srgbClr val="000000"/>
                </a:solidFill>
                <a:latin typeface="+mn-lt"/>
                <a:ea typeface="+mn-ea"/>
              </a:defRPr>
            </a:lvl1pPr>
          </a:lstStyle>
          <a:p>
            <a:pPr>
              <a:defRPr/>
            </a:pPr>
            <a:endParaRPr lang="en-US" altLang="zh-CN"/>
          </a:p>
        </p:txBody>
      </p:sp>
      <p:sp>
        <p:nvSpPr>
          <p:cNvPr id="5137" name="Rectangle 17">
            <a:hlinkClick r:id="" action="ppaction://hlinkshowjump?jump=previousslide"/>
          </p:cNvPr>
          <p:cNvSpPr>
            <a:spLocks noChangeArrowheads="1"/>
          </p:cNvSpPr>
          <p:nvPr/>
        </p:nvSpPr>
        <p:spPr bwMode="auto">
          <a:xfrm>
            <a:off x="6388100" y="6286500"/>
            <a:ext cx="673100" cy="381000"/>
          </a:xfrm>
          <a:prstGeom prst="rect">
            <a:avLst/>
          </a:prstGeom>
          <a:noFill/>
          <a:ln w="9525">
            <a:noFill/>
            <a:miter lim="800000"/>
          </a:ln>
          <a:effectLst/>
        </p:spPr>
        <p:txBody>
          <a:bodyPr wrap="none" anchor="ctr"/>
          <a:lstStyle/>
          <a:p>
            <a:pPr>
              <a:defRPr/>
            </a:pPr>
            <a:endParaRPr lang="zh-CN" altLang="en-US">
              <a:solidFill>
                <a:srgbClr val="000000"/>
              </a:solidFill>
              <a:ea typeface="宋体" panose="02010600030101010101" pitchFamily="2" charset="-122"/>
            </a:endParaRPr>
          </a:p>
        </p:txBody>
      </p:sp>
      <p:sp>
        <p:nvSpPr>
          <p:cNvPr id="5138" name="Rectangle 18">
            <a:hlinkClick r:id="" action="ppaction://hlinkshowjump?jump=nextslide"/>
          </p:cNvPr>
          <p:cNvSpPr>
            <a:spLocks noChangeArrowheads="1"/>
          </p:cNvSpPr>
          <p:nvPr/>
        </p:nvSpPr>
        <p:spPr bwMode="auto">
          <a:xfrm>
            <a:off x="7289800" y="6299200"/>
            <a:ext cx="673100" cy="381000"/>
          </a:xfrm>
          <a:prstGeom prst="rect">
            <a:avLst/>
          </a:prstGeom>
          <a:noFill/>
          <a:ln w="9525">
            <a:noFill/>
            <a:miter lim="800000"/>
          </a:ln>
          <a:effectLst/>
        </p:spPr>
        <p:txBody>
          <a:bodyPr wrap="none" anchor="ctr"/>
          <a:lstStyle/>
          <a:p>
            <a:pPr>
              <a:defRPr/>
            </a:pPr>
            <a:endParaRPr lang="zh-CN" altLang="en-US">
              <a:solidFill>
                <a:srgbClr val="000000"/>
              </a:solidFill>
              <a:ea typeface="宋体" panose="02010600030101010101" pitchFamily="2" charset="-122"/>
            </a:endParaRPr>
          </a:p>
        </p:txBody>
      </p:sp>
      <p:sp>
        <p:nvSpPr>
          <p:cNvPr id="5139" name="Rectangle 19">
            <a:hlinkClick r:id="" action="ppaction://hlinkshowjump?jump=firstslide"/>
          </p:cNvPr>
          <p:cNvSpPr>
            <a:spLocks noChangeArrowheads="1"/>
          </p:cNvSpPr>
          <p:nvPr/>
        </p:nvSpPr>
        <p:spPr bwMode="auto">
          <a:xfrm>
            <a:off x="8204200" y="6299200"/>
            <a:ext cx="673100" cy="381000"/>
          </a:xfrm>
          <a:prstGeom prst="rect">
            <a:avLst/>
          </a:prstGeom>
          <a:noFill/>
          <a:ln w="9525">
            <a:noFill/>
            <a:miter lim="800000"/>
          </a:ln>
          <a:effectLst/>
        </p:spPr>
        <p:txBody>
          <a:bodyPr wrap="none" anchor="ctr"/>
          <a:lstStyle/>
          <a:p>
            <a:pPr>
              <a:defRPr/>
            </a:pPr>
            <a:endParaRPr lang="zh-CN" altLang="en-US">
              <a:solidFill>
                <a:srgbClr val="000000"/>
              </a:solidFill>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4116" r:id="rId1"/>
    <p:sldLayoutId id="2147484117" r:id="rId2"/>
    <p:sldLayoutId id="2147484118" r:id="rId3"/>
    <p:sldLayoutId id="2147484119" r:id="rId4"/>
    <p:sldLayoutId id="2147484120" r:id="rId5"/>
    <p:sldLayoutId id="2147484121" r:id="rId6"/>
    <p:sldLayoutId id="2147484122" r:id="rId7"/>
    <p:sldLayoutId id="2147484123" r:id="rId8"/>
    <p:sldLayoutId id="2147484124" r:id="rId9"/>
    <p:sldLayoutId id="2147484125" r:id="rId10"/>
    <p:sldLayoutId id="2147484126" r:id="rId11"/>
  </p:sldLayoutIdLst>
  <p:txStyles>
    <p:titleStyle>
      <a:lvl1pPr algn="l" rtl="0" eaLnBrk="0" fontAlgn="base" hangingPunct="0">
        <a:spcBef>
          <a:spcPct val="0"/>
        </a:spcBef>
        <a:spcAft>
          <a:spcPct val="0"/>
        </a:spcAft>
        <a:defRPr sz="3200" b="1">
          <a:solidFill>
            <a:schemeClr val="tx1"/>
          </a:solidFill>
          <a:latin typeface="+mj-lt"/>
          <a:ea typeface="+mj-ea"/>
          <a:cs typeface="楷体_GB2312"/>
        </a:defRPr>
      </a:lvl1pPr>
      <a:lvl2pPr algn="l" rtl="0" eaLnBrk="0" fontAlgn="base" hangingPunct="0">
        <a:spcBef>
          <a:spcPct val="0"/>
        </a:spcBef>
        <a:spcAft>
          <a:spcPct val="0"/>
        </a:spcAft>
        <a:defRPr sz="3200" b="1">
          <a:solidFill>
            <a:schemeClr val="tx1"/>
          </a:solidFill>
          <a:latin typeface="Times New Roman" panose="02020603050405020304" pitchFamily="18" charset="0"/>
          <a:ea typeface="楷体_GB2312" pitchFamily="49" charset="-122"/>
          <a:cs typeface="楷体_GB2312"/>
        </a:defRPr>
      </a:lvl2pPr>
      <a:lvl3pPr algn="l" rtl="0" eaLnBrk="0" fontAlgn="base" hangingPunct="0">
        <a:spcBef>
          <a:spcPct val="0"/>
        </a:spcBef>
        <a:spcAft>
          <a:spcPct val="0"/>
        </a:spcAft>
        <a:defRPr sz="3200" b="1">
          <a:solidFill>
            <a:schemeClr val="tx1"/>
          </a:solidFill>
          <a:latin typeface="Times New Roman" panose="02020603050405020304" pitchFamily="18" charset="0"/>
          <a:ea typeface="楷体_GB2312" pitchFamily="49" charset="-122"/>
          <a:cs typeface="楷体_GB2312"/>
        </a:defRPr>
      </a:lvl3pPr>
      <a:lvl4pPr algn="l" rtl="0" eaLnBrk="0" fontAlgn="base" hangingPunct="0">
        <a:spcBef>
          <a:spcPct val="0"/>
        </a:spcBef>
        <a:spcAft>
          <a:spcPct val="0"/>
        </a:spcAft>
        <a:defRPr sz="3200" b="1">
          <a:solidFill>
            <a:schemeClr val="tx1"/>
          </a:solidFill>
          <a:latin typeface="Times New Roman" panose="02020603050405020304" pitchFamily="18" charset="0"/>
          <a:ea typeface="楷体_GB2312" pitchFamily="49" charset="-122"/>
          <a:cs typeface="楷体_GB2312"/>
        </a:defRPr>
      </a:lvl4pPr>
      <a:lvl5pPr algn="l" rtl="0" eaLnBrk="0" fontAlgn="base" hangingPunct="0">
        <a:spcBef>
          <a:spcPct val="0"/>
        </a:spcBef>
        <a:spcAft>
          <a:spcPct val="0"/>
        </a:spcAft>
        <a:defRPr sz="3200" b="1">
          <a:solidFill>
            <a:schemeClr val="tx1"/>
          </a:solidFill>
          <a:latin typeface="Times New Roman" panose="02020603050405020304" pitchFamily="18" charset="0"/>
          <a:ea typeface="楷体_GB2312" pitchFamily="49" charset="-122"/>
          <a:cs typeface="楷体_GB2312"/>
        </a:defRPr>
      </a:lvl5pPr>
      <a:lvl6pPr marL="457200" algn="l" rtl="0" fontAlgn="base">
        <a:spcBef>
          <a:spcPct val="0"/>
        </a:spcBef>
        <a:spcAft>
          <a:spcPct val="0"/>
        </a:spcAft>
        <a:defRPr sz="3200" b="1">
          <a:solidFill>
            <a:schemeClr val="tx1"/>
          </a:solidFill>
          <a:latin typeface="Times New Roman" panose="02020603050405020304" pitchFamily="18" charset="0"/>
          <a:ea typeface="楷体_GB2312" pitchFamily="49" charset="-122"/>
        </a:defRPr>
      </a:lvl6pPr>
      <a:lvl7pPr marL="914400" algn="l" rtl="0" fontAlgn="base">
        <a:spcBef>
          <a:spcPct val="0"/>
        </a:spcBef>
        <a:spcAft>
          <a:spcPct val="0"/>
        </a:spcAft>
        <a:defRPr sz="3200" b="1">
          <a:solidFill>
            <a:schemeClr val="tx1"/>
          </a:solidFill>
          <a:latin typeface="Times New Roman" panose="02020603050405020304" pitchFamily="18" charset="0"/>
          <a:ea typeface="楷体_GB2312" pitchFamily="49" charset="-122"/>
        </a:defRPr>
      </a:lvl7pPr>
      <a:lvl8pPr marL="1371600" algn="l" rtl="0" fontAlgn="base">
        <a:spcBef>
          <a:spcPct val="0"/>
        </a:spcBef>
        <a:spcAft>
          <a:spcPct val="0"/>
        </a:spcAft>
        <a:defRPr sz="3200" b="1">
          <a:solidFill>
            <a:schemeClr val="tx1"/>
          </a:solidFill>
          <a:latin typeface="Times New Roman" panose="02020603050405020304" pitchFamily="18" charset="0"/>
          <a:ea typeface="楷体_GB2312" pitchFamily="49" charset="-122"/>
        </a:defRPr>
      </a:lvl8pPr>
      <a:lvl9pPr marL="1828800" algn="l" rtl="0" fontAlgn="base">
        <a:spcBef>
          <a:spcPct val="0"/>
        </a:spcBef>
        <a:spcAft>
          <a:spcPct val="0"/>
        </a:spcAft>
        <a:defRPr sz="3200" b="1">
          <a:solidFill>
            <a:schemeClr val="tx1"/>
          </a:solidFill>
          <a:latin typeface="Times New Roman" panose="02020603050405020304" pitchFamily="18" charset="0"/>
          <a:ea typeface="楷体_GB2312" pitchFamily="49"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2400" b="1">
          <a:solidFill>
            <a:schemeClr val="tx1"/>
          </a:solidFill>
          <a:latin typeface="+mn-lt"/>
          <a:ea typeface="+mn-ea"/>
          <a:cs typeface="楷体_GB231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400" b="1">
          <a:solidFill>
            <a:schemeClr val="tx1"/>
          </a:solidFill>
          <a:latin typeface="+mn-lt"/>
          <a:ea typeface="+mn-ea"/>
          <a:cs typeface="楷体_GB2312"/>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cs typeface="楷体_GB2312"/>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400" b="1">
          <a:solidFill>
            <a:schemeClr val="tx1"/>
          </a:solidFill>
          <a:latin typeface="+mn-lt"/>
          <a:ea typeface="+mn-ea"/>
          <a:cs typeface="楷体_GB2312"/>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400" b="1">
          <a:solidFill>
            <a:schemeClr val="tx1"/>
          </a:solidFill>
          <a:latin typeface="+mn-lt"/>
          <a:ea typeface="+mn-ea"/>
          <a:cs typeface="楷体_GB2312"/>
        </a:defRPr>
      </a:lvl5pPr>
      <a:lvl6pPr marL="2514600" indent="-228600" algn="l" rtl="0" fontAlgn="base">
        <a:spcBef>
          <a:spcPct val="20000"/>
        </a:spcBef>
        <a:spcAft>
          <a:spcPct val="0"/>
        </a:spcAft>
        <a:buClr>
          <a:schemeClr val="bg2"/>
        </a:buClr>
        <a:buFont typeface="Wingdings" panose="05000000000000000000" pitchFamily="2" charset="2"/>
        <a:buChar char="§"/>
        <a:defRPr sz="2400" b="1">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400" b="1">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400" b="1">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4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cstate="print"/>
        </a:blipFill>
        <a:effectLst/>
      </p:bgPr>
    </p:bg>
    <p:spTree>
      <p:nvGrpSpPr>
        <p:cNvPr id="1" name=""/>
        <p:cNvGrpSpPr/>
        <p:nvPr/>
      </p:nvGrpSpPr>
      <p:grpSpPr>
        <a:xfrm>
          <a:off x="0" y="0"/>
          <a:ext cx="0" cy="0"/>
          <a:chOff x="0" y="0"/>
          <a:chExt cx="0" cy="0"/>
        </a:xfrm>
      </p:grpSpPr>
      <p:sp>
        <p:nvSpPr>
          <p:cNvPr id="267266" name="Rectangle 2">
            <a:hlinkClick r:id="" action="ppaction://hlinkshowjump?jump=previousslide"/>
          </p:cNvPr>
          <p:cNvSpPr>
            <a:spLocks noChangeArrowheads="1"/>
          </p:cNvSpPr>
          <p:nvPr/>
        </p:nvSpPr>
        <p:spPr bwMode="auto">
          <a:xfrm>
            <a:off x="6388100" y="6286500"/>
            <a:ext cx="673100" cy="381000"/>
          </a:xfrm>
          <a:prstGeom prst="rect">
            <a:avLst/>
          </a:prstGeom>
          <a:no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800" b="1"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267267" name="Rectangle 3">
            <a:hlinkClick r:id="" action="ppaction://hlinkshowjump?jump=nextslide"/>
          </p:cNvPr>
          <p:cNvSpPr>
            <a:spLocks noChangeArrowheads="1"/>
          </p:cNvSpPr>
          <p:nvPr/>
        </p:nvSpPr>
        <p:spPr bwMode="auto">
          <a:xfrm>
            <a:off x="7289800" y="6299200"/>
            <a:ext cx="673100" cy="381000"/>
          </a:xfrm>
          <a:prstGeom prst="rect">
            <a:avLst/>
          </a:prstGeom>
          <a:no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800" b="1"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267268" name="Rectangle 4"/>
          <p:cNvSpPr>
            <a:spLocks noGrp="1" noChangeArrowheads="1"/>
          </p:cNvSpPr>
          <p:nvPr>
            <p:ph type="sldNum" sz="quarter" idx="4"/>
          </p:nvPr>
        </p:nvSpPr>
        <p:spPr bwMode="auto">
          <a:xfrm>
            <a:off x="8459788" y="6416675"/>
            <a:ext cx="684213" cy="396875"/>
          </a:xfrm>
          <a:prstGeom prst="rect">
            <a:avLst/>
          </a:prstGeom>
          <a:noFill/>
          <a:ln w="9525">
            <a:noFill/>
            <a:miter lim="800000"/>
          </a:ln>
          <a:effectLst/>
        </p:spPr>
        <p:txBody>
          <a:bodyPr vert="horz" wrap="square" lIns="91440" tIns="45720" rIns="91440" bIns="45720" numCol="1" anchor="t" anchorCtr="0" compatLnSpc="1">
            <a:spAutoFit/>
          </a:bodyPr>
          <a:lstStyle>
            <a:lvl1pPr>
              <a:defRPr sz="2000">
                <a:solidFill>
                  <a:srgbClr val="FF0000"/>
                </a:solidFill>
                <a:latin typeface="Times New Roman" panose="02020603050405020304" pitchFamily="18" charset="0"/>
              </a:defRPr>
            </a:lvl1pPr>
          </a:lstStyle>
          <a:p>
            <a:pPr lvl="0" eaLnBrk="1" hangingPunct="1"/>
            <a:r>
              <a:rPr lang="en-US" altLang="zh-CN" dirty="0"/>
              <a:t>-</a:t>
            </a:r>
            <a:fld id="{9A0DB2DC-4C9A-4742-B13C-FB6460FD3503}" type="slidenum">
              <a:rPr lang="en-US" altLang="zh-CN" sz="1800" dirty="0">
                <a:solidFill>
                  <a:srgbClr val="0000FF"/>
                </a:solidFill>
                <a:latin typeface="Times New Roman" panose="02020603050405020304" pitchFamily="18" charset="0"/>
              </a:rPr>
              <a:t>‹#›</a:t>
            </a:fld>
            <a:r>
              <a:rPr lang="en-US" altLang="zh-CN" sz="2000" dirty="0">
                <a:solidFill>
                  <a:srgbClr val="FF0000"/>
                </a:solidFill>
                <a:latin typeface="Times New Roman" panose="02020603050405020304" pitchFamily="18" charset="0"/>
              </a:rPr>
              <a:t>-</a:t>
            </a:r>
          </a:p>
        </p:txBody>
      </p:sp>
    </p:spTree>
  </p:cSld>
  <p:clrMap bg1="lt1" tx1="dk1" bg2="lt2" tx2="dk2" accent1="accent1" accent2="accent2" accent3="accent3" accent4="accent4" accent5="accent5" accent6="accent6" hlink="hlink" folHlink="folHlink"/>
  <p:sldLayoutIdLst>
    <p:sldLayoutId id="2147484262" r:id="rId1"/>
    <p:sldLayoutId id="2147484263" r:id="rId2"/>
    <p:sldLayoutId id="2147484264" r:id="rId3"/>
    <p:sldLayoutId id="2147484265" r:id="rId4"/>
    <p:sldLayoutId id="2147484266" r:id="rId5"/>
    <p:sldLayoutId id="2147484267" r:id="rId6"/>
    <p:sldLayoutId id="2147484268" r:id="rId7"/>
    <p:sldLayoutId id="2147484269" r:id="rId8"/>
    <p:sldLayoutId id="2147484270" r:id="rId9"/>
    <p:sldLayoutId id="2147484271" r:id="rId10"/>
    <p:sldLayoutId id="2147484272" r:id="rId11"/>
  </p:sldLayoutIdLst>
  <p:transition>
    <p:wipe dir="r"/>
  </p:transition>
  <p:hf sldNum="0" hdr="0" ftr="0" dt="0"/>
  <p:txStyles>
    <p:titleStyle>
      <a:lvl1pPr algn="ctr" rtl="0" fontAlgn="base">
        <a:spcBef>
          <a:spcPct val="0"/>
        </a:spcBef>
        <a:spcAft>
          <a:spcPct val="0"/>
        </a:spcAft>
        <a:defRPr sz="4400" b="1">
          <a:solidFill>
            <a:schemeClr val="tx2"/>
          </a:solidFill>
          <a:latin typeface="+mj-lt"/>
          <a:ea typeface="+mj-ea"/>
          <a:cs typeface="+mj-cs"/>
        </a:defRPr>
      </a:lvl1pPr>
      <a:lvl2pPr algn="ctr" rtl="0" fontAlgn="base">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2pPr>
      <a:lvl3pPr algn="ctr" rtl="0" fontAlgn="base">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3pPr>
      <a:lvl4pPr algn="ctr" rtl="0" fontAlgn="base">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4pPr>
      <a:lvl5pPr algn="ctr" rtl="0" fontAlgn="base">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9pPr>
    </p:titleStyle>
    <p:bodyStyle>
      <a:lvl1pPr marL="342900" indent="-342900" algn="l" rtl="0" fontAlgn="base">
        <a:spcBef>
          <a:spcPct val="20000"/>
        </a:spcBef>
        <a:spcAft>
          <a:spcPct val="0"/>
        </a:spcAft>
        <a:buChar char="•"/>
        <a:defRPr sz="3200" b="1">
          <a:solidFill>
            <a:schemeClr val="tx1"/>
          </a:solidFill>
          <a:latin typeface="+mn-lt"/>
          <a:ea typeface="+mn-ea"/>
          <a:cs typeface="+mn-cs"/>
        </a:defRPr>
      </a:lvl1pPr>
      <a:lvl2pPr marL="742950" indent="-285750" algn="l" rtl="0" fontAlgn="base">
        <a:spcBef>
          <a:spcPct val="20000"/>
        </a:spcBef>
        <a:spcAft>
          <a:spcPct val="0"/>
        </a:spcAft>
        <a:buChar char="–"/>
        <a:defRPr sz="2800" b="1">
          <a:solidFill>
            <a:schemeClr val="tx1"/>
          </a:solidFill>
          <a:latin typeface="+mn-lt"/>
          <a:ea typeface="+mn-ea"/>
        </a:defRPr>
      </a:lvl2pPr>
      <a:lvl3pPr marL="1143000" indent="-228600" algn="l" rtl="0" fontAlgn="base">
        <a:spcBef>
          <a:spcPct val="20000"/>
        </a:spcBef>
        <a:spcAft>
          <a:spcPct val="0"/>
        </a:spcAft>
        <a:buChar char="•"/>
        <a:defRPr sz="2400" b="1">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0.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hemeOverride" Target="../theme/themeOverride1.xml"/></Relationships>
</file>

<file path=ppt/slides/_rels/slide13.xml.rels><?xml version="1.0" encoding="UTF-8" standalone="yes"?>
<Relationships xmlns="http://schemas.openxmlformats.org/package/2006/relationships"><Relationship Id="rId8" Type="http://schemas.openxmlformats.org/officeDocument/2006/relationships/image" Target="../media/image8.wmf"/><Relationship Id="rId13" Type="http://schemas.openxmlformats.org/officeDocument/2006/relationships/oleObject" Target="../embeddings/oleObject7.bin"/><Relationship Id="rId3" Type="http://schemas.openxmlformats.org/officeDocument/2006/relationships/oleObject" Target="../embeddings/oleObject2.bin"/><Relationship Id="rId7" Type="http://schemas.openxmlformats.org/officeDocument/2006/relationships/oleObject" Target="../embeddings/oleObject4.bin"/><Relationship Id="rId12" Type="http://schemas.openxmlformats.org/officeDocument/2006/relationships/image" Target="../media/image10.wmf"/><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image" Target="../media/image7.wmf"/><Relationship Id="rId11" Type="http://schemas.openxmlformats.org/officeDocument/2006/relationships/oleObject" Target="../embeddings/oleObject6.bin"/><Relationship Id="rId5" Type="http://schemas.openxmlformats.org/officeDocument/2006/relationships/oleObject" Target="../embeddings/oleObject3.bin"/><Relationship Id="rId10" Type="http://schemas.openxmlformats.org/officeDocument/2006/relationships/image" Target="../media/image9.wmf"/><Relationship Id="rId4" Type="http://schemas.openxmlformats.org/officeDocument/2006/relationships/image" Target="../media/image6.wmf"/><Relationship Id="rId9" Type="http://schemas.openxmlformats.org/officeDocument/2006/relationships/oleObject" Target="../embeddings/oleObject5.bin"/><Relationship Id="rId14" Type="http://schemas.openxmlformats.org/officeDocument/2006/relationships/image" Target="../media/image11.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2.wmf"/><Relationship Id="rId5" Type="http://schemas.openxmlformats.org/officeDocument/2006/relationships/oleObject" Target="../embeddings/oleObject9.bin"/><Relationship Id="rId4" Type="http://schemas.openxmlformats.org/officeDocument/2006/relationships/image" Target="../media/image6.wmf"/></Relationships>
</file>

<file path=ppt/slides/_rels/slide15.xml.rels><?xml version="1.0" encoding="UTF-8" standalone="yes"?>
<Relationships xmlns="http://schemas.openxmlformats.org/package/2006/relationships"><Relationship Id="rId8" Type="http://schemas.openxmlformats.org/officeDocument/2006/relationships/image" Target="../media/image13.wmf"/><Relationship Id="rId13" Type="http://schemas.openxmlformats.org/officeDocument/2006/relationships/oleObject" Target="../embeddings/oleObject15.bin"/><Relationship Id="rId3" Type="http://schemas.openxmlformats.org/officeDocument/2006/relationships/oleObject" Target="../embeddings/oleObject10.bin"/><Relationship Id="rId7" Type="http://schemas.openxmlformats.org/officeDocument/2006/relationships/oleObject" Target="../embeddings/oleObject12.bin"/><Relationship Id="rId12" Type="http://schemas.openxmlformats.org/officeDocument/2006/relationships/image" Target="../media/image15.wmf"/><Relationship Id="rId2" Type="http://schemas.openxmlformats.org/officeDocument/2006/relationships/slideLayout" Target="../slideLayouts/slideLayout7.xml"/><Relationship Id="rId16" Type="http://schemas.openxmlformats.org/officeDocument/2006/relationships/image" Target="../media/image17.wmf"/><Relationship Id="rId1" Type="http://schemas.openxmlformats.org/officeDocument/2006/relationships/vmlDrawing" Target="../drawings/vmlDrawing4.vml"/><Relationship Id="rId6" Type="http://schemas.openxmlformats.org/officeDocument/2006/relationships/image" Target="../media/image12.wmf"/><Relationship Id="rId11" Type="http://schemas.openxmlformats.org/officeDocument/2006/relationships/oleObject" Target="../embeddings/oleObject14.bin"/><Relationship Id="rId5" Type="http://schemas.openxmlformats.org/officeDocument/2006/relationships/oleObject" Target="../embeddings/oleObject11.bin"/><Relationship Id="rId15" Type="http://schemas.openxmlformats.org/officeDocument/2006/relationships/oleObject" Target="../embeddings/oleObject16.bin"/><Relationship Id="rId10" Type="http://schemas.openxmlformats.org/officeDocument/2006/relationships/image" Target="../media/image14.wmf"/><Relationship Id="rId4" Type="http://schemas.openxmlformats.org/officeDocument/2006/relationships/image" Target="../media/image6.wmf"/><Relationship Id="rId9" Type="http://schemas.openxmlformats.org/officeDocument/2006/relationships/oleObject" Target="../embeddings/oleObject13.bin"/><Relationship Id="rId14" Type="http://schemas.openxmlformats.org/officeDocument/2006/relationships/image" Target="../media/image16.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9.wmf"/><Relationship Id="rId5" Type="http://schemas.openxmlformats.org/officeDocument/2006/relationships/oleObject" Target="../embeddings/oleObject18.bin"/><Relationship Id="rId4" Type="http://schemas.openxmlformats.org/officeDocument/2006/relationships/image" Target="../media/image18.wmf"/></Relationships>
</file>

<file path=ppt/slides/_rels/slide17.xml.rels><?xml version="1.0" encoding="UTF-8" standalone="yes"?>
<Relationships xmlns="http://schemas.openxmlformats.org/package/2006/relationships"><Relationship Id="rId8" Type="http://schemas.openxmlformats.org/officeDocument/2006/relationships/image" Target="../media/image22.wmf"/><Relationship Id="rId13" Type="http://schemas.openxmlformats.org/officeDocument/2006/relationships/oleObject" Target="../embeddings/oleObject24.bin"/><Relationship Id="rId3" Type="http://schemas.openxmlformats.org/officeDocument/2006/relationships/oleObject" Target="../embeddings/oleObject19.bin"/><Relationship Id="rId7" Type="http://schemas.openxmlformats.org/officeDocument/2006/relationships/oleObject" Target="../embeddings/oleObject21.bin"/><Relationship Id="rId12" Type="http://schemas.openxmlformats.org/officeDocument/2006/relationships/image" Target="../media/image24.w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21.wmf"/><Relationship Id="rId11" Type="http://schemas.openxmlformats.org/officeDocument/2006/relationships/oleObject" Target="../embeddings/oleObject23.bin"/><Relationship Id="rId5" Type="http://schemas.openxmlformats.org/officeDocument/2006/relationships/oleObject" Target="../embeddings/oleObject20.bin"/><Relationship Id="rId10" Type="http://schemas.openxmlformats.org/officeDocument/2006/relationships/image" Target="../media/image23.wmf"/><Relationship Id="rId4" Type="http://schemas.openxmlformats.org/officeDocument/2006/relationships/image" Target="../media/image20.wmf"/><Relationship Id="rId9" Type="http://schemas.openxmlformats.org/officeDocument/2006/relationships/oleObject" Target="../embeddings/oleObject22.bin"/><Relationship Id="rId14" Type="http://schemas.openxmlformats.org/officeDocument/2006/relationships/image" Target="../media/image25.wmf"/></Relationships>
</file>

<file path=ppt/slides/_rels/slide18.xml.rels><?xml version="1.0" encoding="UTF-8" standalone="yes"?>
<Relationships xmlns="http://schemas.openxmlformats.org/package/2006/relationships"><Relationship Id="rId8" Type="http://schemas.openxmlformats.org/officeDocument/2006/relationships/image" Target="../media/image28.wmf"/><Relationship Id="rId13" Type="http://schemas.openxmlformats.org/officeDocument/2006/relationships/oleObject" Target="../embeddings/oleObject30.bin"/><Relationship Id="rId3" Type="http://schemas.openxmlformats.org/officeDocument/2006/relationships/oleObject" Target="../embeddings/oleObject25.bin"/><Relationship Id="rId7" Type="http://schemas.openxmlformats.org/officeDocument/2006/relationships/oleObject" Target="../embeddings/oleObject27.bin"/><Relationship Id="rId12" Type="http://schemas.openxmlformats.org/officeDocument/2006/relationships/image" Target="../media/image30.wmf"/><Relationship Id="rId2" Type="http://schemas.openxmlformats.org/officeDocument/2006/relationships/slideLayout" Target="../slideLayouts/slideLayout7.xml"/><Relationship Id="rId16" Type="http://schemas.openxmlformats.org/officeDocument/2006/relationships/image" Target="../media/image32.wmf"/><Relationship Id="rId1" Type="http://schemas.openxmlformats.org/officeDocument/2006/relationships/vmlDrawing" Target="../drawings/vmlDrawing7.vml"/><Relationship Id="rId6" Type="http://schemas.openxmlformats.org/officeDocument/2006/relationships/image" Target="../media/image27.wmf"/><Relationship Id="rId11" Type="http://schemas.openxmlformats.org/officeDocument/2006/relationships/oleObject" Target="../embeddings/oleObject29.bin"/><Relationship Id="rId5" Type="http://schemas.openxmlformats.org/officeDocument/2006/relationships/oleObject" Target="../embeddings/oleObject26.bin"/><Relationship Id="rId15" Type="http://schemas.openxmlformats.org/officeDocument/2006/relationships/oleObject" Target="../embeddings/oleObject31.bin"/><Relationship Id="rId10" Type="http://schemas.openxmlformats.org/officeDocument/2006/relationships/image" Target="../media/image29.wmf"/><Relationship Id="rId4" Type="http://schemas.openxmlformats.org/officeDocument/2006/relationships/image" Target="../media/image26.wmf"/><Relationship Id="rId9" Type="http://schemas.openxmlformats.org/officeDocument/2006/relationships/oleObject" Target="../embeddings/oleObject28.bin"/><Relationship Id="rId14" Type="http://schemas.openxmlformats.org/officeDocument/2006/relationships/image" Target="../media/image31.wmf"/></Relationships>
</file>

<file path=ppt/slides/_rels/slide19.x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oleObject" Target="../embeddings/oleObject32.bin"/><Relationship Id="rId7" Type="http://schemas.openxmlformats.org/officeDocument/2006/relationships/oleObject" Target="../embeddings/oleObject34.bin"/><Relationship Id="rId2" Type="http://schemas.openxmlformats.org/officeDocument/2006/relationships/slideLayout" Target="../slideLayouts/slideLayout6.xml"/><Relationship Id="rId1" Type="http://schemas.openxmlformats.org/officeDocument/2006/relationships/vmlDrawing" Target="../drawings/vmlDrawing8.vml"/><Relationship Id="rId6" Type="http://schemas.openxmlformats.org/officeDocument/2006/relationships/image" Target="../media/image34.wmf"/><Relationship Id="rId5" Type="http://schemas.openxmlformats.org/officeDocument/2006/relationships/oleObject" Target="../embeddings/oleObject33.bin"/><Relationship Id="rId10" Type="http://schemas.openxmlformats.org/officeDocument/2006/relationships/image" Target="../media/image36.wmf"/><Relationship Id="rId4" Type="http://schemas.openxmlformats.org/officeDocument/2006/relationships/image" Target="../media/image33.wmf"/><Relationship Id="rId9" Type="http://schemas.openxmlformats.org/officeDocument/2006/relationships/oleObject" Target="../embeddings/oleObject35.bin"/></Relationships>
</file>

<file path=ppt/slides/_rels/slide20.xml.rels><?xml version="1.0" encoding="UTF-8" standalone="yes"?>
<Relationships xmlns="http://schemas.openxmlformats.org/package/2006/relationships"><Relationship Id="rId8" Type="http://schemas.openxmlformats.org/officeDocument/2006/relationships/image" Target="../media/image39.wmf"/><Relationship Id="rId13" Type="http://schemas.openxmlformats.org/officeDocument/2006/relationships/oleObject" Target="../embeddings/oleObject41.bin"/><Relationship Id="rId3" Type="http://schemas.openxmlformats.org/officeDocument/2006/relationships/oleObject" Target="../embeddings/oleObject36.bin"/><Relationship Id="rId7" Type="http://schemas.openxmlformats.org/officeDocument/2006/relationships/oleObject" Target="../embeddings/oleObject38.bin"/><Relationship Id="rId12" Type="http://schemas.openxmlformats.org/officeDocument/2006/relationships/image" Target="../media/image41.wmf"/><Relationship Id="rId2" Type="http://schemas.openxmlformats.org/officeDocument/2006/relationships/slideLayout" Target="../slideLayouts/slideLayout7.xml"/><Relationship Id="rId16" Type="http://schemas.openxmlformats.org/officeDocument/2006/relationships/image" Target="../media/image43.wmf"/><Relationship Id="rId1" Type="http://schemas.openxmlformats.org/officeDocument/2006/relationships/vmlDrawing" Target="../drawings/vmlDrawing9.vml"/><Relationship Id="rId6" Type="http://schemas.openxmlformats.org/officeDocument/2006/relationships/image" Target="../media/image38.wmf"/><Relationship Id="rId11" Type="http://schemas.openxmlformats.org/officeDocument/2006/relationships/oleObject" Target="../embeddings/oleObject40.bin"/><Relationship Id="rId5" Type="http://schemas.openxmlformats.org/officeDocument/2006/relationships/oleObject" Target="../embeddings/oleObject37.bin"/><Relationship Id="rId15" Type="http://schemas.openxmlformats.org/officeDocument/2006/relationships/oleObject" Target="../embeddings/oleObject42.bin"/><Relationship Id="rId10" Type="http://schemas.openxmlformats.org/officeDocument/2006/relationships/image" Target="../media/image40.wmf"/><Relationship Id="rId4" Type="http://schemas.openxmlformats.org/officeDocument/2006/relationships/image" Target="../media/image37.wmf"/><Relationship Id="rId9" Type="http://schemas.openxmlformats.org/officeDocument/2006/relationships/oleObject" Target="../embeddings/oleObject39.bin"/><Relationship Id="rId14" Type="http://schemas.openxmlformats.org/officeDocument/2006/relationships/image" Target="../media/image42.wmf"/></Relationships>
</file>

<file path=ppt/slides/_rels/slide21.xml.rels><?xml version="1.0" encoding="UTF-8" standalone="yes"?>
<Relationships xmlns="http://schemas.openxmlformats.org/package/2006/relationships"><Relationship Id="rId8" Type="http://schemas.openxmlformats.org/officeDocument/2006/relationships/image" Target="../media/image46.wmf"/><Relationship Id="rId13" Type="http://schemas.openxmlformats.org/officeDocument/2006/relationships/oleObject" Target="../embeddings/oleObject50.bin"/><Relationship Id="rId3" Type="http://schemas.openxmlformats.org/officeDocument/2006/relationships/oleObject" Target="../embeddings/oleObject43.bin"/><Relationship Id="rId7" Type="http://schemas.openxmlformats.org/officeDocument/2006/relationships/oleObject" Target="../embeddings/oleObject45.bin"/><Relationship Id="rId12" Type="http://schemas.openxmlformats.org/officeDocument/2006/relationships/oleObject" Target="../embeddings/oleObject49.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45.wmf"/><Relationship Id="rId11" Type="http://schemas.openxmlformats.org/officeDocument/2006/relationships/oleObject" Target="../embeddings/oleObject48.bin"/><Relationship Id="rId5" Type="http://schemas.openxmlformats.org/officeDocument/2006/relationships/oleObject" Target="../embeddings/oleObject44.bin"/><Relationship Id="rId10" Type="http://schemas.openxmlformats.org/officeDocument/2006/relationships/oleObject" Target="../embeddings/oleObject47.bin"/><Relationship Id="rId4" Type="http://schemas.openxmlformats.org/officeDocument/2006/relationships/image" Target="../media/image44.wmf"/><Relationship Id="rId9" Type="http://schemas.openxmlformats.org/officeDocument/2006/relationships/oleObject" Target="../embeddings/oleObject46.bin"/><Relationship Id="rId14" Type="http://schemas.openxmlformats.org/officeDocument/2006/relationships/image" Target="../media/image47.wmf"/></Relationships>
</file>

<file path=ppt/slides/_rels/slide22.xml.rels><?xml version="1.0" encoding="UTF-8" standalone="yes"?>
<Relationships xmlns="http://schemas.openxmlformats.org/package/2006/relationships"><Relationship Id="rId8" Type="http://schemas.openxmlformats.org/officeDocument/2006/relationships/image" Target="../media/image50.wmf"/><Relationship Id="rId13" Type="http://schemas.openxmlformats.org/officeDocument/2006/relationships/oleObject" Target="../embeddings/oleObject56.bin"/><Relationship Id="rId3" Type="http://schemas.openxmlformats.org/officeDocument/2006/relationships/oleObject" Target="../embeddings/oleObject51.bin"/><Relationship Id="rId7" Type="http://schemas.openxmlformats.org/officeDocument/2006/relationships/oleObject" Target="../embeddings/oleObject53.bin"/><Relationship Id="rId12" Type="http://schemas.openxmlformats.org/officeDocument/2006/relationships/image" Target="../media/image52.wmf"/><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49.wmf"/><Relationship Id="rId11" Type="http://schemas.openxmlformats.org/officeDocument/2006/relationships/oleObject" Target="../embeddings/oleObject55.bin"/><Relationship Id="rId5" Type="http://schemas.openxmlformats.org/officeDocument/2006/relationships/oleObject" Target="../embeddings/oleObject52.bin"/><Relationship Id="rId10" Type="http://schemas.openxmlformats.org/officeDocument/2006/relationships/image" Target="../media/image51.wmf"/><Relationship Id="rId4" Type="http://schemas.openxmlformats.org/officeDocument/2006/relationships/image" Target="../media/image48.wmf"/><Relationship Id="rId9" Type="http://schemas.openxmlformats.org/officeDocument/2006/relationships/oleObject" Target="../embeddings/oleObject54.bin"/><Relationship Id="rId14" Type="http://schemas.openxmlformats.org/officeDocument/2006/relationships/image" Target="../media/image53.wmf"/></Relationships>
</file>

<file path=ppt/slides/_rels/slide23.xml.rels><?xml version="1.0" encoding="UTF-8" standalone="yes"?>
<Relationships xmlns="http://schemas.openxmlformats.org/package/2006/relationships"><Relationship Id="rId8" Type="http://schemas.openxmlformats.org/officeDocument/2006/relationships/image" Target="../media/image56.wmf"/><Relationship Id="rId3" Type="http://schemas.openxmlformats.org/officeDocument/2006/relationships/oleObject" Target="../embeddings/oleObject57.bin"/><Relationship Id="rId7" Type="http://schemas.openxmlformats.org/officeDocument/2006/relationships/oleObject" Target="../embeddings/oleObject59.bin"/><Relationship Id="rId12" Type="http://schemas.openxmlformats.org/officeDocument/2006/relationships/image" Target="../media/image58.wmf"/><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55.wmf"/><Relationship Id="rId11" Type="http://schemas.openxmlformats.org/officeDocument/2006/relationships/oleObject" Target="../embeddings/oleObject61.bin"/><Relationship Id="rId5" Type="http://schemas.openxmlformats.org/officeDocument/2006/relationships/oleObject" Target="../embeddings/oleObject58.bin"/><Relationship Id="rId10" Type="http://schemas.openxmlformats.org/officeDocument/2006/relationships/image" Target="../media/image57.wmf"/><Relationship Id="rId4" Type="http://schemas.openxmlformats.org/officeDocument/2006/relationships/image" Target="../media/image54.wmf"/><Relationship Id="rId9" Type="http://schemas.openxmlformats.org/officeDocument/2006/relationships/oleObject" Target="../embeddings/oleObject60.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8737" name="Rectangle 2"/>
          <p:cNvSpPr>
            <a:spLocks noGrp="1" noChangeArrowheads="1"/>
          </p:cNvSpPr>
          <p:nvPr>
            <p:ph type="ctrTitle"/>
          </p:nvPr>
        </p:nvSpPr>
        <p:spPr/>
        <p:txBody>
          <a:bodyPr/>
          <a:lstStyle/>
          <a:p>
            <a:pPr eaLnBrk="1" hangingPunct="1"/>
            <a:r>
              <a:rPr lang="zh-CN" altLang="en-US" b="1" dirty="0">
                <a:latin typeface="楷体_GB2312"/>
                <a:ea typeface="楷体_GB2312"/>
                <a:cs typeface="楷体_GB2312"/>
              </a:rPr>
              <a:t>线性代数</a:t>
            </a:r>
            <a:br>
              <a:rPr lang="zh-CN" altLang="en-US" b="1" dirty="0">
                <a:latin typeface="楷体_GB2312"/>
                <a:ea typeface="楷体_GB2312"/>
                <a:cs typeface="楷体_GB2312"/>
              </a:rPr>
            </a:br>
            <a:r>
              <a:rPr lang="en-US" altLang="zh-CN" b="1" dirty="0">
                <a:latin typeface="楷体_GB2312"/>
                <a:ea typeface="楷体_GB2312"/>
                <a:cs typeface="楷体_GB2312"/>
              </a:rPr>
              <a:t>(Linear Algebra)</a:t>
            </a:r>
            <a:endParaRPr lang="en-US" altLang="zh-CN" sz="3600" b="1" dirty="0">
              <a:latin typeface="楷体_GB2312"/>
              <a:ea typeface="楷体_GB2312"/>
              <a:cs typeface="楷体_GB2312"/>
            </a:endParaRPr>
          </a:p>
        </p:txBody>
      </p:sp>
    </p:spTree>
    <p:custDataLst>
      <p:tags r:id="rId1"/>
    </p:custData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1475656" y="1988840"/>
            <a:ext cx="6772275" cy="2466975"/>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eaLnBrk="1" hangingPunct="1">
              <a:lnSpc>
                <a:spcPct val="90000"/>
              </a:lnSpc>
            </a:pPr>
            <a:r>
              <a:rPr lang="zh-CN" altLang="en-US" sz="2800" b="1" kern="0" dirty="0">
                <a:solidFill>
                  <a:schemeClr val="tx2"/>
                </a:solidFill>
                <a:latin typeface="华文楷体" panose="02010600040101010101" pitchFamily="2" charset="-122"/>
                <a:ea typeface="华文楷体" panose="02010600040101010101" pitchFamily="2" charset="-122"/>
              </a:rPr>
              <a:t>杨莹</a:t>
            </a:r>
            <a:endParaRPr lang="en-US" altLang="zh-CN" sz="2800" b="1" kern="0" dirty="0">
              <a:solidFill>
                <a:schemeClr val="tx2"/>
              </a:solidFill>
              <a:latin typeface="华文楷体" panose="02010600040101010101" pitchFamily="2" charset="-122"/>
              <a:ea typeface="华文楷体" panose="02010600040101010101" pitchFamily="2" charset="-122"/>
            </a:endParaRPr>
          </a:p>
          <a:p>
            <a:pPr eaLnBrk="1" hangingPunct="1">
              <a:lnSpc>
                <a:spcPct val="90000"/>
              </a:lnSpc>
            </a:pPr>
            <a:r>
              <a:rPr lang="zh-CN" altLang="en-US" sz="2800" b="1" kern="0" dirty="0">
                <a:solidFill>
                  <a:schemeClr val="tx2"/>
                </a:solidFill>
                <a:latin typeface="华文楷体" panose="02010600040101010101" pitchFamily="2" charset="-122"/>
                <a:ea typeface="华文楷体" panose="02010600040101010101" pitchFamily="2" charset="-122"/>
              </a:rPr>
              <a:t>深圳大学数学科学学院</a:t>
            </a:r>
          </a:p>
          <a:p>
            <a:pPr eaLnBrk="1" hangingPunct="1">
              <a:lnSpc>
                <a:spcPct val="90000"/>
              </a:lnSpc>
            </a:pPr>
            <a:r>
              <a:rPr lang="zh-CN" altLang="en-US" sz="2800" b="1" kern="0" dirty="0">
                <a:solidFill>
                  <a:schemeClr val="tx2"/>
                </a:solidFill>
                <a:latin typeface="华文楷体" panose="02010600040101010101" pitchFamily="2" charset="-122"/>
                <a:ea typeface="华文楷体" panose="02010600040101010101" pitchFamily="2" charset="-122"/>
              </a:rPr>
              <a:t>汇星楼</a:t>
            </a:r>
            <a:r>
              <a:rPr lang="en-US" altLang="zh-CN" sz="2800" b="1" kern="0" dirty="0">
                <a:solidFill>
                  <a:schemeClr val="tx2"/>
                </a:solidFill>
                <a:latin typeface="华文楷体" panose="02010600040101010101" pitchFamily="2" charset="-122"/>
                <a:ea typeface="华文楷体" panose="02010600040101010101" pitchFamily="2" charset="-122"/>
              </a:rPr>
              <a:t>311</a:t>
            </a:r>
          </a:p>
          <a:p>
            <a:pPr eaLnBrk="1" hangingPunct="1">
              <a:lnSpc>
                <a:spcPct val="90000"/>
              </a:lnSpc>
            </a:pPr>
            <a:r>
              <a:rPr lang="en-US" altLang="zh-CN" sz="2800" b="1" kern="0" dirty="0">
                <a:solidFill>
                  <a:schemeClr val="tx2"/>
                </a:solidFill>
                <a:latin typeface="华文楷体" panose="02010600040101010101" pitchFamily="2" charset="-122"/>
                <a:ea typeface="华文楷体" panose="02010600040101010101" pitchFamily="2" charset="-122"/>
              </a:rPr>
              <a:t>Email: yangying@szu.edu.cn</a:t>
            </a:r>
          </a:p>
          <a:p>
            <a:pPr eaLnBrk="1" hangingPunct="1">
              <a:lnSpc>
                <a:spcPct val="90000"/>
              </a:lnSpc>
            </a:pPr>
            <a:r>
              <a:rPr lang="zh-CN" altLang="en-US" sz="2800" b="1" kern="0" dirty="0">
                <a:solidFill>
                  <a:schemeClr val="tx2"/>
                </a:solidFill>
                <a:latin typeface="华文楷体" panose="02010600040101010101" pitchFamily="2" charset="-122"/>
                <a:ea typeface="华文楷体" panose="02010600040101010101" pitchFamily="2" charset="-122"/>
              </a:rPr>
              <a:t>电话：</a:t>
            </a:r>
            <a:r>
              <a:rPr lang="en-US" altLang="zh-CN" sz="2800" b="1" kern="0" dirty="0">
                <a:solidFill>
                  <a:schemeClr val="tx2"/>
                </a:solidFill>
                <a:latin typeface="华文楷体" panose="02010600040101010101" pitchFamily="2" charset="-122"/>
                <a:ea typeface="华文楷体" panose="02010600040101010101" pitchFamily="2" charset="-122"/>
              </a:rPr>
              <a:t>26532165</a:t>
            </a:r>
          </a:p>
          <a:p>
            <a:pPr eaLnBrk="1" hangingPunct="1">
              <a:lnSpc>
                <a:spcPct val="90000"/>
              </a:lnSpc>
              <a:buFontTx/>
              <a:buNone/>
            </a:pPr>
            <a:endParaRPr lang="en-US" altLang="zh-CN" sz="2800" b="1" kern="0" dirty="0">
              <a:solidFill>
                <a:schemeClr val="tx2"/>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884543324"/>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a:spLocks noChangeArrowheads="1"/>
          </p:cNvSpPr>
          <p:nvPr/>
        </p:nvSpPr>
        <p:spPr bwMode="auto">
          <a:xfrm>
            <a:off x="2124075" y="3573463"/>
            <a:ext cx="338455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dirty="0">
                <a:solidFill>
                  <a:srgbClr val="6600FF"/>
                </a:solidFill>
                <a:latin typeface="Times New Roman" panose="02020603050405020304" pitchFamily="18" charset="0"/>
                <a:ea typeface="华文隶书" panose="02010800040101010101" pitchFamily="2" charset="-122"/>
              </a:rPr>
              <a:t>参考书目：</a:t>
            </a:r>
          </a:p>
          <a:p>
            <a:pPr eaLnBrk="1" hangingPunct="1"/>
            <a:r>
              <a:rPr kumimoji="1" lang="en-US" altLang="zh-CN" sz="2800" b="1" dirty="0">
                <a:solidFill>
                  <a:schemeClr val="tx2"/>
                </a:solidFill>
                <a:latin typeface="华文楷体" panose="02010600040101010101" pitchFamily="2" charset="-122"/>
                <a:ea typeface="华文楷体" panose="02010600040101010101" pitchFamily="2" charset="-122"/>
              </a:rPr>
              <a:t>《</a:t>
            </a:r>
            <a:r>
              <a:rPr kumimoji="1" lang="zh-CN" altLang="en-US" sz="2800" b="1" dirty="0">
                <a:solidFill>
                  <a:schemeClr val="tx2"/>
                </a:solidFill>
                <a:latin typeface="华文楷体" panose="02010600040101010101" pitchFamily="2" charset="-122"/>
                <a:ea typeface="华文楷体" panose="02010600040101010101" pitchFamily="2" charset="-122"/>
              </a:rPr>
              <a:t>线性代数</a:t>
            </a:r>
            <a:r>
              <a:rPr kumimoji="1" lang="en-US" altLang="zh-CN" sz="2800" b="1" dirty="0">
                <a:solidFill>
                  <a:schemeClr val="tx2"/>
                </a:solidFill>
                <a:latin typeface="华文楷体" panose="02010600040101010101" pitchFamily="2" charset="-122"/>
                <a:ea typeface="华文楷体" panose="02010600040101010101" pitchFamily="2" charset="-122"/>
              </a:rPr>
              <a:t>》</a:t>
            </a:r>
          </a:p>
          <a:p>
            <a:pPr eaLnBrk="1" hangingPunct="1"/>
            <a:r>
              <a:rPr kumimoji="1" lang="zh-CN" altLang="en-US" sz="2800" b="1" dirty="0">
                <a:solidFill>
                  <a:schemeClr val="tx2"/>
                </a:solidFill>
                <a:latin typeface="华文楷体" panose="02010600040101010101" pitchFamily="2" charset="-122"/>
                <a:ea typeface="华文楷体" panose="02010600040101010101" pitchFamily="2" charset="-122"/>
              </a:rPr>
              <a:t>赵树嫄  主编</a:t>
            </a:r>
          </a:p>
          <a:p>
            <a:pPr eaLnBrk="1" hangingPunct="1"/>
            <a:r>
              <a:rPr kumimoji="1" lang="zh-CN" altLang="en-US" sz="2800" b="1" dirty="0">
                <a:solidFill>
                  <a:schemeClr val="tx2"/>
                </a:solidFill>
                <a:latin typeface="华文楷体" panose="02010600040101010101" pitchFamily="2" charset="-122"/>
                <a:ea typeface="华文楷体" panose="02010600040101010101" pitchFamily="2" charset="-122"/>
              </a:rPr>
              <a:t>中国人民大学出版社</a:t>
            </a:r>
          </a:p>
        </p:txBody>
      </p:sp>
      <p:sp>
        <p:nvSpPr>
          <p:cNvPr id="28675" name="Text Box 3"/>
          <p:cNvSpPr txBox="1">
            <a:spLocks noChangeArrowheads="1"/>
          </p:cNvSpPr>
          <p:nvPr/>
        </p:nvSpPr>
        <p:spPr bwMode="auto">
          <a:xfrm>
            <a:off x="2124075" y="1341438"/>
            <a:ext cx="5929828"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dirty="0">
                <a:solidFill>
                  <a:srgbClr val="6600FF"/>
                </a:solidFill>
                <a:latin typeface="Times New Roman" panose="02020603050405020304" pitchFamily="18" charset="0"/>
                <a:ea typeface="华文隶书" panose="02010800040101010101" pitchFamily="2" charset="-122"/>
              </a:rPr>
              <a:t>教材：</a:t>
            </a:r>
          </a:p>
          <a:p>
            <a:pPr eaLnBrk="1" hangingPunct="1"/>
            <a:r>
              <a:rPr kumimoji="1" lang="en-US" altLang="zh-CN" sz="2800" b="1" dirty="0">
                <a:solidFill>
                  <a:schemeClr val="tx2"/>
                </a:solidFill>
                <a:latin typeface="华文楷体" panose="02010600040101010101" pitchFamily="2" charset="-122"/>
                <a:ea typeface="华文楷体" panose="02010600040101010101" pitchFamily="2" charset="-122"/>
              </a:rPr>
              <a:t>《</a:t>
            </a:r>
            <a:r>
              <a:rPr kumimoji="1" lang="zh-CN" altLang="en-US" sz="2800" b="1" dirty="0">
                <a:solidFill>
                  <a:schemeClr val="tx2"/>
                </a:solidFill>
                <a:latin typeface="华文楷体" panose="02010600040101010101" pitchFamily="2" charset="-122"/>
                <a:ea typeface="华文楷体" panose="02010600040101010101" pitchFamily="2" charset="-122"/>
              </a:rPr>
              <a:t>工程数学</a:t>
            </a:r>
            <a:r>
              <a:rPr kumimoji="1" lang="en-US" altLang="zh-CN" sz="2800" b="1" dirty="0">
                <a:solidFill>
                  <a:schemeClr val="tx2"/>
                </a:solidFill>
                <a:latin typeface="华文楷体" panose="02010600040101010101" pitchFamily="2" charset="-122"/>
                <a:ea typeface="华文楷体" panose="02010600040101010101" pitchFamily="2" charset="-122"/>
              </a:rPr>
              <a:t>—</a:t>
            </a:r>
            <a:r>
              <a:rPr kumimoji="1" lang="zh-CN" altLang="en-US" sz="2800" b="1" dirty="0">
                <a:solidFill>
                  <a:schemeClr val="tx2"/>
                </a:solidFill>
                <a:latin typeface="华文楷体" panose="02010600040101010101" pitchFamily="2" charset="-122"/>
                <a:ea typeface="华文楷体" panose="02010600040101010101" pitchFamily="2" charset="-122"/>
              </a:rPr>
              <a:t>线性代数</a:t>
            </a:r>
            <a:r>
              <a:rPr kumimoji="1" lang="en-US" altLang="zh-CN" sz="2800" b="1" dirty="0">
                <a:solidFill>
                  <a:schemeClr val="tx2"/>
                </a:solidFill>
                <a:latin typeface="华文楷体" panose="02010600040101010101" pitchFamily="2" charset="-122"/>
                <a:ea typeface="华文楷体" panose="02010600040101010101" pitchFamily="2" charset="-122"/>
              </a:rPr>
              <a:t>》</a:t>
            </a:r>
            <a:r>
              <a:rPr kumimoji="1" lang="zh-CN" altLang="en-US" sz="2800" b="1" dirty="0">
                <a:solidFill>
                  <a:schemeClr val="tx2"/>
                </a:solidFill>
                <a:latin typeface="华文楷体" panose="02010600040101010101" pitchFamily="2" charset="-122"/>
                <a:ea typeface="华文楷体" panose="02010600040101010101" pitchFamily="2" charset="-122"/>
              </a:rPr>
              <a:t>（第七版）</a:t>
            </a:r>
            <a:endParaRPr kumimoji="1" lang="en-US" altLang="zh-CN" sz="2800" b="1" dirty="0">
              <a:solidFill>
                <a:schemeClr val="tx2"/>
              </a:solidFill>
              <a:latin typeface="华文楷体" panose="02010600040101010101" pitchFamily="2" charset="-122"/>
              <a:ea typeface="华文楷体" panose="02010600040101010101" pitchFamily="2" charset="-122"/>
            </a:endParaRPr>
          </a:p>
          <a:p>
            <a:pPr eaLnBrk="1" hangingPunct="1"/>
            <a:r>
              <a:rPr kumimoji="1" lang="zh-CN" altLang="en-US" sz="2800" b="1" dirty="0">
                <a:solidFill>
                  <a:schemeClr val="tx2"/>
                </a:solidFill>
                <a:latin typeface="华文楷体" panose="02010600040101010101" pitchFamily="2" charset="-122"/>
                <a:ea typeface="华文楷体" panose="02010600040101010101" pitchFamily="2" charset="-122"/>
              </a:rPr>
              <a:t>同济大学数学科学学院 编</a:t>
            </a:r>
          </a:p>
          <a:p>
            <a:pPr eaLnBrk="1" hangingPunct="1"/>
            <a:r>
              <a:rPr kumimoji="1" lang="zh-CN" altLang="en-US" sz="2800" b="1" dirty="0">
                <a:solidFill>
                  <a:schemeClr val="tx2"/>
                </a:solidFill>
                <a:latin typeface="华文楷体" panose="02010600040101010101" pitchFamily="2" charset="-122"/>
                <a:ea typeface="华文楷体" panose="02010600040101010101" pitchFamily="2" charset="-122"/>
              </a:rPr>
              <a:t>高等教育出版社</a:t>
            </a:r>
          </a:p>
        </p:txBody>
      </p:sp>
    </p:spTree>
    <p:extLst>
      <p:ext uri="{BB962C8B-B14F-4D97-AF65-F5344CB8AC3E}">
        <p14:creationId xmlns:p14="http://schemas.microsoft.com/office/powerpoint/2010/main" val="2283735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8675"/>
                                        </p:tgtEl>
                                        <p:attrNameLst>
                                          <p:attrName>style.visibility</p:attrName>
                                        </p:attrNameLst>
                                      </p:cBhvr>
                                      <p:to>
                                        <p:strVal val="visible"/>
                                      </p:to>
                                    </p:set>
                                    <p:animEffect transition="in" filter="box(in)">
                                      <p:cBhvr>
                                        <p:cTn id="7" dur="500"/>
                                        <p:tgtEl>
                                          <p:spTgt spid="286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8674"/>
                                        </p:tgtEl>
                                        <p:attrNameLst>
                                          <p:attrName>style.visibility</p:attrName>
                                        </p:attrNameLst>
                                      </p:cBhvr>
                                      <p:to>
                                        <p:strVal val="visible"/>
                                      </p:to>
                                    </p:set>
                                    <p:animEffect transition="in" filter="randombar(horizontal)">
                                      <p:cBhvr>
                                        <p:cTn id="12" dur="500"/>
                                        <p:tgtEl>
                                          <p:spTgt spid="286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p:bldP spid="2867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zh-CN" altLang="en-US" sz="4000" b="1">
                <a:solidFill>
                  <a:srgbClr val="6600FF"/>
                </a:solidFill>
                <a:latin typeface="华文楷体" panose="02010600040101010101" pitchFamily="2" charset="-122"/>
                <a:ea typeface="华文楷体" panose="02010600040101010101" pitchFamily="2" charset="-122"/>
              </a:rPr>
              <a:t>课程简介</a:t>
            </a:r>
          </a:p>
        </p:txBody>
      </p:sp>
      <p:sp>
        <p:nvSpPr>
          <p:cNvPr id="18435" name="Rectangle 3"/>
          <p:cNvSpPr>
            <a:spLocks noGrp="1" noChangeArrowheads="1"/>
          </p:cNvSpPr>
          <p:nvPr>
            <p:ph type="body" idx="1"/>
          </p:nvPr>
        </p:nvSpPr>
        <p:spPr/>
        <p:txBody>
          <a:bodyPr/>
          <a:lstStyle/>
          <a:p>
            <a:pPr eaLnBrk="1" hangingPunct="1">
              <a:lnSpc>
                <a:spcPct val="90000"/>
              </a:lnSpc>
            </a:pPr>
            <a:r>
              <a:rPr lang="zh-CN" altLang="en-US" sz="2800" b="1" dirty="0">
                <a:solidFill>
                  <a:schemeClr val="tx2"/>
                </a:solidFill>
                <a:latin typeface="华文楷体" panose="02010600040101010101" pitchFamily="2" charset="-122"/>
                <a:ea typeface="华文楷体" panose="02010600040101010101" pitchFamily="2" charset="-122"/>
              </a:rPr>
              <a:t>线性代数（</a:t>
            </a:r>
            <a:r>
              <a:rPr lang="en-US" altLang="zh-CN" sz="2800" b="1" dirty="0">
                <a:solidFill>
                  <a:schemeClr val="tx2"/>
                </a:solidFill>
                <a:latin typeface="华文楷体" panose="02010600040101010101" pitchFamily="2" charset="-122"/>
                <a:ea typeface="华文楷体" panose="02010600040101010101" pitchFamily="2" charset="-122"/>
              </a:rPr>
              <a:t>Linear Algebra</a:t>
            </a:r>
            <a:r>
              <a:rPr lang="zh-CN" altLang="en-US" sz="2800" b="1" dirty="0">
                <a:solidFill>
                  <a:schemeClr val="tx2"/>
                </a:solidFill>
                <a:latin typeface="华文楷体" panose="02010600040101010101" pitchFamily="2" charset="-122"/>
                <a:ea typeface="华文楷体" panose="02010600040101010101" pitchFamily="2" charset="-122"/>
              </a:rPr>
              <a:t>）是代数学的一个分支，</a:t>
            </a:r>
            <a:r>
              <a:rPr lang="zh-CN" altLang="en-US" sz="2800" b="1" dirty="0">
                <a:solidFill>
                  <a:schemeClr val="tx2"/>
                </a:solidFill>
                <a:ea typeface="华文楷体" panose="02010600040101010101" pitchFamily="2" charset="-122"/>
              </a:rPr>
              <a:t>“</a:t>
            </a:r>
            <a:r>
              <a:rPr lang="zh-CN" altLang="en-US" sz="2800" b="1" dirty="0">
                <a:solidFill>
                  <a:schemeClr val="tx2"/>
                </a:solidFill>
                <a:latin typeface="华文楷体" panose="02010600040101010101" pitchFamily="2" charset="-122"/>
                <a:ea typeface="华文楷体" panose="02010600040101010101" pitchFamily="2" charset="-122"/>
              </a:rPr>
              <a:t>代数</a:t>
            </a:r>
            <a:r>
              <a:rPr lang="zh-CN" altLang="en-US" sz="2800" b="1" dirty="0">
                <a:solidFill>
                  <a:schemeClr val="tx2"/>
                </a:solidFill>
                <a:ea typeface="华文楷体" panose="02010600040101010101" pitchFamily="2" charset="-122"/>
              </a:rPr>
              <a:t>”</a:t>
            </a:r>
            <a:r>
              <a:rPr lang="zh-CN" altLang="en-US" sz="2800" b="1" dirty="0">
                <a:solidFill>
                  <a:schemeClr val="tx2"/>
                </a:solidFill>
                <a:latin typeface="华文楷体" panose="02010600040101010101" pitchFamily="2" charset="-122"/>
                <a:ea typeface="华文楷体" panose="02010600040101010101" pitchFamily="2" charset="-122"/>
              </a:rPr>
              <a:t>这一个词在我国出现较晚，在清代时才传入中国，当时被人们译成</a:t>
            </a:r>
            <a:r>
              <a:rPr lang="zh-CN" altLang="en-US" sz="2800" b="1" dirty="0">
                <a:solidFill>
                  <a:schemeClr val="tx2"/>
                </a:solidFill>
                <a:ea typeface="华文楷体" panose="02010600040101010101" pitchFamily="2" charset="-122"/>
              </a:rPr>
              <a:t>“</a:t>
            </a:r>
            <a:r>
              <a:rPr lang="zh-CN" altLang="en-US" sz="2800" b="1" dirty="0">
                <a:solidFill>
                  <a:schemeClr val="tx2"/>
                </a:solidFill>
                <a:latin typeface="华文楷体" panose="02010600040101010101" pitchFamily="2" charset="-122"/>
                <a:ea typeface="华文楷体" panose="02010600040101010101" pitchFamily="2" charset="-122"/>
              </a:rPr>
              <a:t>阿尔热巴拉</a:t>
            </a:r>
            <a:r>
              <a:rPr lang="zh-CN" altLang="en-US" sz="2800" b="1" dirty="0">
                <a:solidFill>
                  <a:schemeClr val="tx2"/>
                </a:solidFill>
                <a:ea typeface="华文楷体" panose="02010600040101010101" pitchFamily="2" charset="-122"/>
              </a:rPr>
              <a:t>”</a:t>
            </a:r>
            <a:r>
              <a:rPr lang="zh-CN" altLang="en-US" sz="2800" b="1" dirty="0">
                <a:solidFill>
                  <a:schemeClr val="tx2"/>
                </a:solidFill>
                <a:latin typeface="华文楷体" panose="02010600040101010101" pitchFamily="2" charset="-122"/>
                <a:ea typeface="华文楷体" panose="02010600040101010101" pitchFamily="2" charset="-122"/>
              </a:rPr>
              <a:t>，直到</a:t>
            </a:r>
            <a:r>
              <a:rPr lang="en-US" altLang="zh-CN" sz="2800" b="1" dirty="0">
                <a:solidFill>
                  <a:schemeClr val="tx2"/>
                </a:solidFill>
                <a:latin typeface="华文楷体" panose="02010600040101010101" pitchFamily="2" charset="-122"/>
                <a:ea typeface="华文楷体" panose="02010600040101010101" pitchFamily="2" charset="-122"/>
              </a:rPr>
              <a:t>1859</a:t>
            </a:r>
            <a:r>
              <a:rPr lang="zh-CN" altLang="en-US" sz="2800" b="1" dirty="0">
                <a:solidFill>
                  <a:schemeClr val="tx2"/>
                </a:solidFill>
                <a:latin typeface="华文楷体" panose="02010600040101010101" pitchFamily="2" charset="-122"/>
                <a:ea typeface="华文楷体" panose="02010600040101010101" pitchFamily="2" charset="-122"/>
              </a:rPr>
              <a:t>年，清代著名的数学家、翻译家李善兰才将它翻译成为</a:t>
            </a:r>
            <a:r>
              <a:rPr lang="zh-CN" altLang="en-US" sz="2800" b="1" dirty="0">
                <a:solidFill>
                  <a:schemeClr val="tx2"/>
                </a:solidFill>
                <a:ea typeface="华文楷体" panose="02010600040101010101" pitchFamily="2" charset="-122"/>
              </a:rPr>
              <a:t>“</a:t>
            </a:r>
            <a:r>
              <a:rPr lang="zh-CN" altLang="en-US" sz="2800" b="1" dirty="0">
                <a:solidFill>
                  <a:schemeClr val="tx2"/>
                </a:solidFill>
                <a:latin typeface="华文楷体" panose="02010600040101010101" pitchFamily="2" charset="-122"/>
                <a:ea typeface="华文楷体" panose="02010600040101010101" pitchFamily="2" charset="-122"/>
              </a:rPr>
              <a:t>代数学</a:t>
            </a:r>
            <a:r>
              <a:rPr lang="zh-CN" altLang="en-US" sz="2800" b="1" dirty="0">
                <a:solidFill>
                  <a:schemeClr val="tx2"/>
                </a:solidFill>
                <a:ea typeface="华文楷体" panose="02010600040101010101" pitchFamily="2" charset="-122"/>
              </a:rPr>
              <a:t>”</a:t>
            </a:r>
            <a:r>
              <a:rPr lang="zh-CN" altLang="en-US" sz="2800" b="1" dirty="0">
                <a:solidFill>
                  <a:schemeClr val="tx2"/>
                </a:solidFill>
                <a:latin typeface="华文楷体" panose="02010600040101010101" pitchFamily="2" charset="-122"/>
                <a:ea typeface="华文楷体" panose="02010600040101010101" pitchFamily="2" charset="-122"/>
              </a:rPr>
              <a:t>，一直沿用至今。 </a:t>
            </a:r>
            <a:endParaRPr lang="en-US" altLang="zh-CN" sz="2800" b="1" dirty="0">
              <a:solidFill>
                <a:schemeClr val="tx2"/>
              </a:solidFill>
              <a:latin typeface="华文楷体" panose="02010600040101010101" pitchFamily="2" charset="-122"/>
              <a:ea typeface="华文楷体" panose="02010600040101010101" pitchFamily="2" charset="-122"/>
            </a:endParaRPr>
          </a:p>
          <a:p>
            <a:pPr marL="0" indent="0" eaLnBrk="1" hangingPunct="1">
              <a:lnSpc>
                <a:spcPct val="90000"/>
              </a:lnSpc>
              <a:buNone/>
            </a:pPr>
            <a:endParaRPr lang="zh-CN" altLang="en-US" sz="2800" b="1" dirty="0">
              <a:solidFill>
                <a:schemeClr val="tx2"/>
              </a:solidFill>
              <a:latin typeface="华文楷体" panose="02010600040101010101" pitchFamily="2" charset="-122"/>
              <a:ea typeface="华文楷体" panose="02010600040101010101" pitchFamily="2" charset="-122"/>
            </a:endParaRPr>
          </a:p>
          <a:p>
            <a:pPr eaLnBrk="1" hangingPunct="1">
              <a:lnSpc>
                <a:spcPct val="90000"/>
              </a:lnSpc>
            </a:pPr>
            <a:r>
              <a:rPr lang="zh-CN" altLang="en-US" sz="2800" b="1" dirty="0">
                <a:solidFill>
                  <a:schemeClr val="tx2"/>
                </a:solidFill>
                <a:latin typeface="华文楷体" panose="02010600040101010101" pitchFamily="2" charset="-122"/>
                <a:ea typeface="华文楷体" panose="02010600040101010101" pitchFamily="2" charset="-122"/>
              </a:rPr>
              <a:t>线性代数是一门非常重要的基础课之一 ，它的理论不仅渗透到了数学的许多分支中，而且在理论物理、理论化学、工程技术、国民经济、生物技术、航天、航海等领域中都有着广泛的应用。</a:t>
            </a:r>
            <a:r>
              <a:rPr lang="zh-CN" altLang="en-US" sz="2400" dirty="0"/>
              <a:t> </a:t>
            </a:r>
          </a:p>
          <a:p>
            <a:pPr eaLnBrk="1" hangingPunct="1">
              <a:lnSpc>
                <a:spcPct val="90000"/>
              </a:lnSpc>
            </a:pPr>
            <a:endParaRPr lang="en-US" altLang="zh-CN" sz="2400" dirty="0"/>
          </a:p>
        </p:txBody>
      </p:sp>
    </p:spTree>
    <p:extLst>
      <p:ext uri="{BB962C8B-B14F-4D97-AF65-F5344CB8AC3E}">
        <p14:creationId xmlns:p14="http://schemas.microsoft.com/office/powerpoint/2010/main" val="395291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FF0000"/>
                </a:solidFill>
              </a:rPr>
              <a:t>为什么要学习线性代数？</a:t>
            </a:r>
          </a:p>
        </p:txBody>
      </p:sp>
      <p:sp>
        <p:nvSpPr>
          <p:cNvPr id="3" name="内容占位符 2"/>
          <p:cNvSpPr>
            <a:spLocks noGrp="1"/>
          </p:cNvSpPr>
          <p:nvPr>
            <p:ph idx="1"/>
          </p:nvPr>
        </p:nvSpPr>
        <p:spPr>
          <a:xfrm>
            <a:off x="457200" y="1981200"/>
            <a:ext cx="8229600" cy="4472136"/>
          </a:xfrm>
        </p:spPr>
        <p:txBody>
          <a:bodyPr/>
          <a:lstStyle/>
          <a:p>
            <a:pPr>
              <a:lnSpc>
                <a:spcPct val="150000"/>
              </a:lnSpc>
            </a:pPr>
            <a:r>
              <a:rPr lang="en-US" altLang="zh-CN" sz="2400" b="1" dirty="0">
                <a:solidFill>
                  <a:schemeClr val="accent1">
                    <a:lumMod val="75000"/>
                  </a:schemeClr>
                </a:solidFill>
              </a:rPr>
              <a:t>1.</a:t>
            </a:r>
            <a:r>
              <a:rPr lang="zh-CN" altLang="en-US" sz="2400" b="1" dirty="0">
                <a:solidFill>
                  <a:schemeClr val="accent1">
                    <a:lumMod val="75000"/>
                  </a:schemeClr>
                </a:solidFill>
              </a:rPr>
              <a:t>学分</a:t>
            </a:r>
            <a:endParaRPr lang="en-US" altLang="zh-CN" sz="2400" b="1" dirty="0">
              <a:solidFill>
                <a:schemeClr val="accent1">
                  <a:lumMod val="75000"/>
                </a:schemeClr>
              </a:solidFill>
            </a:endParaRPr>
          </a:p>
          <a:p>
            <a:pPr>
              <a:lnSpc>
                <a:spcPct val="150000"/>
              </a:lnSpc>
            </a:pPr>
            <a:r>
              <a:rPr lang="en-US" altLang="zh-CN" sz="2400" b="1" dirty="0">
                <a:solidFill>
                  <a:schemeClr val="accent1">
                    <a:lumMod val="75000"/>
                  </a:schemeClr>
                </a:solidFill>
              </a:rPr>
              <a:t>2.</a:t>
            </a:r>
            <a:r>
              <a:rPr lang="zh-CN" altLang="en-US" sz="2400" b="1" dirty="0">
                <a:solidFill>
                  <a:schemeClr val="accent1">
                    <a:lumMod val="75000"/>
                  </a:schemeClr>
                </a:solidFill>
              </a:rPr>
              <a:t>考研</a:t>
            </a:r>
            <a:endParaRPr lang="en-US" altLang="zh-CN" sz="2400" b="1" dirty="0">
              <a:solidFill>
                <a:schemeClr val="accent1">
                  <a:lumMod val="75000"/>
                </a:schemeClr>
              </a:solidFill>
            </a:endParaRPr>
          </a:p>
          <a:p>
            <a:pPr>
              <a:lnSpc>
                <a:spcPct val="150000"/>
              </a:lnSpc>
            </a:pPr>
            <a:r>
              <a:rPr lang="en-US" altLang="zh-CN" sz="2000" b="1" dirty="0">
                <a:solidFill>
                  <a:schemeClr val="bg2">
                    <a:lumMod val="60000"/>
                    <a:lumOff val="40000"/>
                  </a:schemeClr>
                </a:solidFill>
                <a:sym typeface="+mn-ea"/>
              </a:rPr>
              <a:t>3. </a:t>
            </a:r>
            <a:r>
              <a:rPr lang="zh-CN" altLang="en-US" sz="2000" b="1" dirty="0">
                <a:solidFill>
                  <a:schemeClr val="bg2">
                    <a:lumMod val="60000"/>
                    <a:lumOff val="40000"/>
                  </a:schemeClr>
                </a:solidFill>
                <a:sym typeface="+mn-ea"/>
              </a:rPr>
              <a:t>线性代数在各学科中的应用：</a:t>
            </a:r>
            <a:endParaRPr lang="zh-CN" altLang="en-US" sz="2000" b="1" dirty="0"/>
          </a:p>
          <a:p>
            <a:pPr>
              <a:lnSpc>
                <a:spcPct val="140000"/>
              </a:lnSpc>
            </a:pPr>
            <a:r>
              <a:rPr lang="zh-CN" altLang="en-US" sz="2000" b="1" dirty="0">
                <a:solidFill>
                  <a:srgbClr val="FF0000"/>
                </a:solidFill>
                <a:sym typeface="+mn-ea"/>
              </a:rPr>
              <a:t>计算机学科中：</a:t>
            </a:r>
            <a:r>
              <a:rPr lang="zh-CN" altLang="en-US" sz="2000" b="1" dirty="0">
                <a:sym typeface="+mn-ea"/>
              </a:rPr>
              <a:t>电子工程中电路分析、线性信号系统分析、数字滤波器分析设计、</a:t>
            </a:r>
            <a:r>
              <a:rPr lang="en-US" altLang="zh-CN" sz="2000" b="1" dirty="0">
                <a:sym typeface="+mn-ea"/>
              </a:rPr>
              <a:t>IC</a:t>
            </a:r>
            <a:r>
              <a:rPr lang="zh-CN" altLang="en-US" sz="2000" b="1" dirty="0">
                <a:sym typeface="+mn-ea"/>
              </a:rPr>
              <a:t>集成电路设计、光电及射频工程中光调制器分析研制需要张量矩阵，手机信号处理、图像处理等时等需要线代；机器人、机器视觉、机器学习、密码学、控制论</a:t>
            </a:r>
            <a:r>
              <a:rPr lang="en-US" altLang="zh-CN" sz="2000" b="1" dirty="0">
                <a:sym typeface="+mn-ea"/>
              </a:rPr>
              <a:t>…</a:t>
            </a:r>
            <a:endParaRPr lang="zh-CN" altLang="en-US" sz="2000" b="1" dirty="0"/>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FF0000"/>
                </a:solidFill>
              </a:rPr>
              <a:t>为什么要学习线性代数？</a:t>
            </a:r>
          </a:p>
        </p:txBody>
      </p:sp>
      <p:sp>
        <p:nvSpPr>
          <p:cNvPr id="3" name="内容占位符 2"/>
          <p:cNvSpPr>
            <a:spLocks noGrp="1"/>
          </p:cNvSpPr>
          <p:nvPr>
            <p:ph idx="1"/>
          </p:nvPr>
        </p:nvSpPr>
        <p:spPr>
          <a:xfrm>
            <a:off x="378644" y="1562378"/>
            <a:ext cx="8229600" cy="4472136"/>
          </a:xfrm>
        </p:spPr>
        <p:txBody>
          <a:bodyPr/>
          <a:lstStyle/>
          <a:p>
            <a:endParaRPr lang="en-US" altLang="zh-CN" sz="2000" b="1" dirty="0"/>
          </a:p>
          <a:p>
            <a:pPr>
              <a:lnSpc>
                <a:spcPct val="140000"/>
              </a:lnSpc>
            </a:pPr>
            <a:r>
              <a:rPr lang="zh-CN" altLang="en-US" sz="2400" b="1" dirty="0">
                <a:solidFill>
                  <a:srgbClr val="FF0000"/>
                </a:solidFill>
              </a:rPr>
              <a:t>化学学科中：</a:t>
            </a:r>
            <a:r>
              <a:rPr lang="zh-CN" altLang="en-US" sz="2000" b="1" dirty="0">
                <a:solidFill>
                  <a:schemeClr val="tx1"/>
                </a:solidFill>
              </a:rPr>
              <a:t>主要应用于化学方程式，探讨化学方程式系数组的求法，系数组存在的充要条件等；</a:t>
            </a:r>
            <a:endParaRPr lang="zh-CN" altLang="en-US" sz="2400" b="1" dirty="0">
              <a:solidFill>
                <a:schemeClr val="tx1"/>
              </a:solidFill>
            </a:endParaRPr>
          </a:p>
          <a:p>
            <a:pPr>
              <a:lnSpc>
                <a:spcPct val="140000"/>
              </a:lnSpc>
            </a:pPr>
            <a:endParaRPr lang="zh-CN" altLang="en-US" sz="2400" b="1" dirty="0">
              <a:solidFill>
                <a:schemeClr val="tx1"/>
              </a:solidFill>
            </a:endParaRPr>
          </a:p>
          <a:p>
            <a:pPr>
              <a:lnSpc>
                <a:spcPct val="140000"/>
              </a:lnSpc>
            </a:pPr>
            <a:endParaRPr lang="zh-CN" altLang="en-US" sz="2400" b="1" dirty="0">
              <a:solidFill>
                <a:srgbClr val="FF0000"/>
              </a:solidFill>
            </a:endParaRPr>
          </a:p>
          <a:p>
            <a:pPr>
              <a:lnSpc>
                <a:spcPct val="140000"/>
              </a:lnSpc>
            </a:pPr>
            <a:r>
              <a:rPr lang="zh-CN" altLang="en-US" sz="2400" b="1" dirty="0">
                <a:solidFill>
                  <a:srgbClr val="FF0000"/>
                </a:solidFill>
              </a:rPr>
              <a:t>生物学中</a:t>
            </a:r>
            <a:r>
              <a:rPr lang="zh-CN" altLang="en-US" sz="2400" b="1" dirty="0">
                <a:solidFill>
                  <a:schemeClr val="tx1"/>
                </a:solidFill>
              </a:rPr>
              <a:t>：</a:t>
            </a:r>
            <a:r>
              <a:rPr lang="zh-CN" altLang="en-US" sz="2000" b="1" dirty="0">
                <a:solidFill>
                  <a:schemeClr val="tx1"/>
                </a:solidFill>
              </a:rPr>
              <a:t>人类基因的染色体图谱在进行</a:t>
            </a:r>
            <a:r>
              <a:rPr lang="en-US" altLang="zh-CN" sz="2000" b="1" dirty="0">
                <a:solidFill>
                  <a:schemeClr val="tx1"/>
                </a:solidFill>
              </a:rPr>
              <a:t>DNA</a:t>
            </a:r>
            <a:r>
              <a:rPr lang="zh-CN" altLang="en-US" sz="2000" b="1" dirty="0">
                <a:solidFill>
                  <a:schemeClr val="tx1"/>
                </a:solidFill>
              </a:rPr>
              <a:t>序列对比时就用到矩阵的相似。</a:t>
            </a:r>
            <a:endParaRPr lang="en-US" altLang="zh-CN" sz="2000" b="1" dirty="0">
              <a:solidFill>
                <a:schemeClr val="tx1"/>
              </a:solidFill>
            </a:endParaRPr>
          </a:p>
          <a:p>
            <a:pPr marL="0" indent="0">
              <a:lnSpc>
                <a:spcPct val="140000"/>
              </a:lnSpc>
              <a:buNone/>
            </a:pPr>
            <a:endParaRPr lang="zh-CN" altLang="en-US" sz="2400" b="1" dirty="0">
              <a:solidFill>
                <a:schemeClr val="tx1"/>
              </a:solidFill>
            </a:endParaRPr>
          </a:p>
          <a:p>
            <a:r>
              <a:rPr lang="zh-CN" sz="2400" b="1" dirty="0">
                <a:solidFill>
                  <a:srgbClr val="FF0000"/>
                </a:solidFill>
              </a:rPr>
              <a:t>药学中：</a:t>
            </a:r>
            <a:r>
              <a:rPr lang="zh-CN" sz="2000" b="1" dirty="0">
                <a:solidFill>
                  <a:schemeClr val="tx1"/>
                </a:solidFill>
              </a:rPr>
              <a:t>各药成分的比例</a:t>
            </a:r>
          </a:p>
        </p:txBody>
      </p:sp>
      <p:pic>
        <p:nvPicPr>
          <p:cNvPr id="4" name="图片 3"/>
          <p:cNvPicPr>
            <a:picLocks noChangeAspect="1"/>
          </p:cNvPicPr>
          <p:nvPr/>
        </p:nvPicPr>
        <p:blipFill>
          <a:blip r:embed="rId2" cstate="print"/>
          <a:stretch>
            <a:fillRect/>
          </a:stretch>
        </p:blipFill>
        <p:spPr>
          <a:xfrm>
            <a:off x="996950" y="2886075"/>
            <a:ext cx="6756400" cy="1085850"/>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blinds(horizontal)">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blinds(horizontal)">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74A093-6976-45DE-B730-F82209FB08FF}"/>
              </a:ext>
            </a:extLst>
          </p:cNvPr>
          <p:cNvSpPr>
            <a:spLocks noGrp="1"/>
          </p:cNvSpPr>
          <p:nvPr>
            <p:ph type="title"/>
          </p:nvPr>
        </p:nvSpPr>
        <p:spPr>
          <a:xfrm>
            <a:off x="457200" y="476672"/>
            <a:ext cx="6635080" cy="685800"/>
          </a:xfrm>
        </p:spPr>
        <p:txBody>
          <a:bodyPr/>
          <a:lstStyle/>
          <a:p>
            <a:r>
              <a:rPr lang="zh-CN" altLang="en-US" dirty="0">
                <a:solidFill>
                  <a:srgbClr val="FF0000"/>
                </a:solidFill>
                <a:latin typeface="隶书" panose="02010509060101010101" pitchFamily="49" charset="-122"/>
                <a:ea typeface="隶书" panose="02010509060101010101" pitchFamily="49" charset="-122"/>
              </a:rPr>
              <a:t>应用实例：</a:t>
            </a:r>
            <a:r>
              <a:rPr lang="en-US" altLang="zh-CN" dirty="0">
                <a:solidFill>
                  <a:srgbClr val="FF0000"/>
                </a:solidFill>
                <a:latin typeface="隶书" panose="02010509060101010101" pitchFamily="49" charset="-122"/>
                <a:ea typeface="隶书" panose="02010509060101010101" pitchFamily="49" charset="-122"/>
              </a:rPr>
              <a:t>CT</a:t>
            </a:r>
            <a:r>
              <a:rPr lang="zh-CN" altLang="en-US" dirty="0">
                <a:solidFill>
                  <a:srgbClr val="FF0000"/>
                </a:solidFill>
                <a:latin typeface="隶书" panose="02010509060101010101" pitchFamily="49" charset="-122"/>
                <a:ea typeface="隶书" panose="02010509060101010101" pitchFamily="49" charset="-122"/>
              </a:rPr>
              <a:t>图像重建</a:t>
            </a:r>
          </a:p>
        </p:txBody>
      </p:sp>
      <p:sp>
        <p:nvSpPr>
          <p:cNvPr id="4" name="标题 1">
            <a:extLst>
              <a:ext uri="{FF2B5EF4-FFF2-40B4-BE49-F238E27FC236}">
                <a16:creationId xmlns:a16="http://schemas.microsoft.com/office/drawing/2014/main" id="{709C8C33-9EF4-442A-85BF-F88A2936C569}"/>
              </a:ext>
            </a:extLst>
          </p:cNvPr>
          <p:cNvSpPr txBox="1">
            <a:spLocks/>
          </p:cNvSpPr>
          <p:nvPr/>
        </p:nvSpPr>
        <p:spPr bwMode="auto">
          <a:xfrm>
            <a:off x="284321" y="1162472"/>
            <a:ext cx="5626968" cy="2338536"/>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a:lstStyle>
          <a:p>
            <a:r>
              <a:rPr lang="en-US" altLang="zh-CN" sz="2400" kern="0" dirty="0">
                <a:solidFill>
                  <a:schemeClr val="accent5">
                    <a:lumMod val="25000"/>
                  </a:schemeClr>
                </a:solidFill>
                <a:latin typeface="隶书" panose="02010509060101010101" pitchFamily="49" charset="-122"/>
                <a:ea typeface="隶书" panose="02010509060101010101" pitchFamily="49" charset="-122"/>
              </a:rPr>
              <a:t>CT: X</a:t>
            </a:r>
            <a:r>
              <a:rPr lang="zh-CN" altLang="en-US" sz="2400" kern="0" dirty="0">
                <a:solidFill>
                  <a:schemeClr val="accent5">
                    <a:lumMod val="25000"/>
                  </a:schemeClr>
                </a:solidFill>
                <a:latin typeface="隶书" panose="02010509060101010101" pitchFamily="49" charset="-122"/>
                <a:ea typeface="隶书" panose="02010509060101010101" pitchFamily="49" charset="-122"/>
              </a:rPr>
              <a:t>光透视的局限性在于所得到的总是</a:t>
            </a:r>
            <a:r>
              <a:rPr lang="en-US" altLang="zh-CN" sz="2400" kern="0" dirty="0">
                <a:solidFill>
                  <a:schemeClr val="accent5">
                    <a:lumMod val="25000"/>
                  </a:schemeClr>
                </a:solidFill>
                <a:latin typeface="隶书" panose="02010509060101010101" pitchFamily="49" charset="-122"/>
                <a:ea typeface="隶书" panose="02010509060101010101" pitchFamily="49" charset="-122"/>
              </a:rPr>
              <a:t>3</a:t>
            </a:r>
            <a:r>
              <a:rPr lang="zh-CN" altLang="en-US" sz="2400" kern="0" dirty="0">
                <a:solidFill>
                  <a:schemeClr val="accent5">
                    <a:lumMod val="25000"/>
                  </a:schemeClr>
                </a:solidFill>
                <a:latin typeface="隶书" panose="02010509060101010101" pitchFamily="49" charset="-122"/>
                <a:ea typeface="隶书" panose="02010509060101010101" pitchFamily="49" charset="-122"/>
              </a:rPr>
              <a:t>维组织在</a:t>
            </a:r>
            <a:r>
              <a:rPr lang="en-US" altLang="zh-CN" sz="2400" kern="0" dirty="0">
                <a:solidFill>
                  <a:schemeClr val="accent5">
                    <a:lumMod val="25000"/>
                  </a:schemeClr>
                </a:solidFill>
                <a:latin typeface="隶书" panose="02010509060101010101" pitchFamily="49" charset="-122"/>
                <a:ea typeface="隶书" panose="02010509060101010101" pitchFamily="49" charset="-122"/>
              </a:rPr>
              <a:t>2</a:t>
            </a:r>
            <a:r>
              <a:rPr lang="zh-CN" altLang="en-US" sz="2400" kern="0" dirty="0">
                <a:solidFill>
                  <a:schemeClr val="accent5">
                    <a:lumMod val="25000"/>
                  </a:schemeClr>
                </a:solidFill>
                <a:latin typeface="隶书" panose="02010509060101010101" pitchFamily="49" charset="-122"/>
                <a:ea typeface="隶书" panose="02010509060101010101" pitchFamily="49" charset="-122"/>
              </a:rPr>
              <a:t>维平面上的投影，从而失去空间特征。</a:t>
            </a:r>
            <a:r>
              <a:rPr lang="en-US" altLang="zh-CN" sz="2400" kern="0" dirty="0">
                <a:solidFill>
                  <a:schemeClr val="accent5">
                    <a:lumMod val="25000"/>
                  </a:schemeClr>
                </a:solidFill>
                <a:latin typeface="隶书" panose="02010509060101010101" pitchFamily="49" charset="-122"/>
                <a:ea typeface="隶书" panose="02010509060101010101" pitchFamily="49" charset="-122"/>
              </a:rPr>
              <a:t>CT</a:t>
            </a:r>
            <a:r>
              <a:rPr lang="zh-CN" altLang="en-US" sz="2400" kern="0" dirty="0">
                <a:solidFill>
                  <a:schemeClr val="accent5">
                    <a:lumMod val="25000"/>
                  </a:schemeClr>
                </a:solidFill>
                <a:latin typeface="隶书" panose="02010509060101010101" pitchFamily="49" charset="-122"/>
                <a:ea typeface="隶书" panose="02010509060101010101" pitchFamily="49" charset="-122"/>
              </a:rPr>
              <a:t>的本质是通过</a:t>
            </a:r>
            <a:r>
              <a:rPr lang="en-US" altLang="zh-CN" sz="2400" kern="0" dirty="0">
                <a:solidFill>
                  <a:schemeClr val="accent5">
                    <a:lumMod val="25000"/>
                  </a:schemeClr>
                </a:solidFill>
                <a:latin typeface="隶书" panose="02010509060101010101" pitchFamily="49" charset="-122"/>
                <a:ea typeface="隶书" panose="02010509060101010101" pitchFamily="49" charset="-122"/>
              </a:rPr>
              <a:t>X</a:t>
            </a:r>
            <a:r>
              <a:rPr lang="zh-CN" altLang="en-US" sz="2400" kern="0" dirty="0">
                <a:solidFill>
                  <a:schemeClr val="accent5">
                    <a:lumMod val="25000"/>
                  </a:schemeClr>
                </a:solidFill>
                <a:latin typeface="隶书" panose="02010509060101010101" pitchFamily="49" charset="-122"/>
                <a:ea typeface="隶书" panose="02010509060101010101" pitchFamily="49" charset="-122"/>
              </a:rPr>
              <a:t>光得到多个角度的二维投影，再设法重建体内组织的</a:t>
            </a:r>
            <a:r>
              <a:rPr lang="en-US" altLang="zh-CN" sz="2400" kern="0" dirty="0">
                <a:solidFill>
                  <a:schemeClr val="accent5">
                    <a:lumMod val="25000"/>
                  </a:schemeClr>
                </a:solidFill>
                <a:latin typeface="隶书" panose="02010509060101010101" pitchFamily="49" charset="-122"/>
                <a:ea typeface="隶书" panose="02010509060101010101" pitchFamily="49" charset="-122"/>
              </a:rPr>
              <a:t>3</a:t>
            </a:r>
            <a:r>
              <a:rPr lang="zh-CN" altLang="en-US" sz="2400" kern="0" dirty="0">
                <a:solidFill>
                  <a:schemeClr val="accent5">
                    <a:lumMod val="25000"/>
                  </a:schemeClr>
                </a:solidFill>
                <a:latin typeface="隶书" panose="02010509060101010101" pitchFamily="49" charset="-122"/>
                <a:ea typeface="隶书" panose="02010509060101010101" pitchFamily="49" charset="-122"/>
              </a:rPr>
              <a:t>维图像。简化模型后，要解的数学模型可转化为</a:t>
            </a:r>
          </a:p>
        </p:txBody>
      </p:sp>
      <p:pic>
        <p:nvPicPr>
          <p:cNvPr id="8" name="图片 7">
            <a:extLst>
              <a:ext uri="{FF2B5EF4-FFF2-40B4-BE49-F238E27FC236}">
                <a16:creationId xmlns:a16="http://schemas.microsoft.com/office/drawing/2014/main" id="{D71C13B2-81B0-49D3-86D9-3A21058379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6286" y="1253451"/>
            <a:ext cx="3150210" cy="2430163"/>
          </a:xfrm>
          <a:prstGeom prst="rect">
            <a:avLst/>
          </a:prstGeom>
        </p:spPr>
      </p:pic>
      <p:graphicFrame>
        <p:nvGraphicFramePr>
          <p:cNvPr id="5" name="对象 4">
            <a:extLst>
              <a:ext uri="{FF2B5EF4-FFF2-40B4-BE49-F238E27FC236}">
                <a16:creationId xmlns:a16="http://schemas.microsoft.com/office/drawing/2014/main" id="{B57B9BA0-977C-4F2B-B2CA-883107F6B4F6}"/>
              </a:ext>
            </a:extLst>
          </p:cNvPr>
          <p:cNvGraphicFramePr>
            <a:graphicFrameLocks noChangeAspect="1"/>
          </p:cNvGraphicFramePr>
          <p:nvPr/>
        </p:nvGraphicFramePr>
        <p:xfrm>
          <a:off x="716369" y="3774593"/>
          <a:ext cx="5194920" cy="2697714"/>
        </p:xfrm>
        <a:graphic>
          <a:graphicData uri="http://schemas.openxmlformats.org/presentationml/2006/ole">
            <mc:AlternateContent xmlns:mc="http://schemas.openxmlformats.org/markup-compatibility/2006">
              <mc:Choice xmlns:v="urn:schemas-microsoft-com:vml" Requires="v">
                <p:oleObj spid="_x0000_s409605" name="Equation" r:id="rId4" imgW="2755800" imgH="2082600" progId="Equation.DSMT4">
                  <p:embed/>
                </p:oleObj>
              </mc:Choice>
              <mc:Fallback>
                <p:oleObj name="Equation" r:id="rId4" imgW="2755800" imgH="2082600" progId="Equation.DSMT4">
                  <p:embed/>
                  <p:pic>
                    <p:nvPicPr>
                      <p:cNvPr id="5" name="对象 4">
                        <a:extLst>
                          <a:ext uri="{FF2B5EF4-FFF2-40B4-BE49-F238E27FC236}">
                            <a16:creationId xmlns:a16="http://schemas.microsoft.com/office/drawing/2014/main" id="{B57B9BA0-977C-4F2B-B2CA-883107F6B4F6}"/>
                          </a:ext>
                        </a:extLst>
                      </p:cNvPr>
                      <p:cNvPicPr/>
                      <p:nvPr/>
                    </p:nvPicPr>
                    <p:blipFill>
                      <a:blip r:embed="rId5"/>
                      <a:stretch>
                        <a:fillRect/>
                      </a:stretch>
                    </p:blipFill>
                    <p:spPr>
                      <a:xfrm>
                        <a:off x="716369" y="3774593"/>
                        <a:ext cx="5194920" cy="2697714"/>
                      </a:xfrm>
                      <a:prstGeom prst="rect">
                        <a:avLst/>
                      </a:prstGeom>
                    </p:spPr>
                  </p:pic>
                </p:oleObj>
              </mc:Fallback>
            </mc:AlternateContent>
          </a:graphicData>
        </a:graphic>
      </p:graphicFrame>
    </p:spTree>
    <p:extLst>
      <p:ext uri="{BB962C8B-B14F-4D97-AF65-F5344CB8AC3E}">
        <p14:creationId xmlns:p14="http://schemas.microsoft.com/office/powerpoint/2010/main" val="1332792883"/>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62050"/>
            <a:ext cx="8229600" cy="3886200"/>
          </a:xfrm>
        </p:spPr>
        <p:txBody>
          <a:bodyPr/>
          <a:lstStyle/>
          <a:p>
            <a:pPr>
              <a:lnSpc>
                <a:spcPct val="150000"/>
              </a:lnSpc>
            </a:pPr>
            <a:r>
              <a:rPr lang="zh-CN" altLang="en-US" sz="2400" b="1" dirty="0">
                <a:sym typeface="+mn-ea"/>
              </a:rPr>
              <a:t>瑞典的</a:t>
            </a:r>
            <a:r>
              <a:rPr lang="en-US" altLang="zh-CN" sz="2400" b="1" dirty="0">
                <a:sym typeface="+mn-ea"/>
              </a:rPr>
              <a:t>L.</a:t>
            </a:r>
            <a:r>
              <a:rPr lang="zh-CN" altLang="en-US" sz="2400" b="1" dirty="0">
                <a:sym typeface="+mn-ea"/>
              </a:rPr>
              <a:t>戈丁在自己的数学名著</a:t>
            </a:r>
            <a:r>
              <a:rPr lang="en-US" altLang="zh-CN" sz="2400" b="1" dirty="0">
                <a:sym typeface="+mn-ea"/>
              </a:rPr>
              <a:t>《</a:t>
            </a:r>
            <a:r>
              <a:rPr lang="zh-CN" altLang="en-US" sz="2400" b="1" dirty="0">
                <a:sym typeface="+mn-ea"/>
              </a:rPr>
              <a:t>数学概观</a:t>
            </a:r>
            <a:r>
              <a:rPr lang="en-US" altLang="zh-CN" sz="2400" b="1" dirty="0">
                <a:sym typeface="+mn-ea"/>
              </a:rPr>
              <a:t>》</a:t>
            </a:r>
            <a:r>
              <a:rPr lang="zh-CN" altLang="en-US" sz="2400" b="1" dirty="0">
                <a:sym typeface="+mn-ea"/>
              </a:rPr>
              <a:t>中说：要是没有线性代数</a:t>
            </a:r>
            <a:r>
              <a:rPr lang="en-US" altLang="zh-CN" sz="2400" b="1" dirty="0">
                <a:sym typeface="+mn-ea"/>
              </a:rPr>
              <a:t>,</a:t>
            </a:r>
            <a:r>
              <a:rPr lang="zh-CN" altLang="en-US" sz="2400" b="1" dirty="0">
                <a:sym typeface="+mn-ea"/>
              </a:rPr>
              <a:t>任何数学和初等教程都讲不下去</a:t>
            </a:r>
            <a:r>
              <a:rPr lang="en-US" altLang="zh-CN" sz="2400" b="1" dirty="0">
                <a:sym typeface="+mn-ea"/>
              </a:rPr>
              <a:t>.</a:t>
            </a:r>
            <a:r>
              <a:rPr lang="zh-CN" altLang="en-US" sz="2400" b="1" dirty="0">
                <a:sym typeface="+mn-ea"/>
              </a:rPr>
              <a:t>按照现行的国际标准</a:t>
            </a:r>
            <a:r>
              <a:rPr lang="en-US" altLang="zh-CN" sz="2400" b="1" dirty="0">
                <a:sym typeface="+mn-ea"/>
              </a:rPr>
              <a:t>,</a:t>
            </a:r>
            <a:r>
              <a:rPr lang="zh-CN" altLang="en-US" sz="2400" b="1" dirty="0">
                <a:sym typeface="+mn-ea"/>
              </a:rPr>
              <a:t>线性代数是通过公理化来表述的</a:t>
            </a:r>
            <a:r>
              <a:rPr lang="en-US" altLang="zh-CN" sz="2400" b="1" dirty="0">
                <a:sym typeface="+mn-ea"/>
              </a:rPr>
              <a:t>.</a:t>
            </a:r>
            <a:r>
              <a:rPr lang="zh-CN" altLang="en-US" sz="2400" b="1" dirty="0">
                <a:sym typeface="+mn-ea"/>
              </a:rPr>
              <a:t>它是第二代数学模型</a:t>
            </a:r>
            <a:r>
              <a:rPr lang="en-US" altLang="zh-CN" sz="2400" b="1" dirty="0">
                <a:sym typeface="+mn-ea"/>
              </a:rPr>
              <a:t>,</a:t>
            </a:r>
            <a:r>
              <a:rPr lang="zh-CN" altLang="en-US" sz="2400" b="1" dirty="0">
                <a:sym typeface="+mn-ea"/>
              </a:rPr>
              <a:t>其根源来自于欧几里得几何、解析几何以及线性方程组理论</a:t>
            </a:r>
            <a:r>
              <a:rPr lang="en-US" altLang="zh-CN" sz="2400" b="1" dirty="0">
                <a:sym typeface="+mn-ea"/>
              </a:rPr>
              <a:t>.…,</a:t>
            </a:r>
            <a:r>
              <a:rPr lang="zh-CN" altLang="en-US" sz="2400" b="1" dirty="0">
                <a:sym typeface="+mn-ea"/>
              </a:rPr>
              <a:t>如果不熟悉线性代数的概念</a:t>
            </a:r>
            <a:r>
              <a:rPr lang="en-US" altLang="zh-CN" sz="2400" b="1" dirty="0">
                <a:sym typeface="+mn-ea"/>
              </a:rPr>
              <a:t>,</a:t>
            </a:r>
            <a:r>
              <a:rPr lang="zh-CN" altLang="en-US" sz="2400" b="1" dirty="0">
                <a:sym typeface="+mn-ea"/>
              </a:rPr>
              <a:t>像线性性质、向量、线性空间、矩阵等等</a:t>
            </a:r>
            <a:r>
              <a:rPr lang="en-US" altLang="zh-CN" sz="2400" b="1" dirty="0">
                <a:sym typeface="+mn-ea"/>
              </a:rPr>
              <a:t>,</a:t>
            </a:r>
            <a:r>
              <a:rPr lang="zh-CN" altLang="en-US" sz="2400" b="1" dirty="0">
                <a:sym typeface="+mn-ea"/>
              </a:rPr>
              <a:t>要去学习自然科学</a:t>
            </a:r>
            <a:r>
              <a:rPr lang="en-US" altLang="zh-CN" sz="2400" b="1" dirty="0">
                <a:sym typeface="+mn-ea"/>
              </a:rPr>
              <a:t>,</a:t>
            </a:r>
            <a:r>
              <a:rPr lang="zh-CN" altLang="en-US" sz="2400" b="1" dirty="0">
                <a:sym typeface="+mn-ea"/>
              </a:rPr>
              <a:t>现在看来寸步难行</a:t>
            </a:r>
            <a:r>
              <a:rPr lang="en-US" altLang="zh-CN" sz="2400" b="1" dirty="0">
                <a:sym typeface="+mn-ea"/>
              </a:rPr>
              <a:t>,</a:t>
            </a:r>
            <a:r>
              <a:rPr lang="zh-CN" altLang="en-US" sz="2400" b="1" dirty="0">
                <a:sym typeface="+mn-ea"/>
              </a:rPr>
              <a:t>甚至可能学习社会科学也是如此</a:t>
            </a:r>
            <a:r>
              <a:rPr lang="en-US" altLang="zh-CN" sz="2400" b="1" dirty="0">
                <a:sym typeface="+mn-ea"/>
              </a:rPr>
              <a:t>.</a:t>
            </a:r>
            <a:endParaRPr lang="zh-CN" altLang="en-US" b="1" dirty="0"/>
          </a:p>
          <a:p>
            <a:endParaRPr lang="zh-CN" altLang="en-US" dirty="0"/>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9761" name="Picture 2" descr="消息框"/>
          <p:cNvPicPr>
            <a:picLocks noChangeAspect="1" noChangeArrowheads="1"/>
          </p:cNvPicPr>
          <p:nvPr/>
        </p:nvPicPr>
        <p:blipFill>
          <a:blip r:embed="rId3" cstate="print"/>
          <a:srcRect/>
          <a:stretch>
            <a:fillRect/>
          </a:stretch>
        </p:blipFill>
        <p:spPr bwMode="auto">
          <a:xfrm>
            <a:off x="468313" y="836613"/>
            <a:ext cx="8229600" cy="4537075"/>
          </a:xfrm>
          <a:prstGeom prst="rect">
            <a:avLst/>
          </a:prstGeom>
          <a:noFill/>
          <a:ln w="9525">
            <a:noFill/>
            <a:miter lim="800000"/>
            <a:headEnd/>
            <a:tailEnd/>
          </a:ln>
        </p:spPr>
      </p:pic>
      <p:sp>
        <p:nvSpPr>
          <p:cNvPr id="629762" name="Text Box 3"/>
          <p:cNvSpPr txBox="1">
            <a:spLocks noChangeArrowheads="1"/>
          </p:cNvSpPr>
          <p:nvPr/>
        </p:nvSpPr>
        <p:spPr bwMode="auto">
          <a:xfrm>
            <a:off x="2700338" y="1236663"/>
            <a:ext cx="5327650" cy="3382962"/>
          </a:xfrm>
          <a:prstGeom prst="rect">
            <a:avLst/>
          </a:prstGeom>
          <a:noFill/>
          <a:ln w="9525">
            <a:noFill/>
            <a:miter lim="800000"/>
          </a:ln>
        </p:spPr>
        <p:txBody>
          <a:bodyPr>
            <a:spAutoFit/>
          </a:bodyPr>
          <a:lstStyle/>
          <a:p>
            <a:pPr>
              <a:lnSpc>
                <a:spcPct val="120000"/>
              </a:lnSpc>
              <a:spcBef>
                <a:spcPct val="50000"/>
              </a:spcBef>
            </a:pPr>
            <a:r>
              <a:rPr kumimoji="1" lang="zh-CN" altLang="en-US" sz="2800" b="1">
                <a:solidFill>
                  <a:srgbClr val="FFFFFF"/>
                </a:solidFill>
                <a:latin typeface="Times New Roman" panose="02020603050405020304" pitchFamily="18" charset="0"/>
                <a:ea typeface="楷体_GB2312"/>
                <a:cs typeface="楷体_GB2312"/>
              </a:rPr>
              <a:t>在以往的学习中，我们接触过二元、三元等简单的线性方程组</a:t>
            </a:r>
            <a:r>
              <a:rPr kumimoji="1" lang="en-US" altLang="zh-CN" sz="2800" b="1">
                <a:solidFill>
                  <a:srgbClr val="FFFFFF"/>
                </a:solidFill>
                <a:latin typeface="楷体_GB2312"/>
                <a:ea typeface="楷体_GB2312"/>
                <a:cs typeface="楷体_GB2312"/>
              </a:rPr>
              <a:t>.</a:t>
            </a:r>
          </a:p>
          <a:p>
            <a:pPr>
              <a:lnSpc>
                <a:spcPct val="120000"/>
              </a:lnSpc>
              <a:spcBef>
                <a:spcPct val="50000"/>
              </a:spcBef>
            </a:pPr>
            <a:r>
              <a:rPr kumimoji="1" lang="zh-CN" altLang="en-US" sz="2800" b="1">
                <a:solidFill>
                  <a:srgbClr val="FFFFFF"/>
                </a:solidFill>
                <a:latin typeface="Times New Roman" panose="02020603050405020304" pitchFamily="18" charset="0"/>
                <a:ea typeface="楷体_GB2312"/>
                <a:cs typeface="楷体_GB2312"/>
              </a:rPr>
              <a:t>但是，从许多实践或理论问题里导出的线性方程组常常含有相当多的未知量，并且未知量的个数与方程的个数也不一定相等</a:t>
            </a:r>
            <a:r>
              <a:rPr kumimoji="1" lang="en-US" altLang="zh-CN" sz="2800" b="1">
                <a:solidFill>
                  <a:srgbClr val="FFFFFF"/>
                </a:solidFill>
                <a:latin typeface="楷体_GB2312"/>
                <a:ea typeface="楷体_GB2312"/>
                <a:cs typeface="楷体_GB2312"/>
              </a:rPr>
              <a:t>.</a:t>
            </a: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1809" name="Picture 2" descr="消息框"/>
          <p:cNvPicPr>
            <a:picLocks noChangeAspect="1" noChangeArrowheads="1"/>
          </p:cNvPicPr>
          <p:nvPr/>
        </p:nvPicPr>
        <p:blipFill>
          <a:blip r:embed="rId3" cstate="print"/>
          <a:srcRect/>
          <a:stretch>
            <a:fillRect/>
          </a:stretch>
        </p:blipFill>
        <p:spPr bwMode="auto">
          <a:xfrm>
            <a:off x="457200" y="838200"/>
            <a:ext cx="8229600" cy="4174976"/>
          </a:xfrm>
          <a:prstGeom prst="rect">
            <a:avLst/>
          </a:prstGeom>
          <a:noFill/>
          <a:ln w="9525">
            <a:noFill/>
            <a:miter lim="800000"/>
            <a:headEnd/>
            <a:tailEnd/>
          </a:ln>
        </p:spPr>
      </p:pic>
      <p:sp>
        <p:nvSpPr>
          <p:cNvPr id="631810" name="Text Box 3"/>
          <p:cNvSpPr txBox="1">
            <a:spLocks noChangeArrowheads="1"/>
          </p:cNvSpPr>
          <p:nvPr/>
        </p:nvSpPr>
        <p:spPr bwMode="auto">
          <a:xfrm>
            <a:off x="2667000" y="1125538"/>
            <a:ext cx="5445125" cy="2357437"/>
          </a:xfrm>
          <a:prstGeom prst="rect">
            <a:avLst/>
          </a:prstGeom>
          <a:noFill/>
          <a:ln w="9525">
            <a:noFill/>
            <a:miter lim="800000"/>
          </a:ln>
        </p:spPr>
        <p:txBody>
          <a:bodyPr>
            <a:spAutoFit/>
          </a:bodyPr>
          <a:lstStyle/>
          <a:p>
            <a:pPr>
              <a:lnSpc>
                <a:spcPct val="120000"/>
              </a:lnSpc>
              <a:spcBef>
                <a:spcPct val="50000"/>
              </a:spcBef>
            </a:pPr>
            <a:r>
              <a:rPr kumimoji="1" lang="zh-CN" altLang="en-US" sz="2800" b="1">
                <a:solidFill>
                  <a:srgbClr val="FFFFFF"/>
                </a:solidFill>
                <a:latin typeface="Times New Roman" panose="02020603050405020304" pitchFamily="18" charset="0"/>
                <a:ea typeface="楷体_GB2312"/>
                <a:cs typeface="楷体_GB2312"/>
              </a:rPr>
              <a:t>我们先讨论未知量的个数与方程的个数相等的特殊情形</a:t>
            </a:r>
            <a:r>
              <a:rPr kumimoji="1" lang="en-US" altLang="zh-CN" sz="2800" b="1">
                <a:solidFill>
                  <a:srgbClr val="FFFFFF"/>
                </a:solidFill>
                <a:latin typeface="楷体_GB2312"/>
                <a:ea typeface="楷体_GB2312"/>
                <a:cs typeface="楷体_GB2312"/>
              </a:rPr>
              <a:t>.</a:t>
            </a:r>
            <a:endParaRPr kumimoji="1" lang="en-US" altLang="zh-CN" sz="2800" b="1">
              <a:solidFill>
                <a:srgbClr val="FFFFFF"/>
              </a:solidFill>
              <a:latin typeface="Times New Roman" panose="02020603050405020304" pitchFamily="18" charset="0"/>
              <a:ea typeface="楷体_GB2312"/>
              <a:cs typeface="楷体_GB2312"/>
            </a:endParaRPr>
          </a:p>
          <a:p>
            <a:pPr>
              <a:lnSpc>
                <a:spcPct val="120000"/>
              </a:lnSpc>
              <a:spcBef>
                <a:spcPct val="50000"/>
              </a:spcBef>
            </a:pPr>
            <a:r>
              <a:rPr kumimoji="1" lang="zh-CN" altLang="en-US" sz="2800" b="1">
                <a:solidFill>
                  <a:srgbClr val="FFFFFF"/>
                </a:solidFill>
                <a:latin typeface="Times New Roman" panose="02020603050405020304" pitchFamily="18" charset="0"/>
                <a:ea typeface="楷体_GB2312"/>
                <a:cs typeface="楷体_GB2312"/>
              </a:rPr>
              <a:t>在讨论这一类线性方程组时，我们引入行列式这个计算工具</a:t>
            </a:r>
            <a:r>
              <a:rPr kumimoji="1" lang="en-US" altLang="zh-CN" sz="2800" b="1">
                <a:solidFill>
                  <a:srgbClr val="FFFFFF"/>
                </a:solidFill>
                <a:latin typeface="楷体_GB2312"/>
                <a:ea typeface="楷体_GB2312"/>
                <a:cs typeface="楷体_GB2312"/>
              </a:rPr>
              <a:t>.</a:t>
            </a: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857" name="Rectangle 2"/>
          <p:cNvSpPr>
            <a:spLocks noGrp="1" noChangeArrowheads="1"/>
          </p:cNvSpPr>
          <p:nvPr>
            <p:ph type="title"/>
          </p:nvPr>
        </p:nvSpPr>
        <p:spPr/>
        <p:txBody>
          <a:bodyPr/>
          <a:lstStyle/>
          <a:p>
            <a:pPr eaLnBrk="1" hangingPunct="1"/>
            <a:r>
              <a:rPr lang="zh-CN" altLang="en-US" b="1">
                <a:latin typeface="楷体_GB2312"/>
                <a:ea typeface="楷体_GB2312"/>
                <a:cs typeface="楷体_GB2312"/>
              </a:rPr>
              <a:t>第一章  行列式</a:t>
            </a:r>
          </a:p>
        </p:txBody>
      </p:sp>
      <p:sp>
        <p:nvSpPr>
          <p:cNvPr id="633858" name="Rectangle 3"/>
          <p:cNvSpPr>
            <a:spLocks noGrp="1" noChangeArrowheads="1"/>
          </p:cNvSpPr>
          <p:nvPr>
            <p:ph type="body" idx="1"/>
          </p:nvPr>
        </p:nvSpPr>
        <p:spPr/>
        <p:txBody>
          <a:bodyPr/>
          <a:lstStyle/>
          <a:p>
            <a:pPr eaLnBrk="1" hangingPunct="1">
              <a:lnSpc>
                <a:spcPct val="90000"/>
              </a:lnSpc>
              <a:buClr>
                <a:schemeClr val="hlink"/>
              </a:buClr>
              <a:buSzPct val="50000"/>
            </a:pPr>
            <a:r>
              <a:rPr lang="zh-CN" altLang="en-US" b="1" dirty="0">
                <a:solidFill>
                  <a:schemeClr val="hlink"/>
                </a:solidFill>
                <a:latin typeface="楷体_GB2312"/>
                <a:ea typeface="楷体_GB2312"/>
                <a:cs typeface="楷体_GB2312"/>
              </a:rPr>
              <a:t>内容提要</a:t>
            </a:r>
          </a:p>
          <a:p>
            <a:pPr eaLnBrk="1" hangingPunct="1">
              <a:lnSpc>
                <a:spcPct val="90000"/>
              </a:lnSpc>
              <a:buFont typeface="Wingdings" panose="05000000000000000000" pitchFamily="2" charset="2"/>
              <a:buNone/>
            </a:pPr>
            <a:r>
              <a:rPr lang="zh-CN" altLang="en-US" b="1" dirty="0">
                <a:latin typeface="楷体_GB2312"/>
                <a:ea typeface="楷体_GB2312"/>
                <a:cs typeface="楷体_GB2312"/>
              </a:rPr>
              <a:t>	</a:t>
            </a:r>
            <a:r>
              <a:rPr lang="en-US" altLang="zh-CN" sz="2800" b="1" dirty="0">
                <a:latin typeface="楷体_GB2312"/>
                <a:ea typeface="楷体_GB2312"/>
                <a:cs typeface="楷体_GB2312"/>
              </a:rPr>
              <a:t>§1  </a:t>
            </a:r>
            <a:r>
              <a:rPr lang="zh-CN" altLang="en-US" sz="2800" b="1" dirty="0">
                <a:latin typeface="楷体_GB2312"/>
                <a:ea typeface="楷体_GB2312"/>
                <a:cs typeface="楷体_GB2312"/>
              </a:rPr>
              <a:t>二阶与三阶行列式</a:t>
            </a:r>
          </a:p>
          <a:p>
            <a:pPr eaLnBrk="1" hangingPunct="1">
              <a:lnSpc>
                <a:spcPct val="90000"/>
              </a:lnSpc>
              <a:buFont typeface="Wingdings" panose="05000000000000000000" pitchFamily="2" charset="2"/>
              <a:buNone/>
            </a:pPr>
            <a:r>
              <a:rPr lang="zh-CN" altLang="en-US" sz="2800" b="1" dirty="0">
                <a:latin typeface="楷体_GB2312"/>
                <a:ea typeface="楷体_GB2312"/>
                <a:cs typeface="楷体_GB2312"/>
              </a:rPr>
              <a:t>	</a:t>
            </a:r>
            <a:r>
              <a:rPr lang="en-US" altLang="zh-CN" sz="2800" b="1" dirty="0">
                <a:latin typeface="楷体_GB2312"/>
                <a:ea typeface="楷体_GB2312"/>
                <a:cs typeface="楷体_GB2312"/>
              </a:rPr>
              <a:t>§2  </a:t>
            </a:r>
            <a:r>
              <a:rPr lang="zh-CN" altLang="en-US" sz="2800" b="1" dirty="0">
                <a:latin typeface="楷体_GB2312"/>
                <a:ea typeface="楷体_GB2312"/>
                <a:cs typeface="楷体_GB2312"/>
              </a:rPr>
              <a:t>全排列及其对换</a:t>
            </a:r>
          </a:p>
          <a:p>
            <a:pPr eaLnBrk="1" hangingPunct="1">
              <a:lnSpc>
                <a:spcPct val="90000"/>
              </a:lnSpc>
              <a:buFont typeface="Wingdings" panose="05000000000000000000" pitchFamily="2" charset="2"/>
              <a:buNone/>
            </a:pPr>
            <a:r>
              <a:rPr lang="zh-CN" altLang="en-US" sz="2800" b="1" dirty="0">
                <a:latin typeface="楷体_GB2312"/>
                <a:ea typeface="楷体_GB2312"/>
                <a:cs typeface="楷体_GB2312"/>
              </a:rPr>
              <a:t>	</a:t>
            </a:r>
            <a:r>
              <a:rPr lang="en-US" altLang="zh-CN" sz="2800" b="1" dirty="0">
                <a:latin typeface="楷体_GB2312"/>
                <a:ea typeface="楷体_GB2312"/>
                <a:cs typeface="楷体_GB2312"/>
              </a:rPr>
              <a:t>§3  </a:t>
            </a:r>
            <a:r>
              <a:rPr lang="en-US" altLang="zh-CN" sz="2800" b="1" i="1" dirty="0">
                <a:latin typeface="Times New Roman" panose="02020603050405020304" pitchFamily="18" charset="0"/>
                <a:ea typeface="楷体_GB2312"/>
                <a:cs typeface="楷体_GB2312"/>
              </a:rPr>
              <a:t>n</a:t>
            </a:r>
            <a:r>
              <a:rPr lang="en-US" altLang="zh-CN" sz="2800" b="1" dirty="0">
                <a:latin typeface="楷体_GB2312"/>
                <a:ea typeface="楷体_GB2312"/>
                <a:cs typeface="楷体_GB2312"/>
              </a:rPr>
              <a:t> </a:t>
            </a:r>
            <a:r>
              <a:rPr lang="zh-CN" altLang="en-US" sz="2800" b="1" dirty="0">
                <a:latin typeface="楷体_GB2312"/>
                <a:ea typeface="楷体_GB2312"/>
                <a:cs typeface="楷体_GB2312"/>
              </a:rPr>
              <a:t>阶行列式的定义</a:t>
            </a:r>
          </a:p>
          <a:p>
            <a:pPr eaLnBrk="1" hangingPunct="1">
              <a:lnSpc>
                <a:spcPct val="90000"/>
              </a:lnSpc>
              <a:buNone/>
            </a:pPr>
            <a:r>
              <a:rPr lang="zh-CN" altLang="en-US" sz="2800" b="1" dirty="0">
                <a:latin typeface="楷体_GB2312"/>
                <a:ea typeface="楷体_GB2312"/>
                <a:cs typeface="楷体_GB2312"/>
              </a:rPr>
              <a:t>	</a:t>
            </a:r>
            <a:r>
              <a:rPr lang="en-US" altLang="zh-CN" sz="2800" b="1" dirty="0">
                <a:latin typeface="楷体_GB2312"/>
                <a:ea typeface="楷体_GB2312"/>
                <a:cs typeface="楷体_GB2312"/>
              </a:rPr>
              <a:t>§4  </a:t>
            </a:r>
            <a:r>
              <a:rPr lang="zh-CN" altLang="en-US" sz="2800" b="1" dirty="0">
                <a:latin typeface="楷体_GB2312"/>
                <a:ea typeface="楷体_GB2312"/>
                <a:cs typeface="楷体_GB2312"/>
              </a:rPr>
              <a:t>行列式的性质</a:t>
            </a:r>
          </a:p>
          <a:p>
            <a:pPr eaLnBrk="1" hangingPunct="1">
              <a:lnSpc>
                <a:spcPct val="90000"/>
              </a:lnSpc>
              <a:buFont typeface="Wingdings" panose="05000000000000000000" pitchFamily="2" charset="2"/>
              <a:buNone/>
            </a:pPr>
            <a:r>
              <a:rPr lang="en-US" altLang="zh-CN" sz="2800" b="1" dirty="0">
                <a:latin typeface="楷体_GB2312"/>
                <a:ea typeface="楷体_GB2312"/>
                <a:cs typeface="楷体_GB2312"/>
              </a:rPr>
              <a:t>   §5  </a:t>
            </a:r>
            <a:r>
              <a:rPr lang="zh-CN" altLang="en-US" sz="2800" b="1" dirty="0">
                <a:latin typeface="楷体_GB2312"/>
                <a:ea typeface="楷体_GB2312"/>
                <a:cs typeface="楷体_GB2312"/>
              </a:rPr>
              <a:t>行列式按行（列）展开</a:t>
            </a:r>
          </a:p>
          <a:p>
            <a:pPr eaLnBrk="1" hangingPunct="1">
              <a:lnSpc>
                <a:spcPct val="90000"/>
              </a:lnSpc>
              <a:buFont typeface="Wingdings" panose="05000000000000000000" pitchFamily="2" charset="2"/>
              <a:buNone/>
            </a:pPr>
            <a:r>
              <a:rPr lang="zh-CN" altLang="en-US" sz="2800" b="1" dirty="0">
                <a:latin typeface="楷体_GB2312"/>
                <a:ea typeface="楷体_GB2312"/>
                <a:cs typeface="楷体_GB2312"/>
              </a:rPr>
              <a:t>	</a:t>
            </a:r>
          </a:p>
        </p:txBody>
      </p:sp>
      <p:sp>
        <p:nvSpPr>
          <p:cNvPr id="28676" name="AutoShape 4"/>
          <p:cNvSpPr/>
          <p:nvPr/>
        </p:nvSpPr>
        <p:spPr bwMode="auto">
          <a:xfrm>
            <a:off x="4786313" y="2708275"/>
            <a:ext cx="217487" cy="1152525"/>
          </a:xfrm>
          <a:prstGeom prst="rightBrace">
            <a:avLst>
              <a:gd name="adj1" fmla="val 44161"/>
              <a:gd name="adj2" fmla="val 50000"/>
            </a:avLst>
          </a:prstGeom>
          <a:noFill/>
          <a:ln w="28575">
            <a:solidFill>
              <a:srgbClr val="CC0099"/>
            </a:solidFill>
            <a:round/>
          </a:ln>
        </p:spPr>
        <p:txBody>
          <a:bodyPr wrap="none" anchor="ctr"/>
          <a:lstStyle/>
          <a:p>
            <a:endParaRPr lang="zh-CN" altLang="en-US">
              <a:solidFill>
                <a:srgbClr val="000000"/>
              </a:solidFill>
            </a:endParaRPr>
          </a:p>
        </p:txBody>
      </p:sp>
      <p:sp>
        <p:nvSpPr>
          <p:cNvPr id="28677" name="Text Box 5"/>
          <p:cNvSpPr txBox="1">
            <a:spLocks noChangeArrowheads="1"/>
          </p:cNvSpPr>
          <p:nvPr/>
        </p:nvSpPr>
        <p:spPr bwMode="auto">
          <a:xfrm>
            <a:off x="5003800" y="3074988"/>
            <a:ext cx="2232025" cy="457200"/>
          </a:xfrm>
          <a:prstGeom prst="rect">
            <a:avLst/>
          </a:prstGeom>
          <a:noFill/>
          <a:ln w="9525">
            <a:noFill/>
            <a:miter lim="800000"/>
          </a:ln>
        </p:spPr>
        <p:txBody>
          <a:bodyPr wrap="none"/>
          <a:lstStyle/>
          <a:p>
            <a:r>
              <a:rPr lang="zh-CN" altLang="en-US" sz="2400" b="1">
                <a:solidFill>
                  <a:srgbClr val="CC0099"/>
                </a:solidFill>
                <a:latin typeface="楷体_GB2312"/>
                <a:ea typeface="楷体_GB2312"/>
                <a:cs typeface="楷体_GB2312"/>
              </a:rPr>
              <a:t>行列式的概念</a:t>
            </a:r>
            <a:r>
              <a:rPr lang="en-US" altLang="zh-CN" sz="2400" b="1">
                <a:solidFill>
                  <a:srgbClr val="FFFFFF"/>
                </a:solidFill>
                <a:latin typeface="楷体_GB2312"/>
                <a:ea typeface="楷体_GB2312"/>
                <a:cs typeface="楷体_GB2312"/>
              </a:rPr>
              <a:t>.</a:t>
            </a:r>
          </a:p>
        </p:txBody>
      </p:sp>
      <p:sp>
        <p:nvSpPr>
          <p:cNvPr id="28678" name="AutoShape 6"/>
          <p:cNvSpPr/>
          <p:nvPr/>
        </p:nvSpPr>
        <p:spPr bwMode="auto">
          <a:xfrm>
            <a:off x="5434013" y="4076700"/>
            <a:ext cx="217487" cy="823913"/>
          </a:xfrm>
          <a:prstGeom prst="rightBrace">
            <a:avLst>
              <a:gd name="adj1" fmla="val 44161"/>
              <a:gd name="adj2" fmla="val 50000"/>
            </a:avLst>
          </a:prstGeom>
          <a:noFill/>
          <a:ln w="28575">
            <a:solidFill>
              <a:srgbClr val="CC0099"/>
            </a:solidFill>
            <a:round/>
          </a:ln>
        </p:spPr>
        <p:txBody>
          <a:bodyPr wrap="none" anchor="ctr"/>
          <a:lstStyle/>
          <a:p>
            <a:endParaRPr lang="zh-CN" altLang="en-US">
              <a:solidFill>
                <a:srgbClr val="000000"/>
              </a:solidFill>
            </a:endParaRPr>
          </a:p>
        </p:txBody>
      </p:sp>
      <p:sp>
        <p:nvSpPr>
          <p:cNvPr id="28679" name="Text Box 7"/>
          <p:cNvSpPr txBox="1">
            <a:spLocks noChangeArrowheads="1"/>
          </p:cNvSpPr>
          <p:nvPr/>
        </p:nvSpPr>
        <p:spPr bwMode="auto">
          <a:xfrm>
            <a:off x="5671144" y="4214813"/>
            <a:ext cx="3024188" cy="457200"/>
          </a:xfrm>
          <a:prstGeom prst="rect">
            <a:avLst/>
          </a:prstGeom>
          <a:noFill/>
          <a:ln w="9525">
            <a:noFill/>
            <a:miter lim="800000"/>
          </a:ln>
        </p:spPr>
        <p:txBody>
          <a:bodyPr wrap="none"/>
          <a:lstStyle/>
          <a:p>
            <a:r>
              <a:rPr lang="zh-CN" altLang="en-US" sz="2400" b="1" dirty="0">
                <a:solidFill>
                  <a:srgbClr val="CC0099"/>
                </a:solidFill>
                <a:latin typeface="楷体_GB2312"/>
                <a:ea typeface="楷体_GB2312"/>
                <a:cs typeface="楷体_GB2312"/>
              </a:rPr>
              <a:t>行列式的</a:t>
            </a:r>
            <a:r>
              <a:rPr lang="zh-CN" altLang="zh-CN" sz="2400" b="1" dirty="0">
                <a:solidFill>
                  <a:srgbClr val="CC0099"/>
                </a:solidFill>
                <a:latin typeface="楷体_GB2312"/>
                <a:ea typeface="楷体_GB2312"/>
                <a:cs typeface="楷体_GB2312"/>
              </a:rPr>
              <a:t>性质及计算</a:t>
            </a:r>
            <a:r>
              <a:rPr lang="en-US" altLang="zh-CN" sz="2400" b="1" dirty="0">
                <a:solidFill>
                  <a:srgbClr val="FFFFFF"/>
                </a:solidFill>
                <a:latin typeface="楷体_GB2312"/>
                <a:ea typeface="楷体_GB2312"/>
                <a:cs typeface="楷体_GB2312"/>
              </a:rPr>
              <a:t>.</a:t>
            </a:r>
          </a:p>
        </p:txBody>
      </p:sp>
      <p:sp>
        <p:nvSpPr>
          <p:cNvPr id="28682" name="AutoShape 10"/>
          <p:cNvSpPr>
            <a:spLocks noChangeArrowheads="1"/>
          </p:cNvSpPr>
          <p:nvPr/>
        </p:nvSpPr>
        <p:spPr bwMode="auto">
          <a:xfrm>
            <a:off x="4787900" y="188913"/>
            <a:ext cx="4175125" cy="2833687"/>
          </a:xfrm>
          <a:prstGeom prst="cloudCallout">
            <a:avLst>
              <a:gd name="adj1" fmla="val -79773"/>
              <a:gd name="adj2" fmla="val 26750"/>
            </a:avLst>
          </a:prstGeom>
          <a:solidFill>
            <a:schemeClr val="folHlink"/>
          </a:solidFill>
          <a:ln w="9525">
            <a:solidFill>
              <a:schemeClr val="tx1"/>
            </a:solidFill>
            <a:round/>
          </a:ln>
        </p:spPr>
        <p:txBody>
          <a:bodyPr/>
          <a:lstStyle/>
          <a:p>
            <a:pPr>
              <a:buFontTx/>
              <a:buChar char="•"/>
            </a:pPr>
            <a:r>
              <a:rPr lang="zh-CN" altLang="en-US" sz="2400" b="1" dirty="0">
                <a:solidFill>
                  <a:srgbClr val="000000"/>
                </a:solidFill>
                <a:ea typeface="楷体_GB2312"/>
                <a:cs typeface="楷体_GB2312"/>
              </a:rPr>
              <a:t>行列式是线性代数中的常用工具！</a:t>
            </a:r>
          </a:p>
          <a:p>
            <a:pPr>
              <a:buFontTx/>
              <a:buChar char="•"/>
            </a:pPr>
            <a:r>
              <a:rPr lang="zh-CN" altLang="en-US" sz="2400" b="1" dirty="0">
                <a:solidFill>
                  <a:srgbClr val="000000"/>
                </a:solidFill>
                <a:ea typeface="楷体_GB2312"/>
                <a:cs typeface="楷体_GB2312"/>
              </a:rPr>
              <a:t>学习行列式主要就是要能计算行列式的值</a:t>
            </a:r>
            <a:r>
              <a:rPr lang="en-US" altLang="zh-CN" sz="2400" b="1" dirty="0">
                <a:solidFill>
                  <a:srgbClr val="000000"/>
                </a:solidFill>
                <a:latin typeface="楷体_GB2312"/>
                <a:ea typeface="楷体_GB2312"/>
                <a:cs typeface="楷体_GB2312"/>
              </a:rPr>
              <a: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8682"/>
                                        </p:tgtEl>
                                        <p:attrNameLst>
                                          <p:attrName>style.visibility</p:attrName>
                                        </p:attrNameLst>
                                      </p:cBhvr>
                                      <p:to>
                                        <p:strVal val="visible"/>
                                      </p:to>
                                    </p:set>
                                    <p:animEffect transition="in" filter="wipe(down)">
                                      <p:cBhvr>
                                        <p:cTn id="7" dur="290">
                                          <p:stCondLst>
                                            <p:cond delay="0"/>
                                          </p:stCondLst>
                                        </p:cTn>
                                        <p:tgtEl>
                                          <p:spTgt spid="28682"/>
                                        </p:tgtEl>
                                      </p:cBhvr>
                                    </p:animEffect>
                                    <p:anim calcmode="lin" valueType="num">
                                      <p:cBhvr>
                                        <p:cTn id="8" dur="911" tmFilter="0,0; 0.14,0.36; 0.43,0.73; 0.71,0.91; 1.0,1.0">
                                          <p:stCondLst>
                                            <p:cond delay="0"/>
                                          </p:stCondLst>
                                        </p:cTn>
                                        <p:tgtEl>
                                          <p:spTgt spid="28682"/>
                                        </p:tgtEl>
                                        <p:attrNameLst>
                                          <p:attrName>ppt_x</p:attrName>
                                        </p:attrNameLst>
                                      </p:cBhvr>
                                      <p:tavLst>
                                        <p:tav tm="0">
                                          <p:val>
                                            <p:strVal val="#ppt_x-0.25"/>
                                          </p:val>
                                        </p:tav>
                                        <p:tav tm="100000">
                                          <p:val>
                                            <p:strVal val="#ppt_x"/>
                                          </p:val>
                                        </p:tav>
                                      </p:tavLst>
                                    </p:anim>
                                    <p:anim calcmode="lin" valueType="num">
                                      <p:cBhvr>
                                        <p:cTn id="9" dur="332" tmFilter="0.0,0.0; 0.25,0.07; 0.50,0.2; 0.75,0.467; 1.0,1.0">
                                          <p:stCondLst>
                                            <p:cond delay="0"/>
                                          </p:stCondLst>
                                        </p:cTn>
                                        <p:tgtEl>
                                          <p:spTgt spid="28682"/>
                                        </p:tgtEl>
                                        <p:attrNameLst>
                                          <p:attrName>ppt_y</p:attrName>
                                        </p:attrNameLst>
                                      </p:cBhvr>
                                      <p:tavLst>
                                        <p:tav tm="0" fmla="#ppt_y-sin(pi*$)/3">
                                          <p:val>
                                            <p:fltVal val="0.5"/>
                                          </p:val>
                                        </p:tav>
                                        <p:tav tm="100000">
                                          <p:val>
                                            <p:fltVal val="1"/>
                                          </p:val>
                                        </p:tav>
                                      </p:tavLst>
                                    </p:anim>
                                    <p:anim calcmode="lin" valueType="num">
                                      <p:cBhvr>
                                        <p:cTn id="10" dur="332" tmFilter="0, 0; 0.125,0.2665; 0.25,0.4; 0.375,0.465; 0.5,0.5;  0.625,0.535; 0.75,0.6; 0.875,0.7335; 1,1">
                                          <p:stCondLst>
                                            <p:cond delay="332"/>
                                          </p:stCondLst>
                                        </p:cTn>
                                        <p:tgtEl>
                                          <p:spTgt spid="28682"/>
                                        </p:tgtEl>
                                        <p:attrNameLst>
                                          <p:attrName>ppt_y</p:attrName>
                                        </p:attrNameLst>
                                      </p:cBhvr>
                                      <p:tavLst>
                                        <p:tav tm="0" fmla="#ppt_y-sin(pi*$)/9">
                                          <p:val>
                                            <p:fltVal val="0"/>
                                          </p:val>
                                        </p:tav>
                                        <p:tav tm="100000">
                                          <p:val>
                                            <p:fltVal val="1"/>
                                          </p:val>
                                        </p:tav>
                                      </p:tavLst>
                                    </p:anim>
                                    <p:anim calcmode="lin" valueType="num">
                                      <p:cBhvr>
                                        <p:cTn id="11" dur="166" tmFilter="0, 0; 0.125,0.2665; 0.25,0.4; 0.375,0.465; 0.5,0.5;  0.625,0.535; 0.75,0.6; 0.875,0.7335; 1,1">
                                          <p:stCondLst>
                                            <p:cond delay="662"/>
                                          </p:stCondLst>
                                        </p:cTn>
                                        <p:tgtEl>
                                          <p:spTgt spid="28682"/>
                                        </p:tgtEl>
                                        <p:attrNameLst>
                                          <p:attrName>ppt_y</p:attrName>
                                        </p:attrNameLst>
                                      </p:cBhvr>
                                      <p:tavLst>
                                        <p:tav tm="0" fmla="#ppt_y-sin(pi*$)/27">
                                          <p:val>
                                            <p:fltVal val="0"/>
                                          </p:val>
                                        </p:tav>
                                        <p:tav tm="100000">
                                          <p:val>
                                            <p:fltVal val="1"/>
                                          </p:val>
                                        </p:tav>
                                      </p:tavLst>
                                    </p:anim>
                                    <p:anim calcmode="lin" valueType="num">
                                      <p:cBhvr>
                                        <p:cTn id="12" dur="82" tmFilter="0, 0; 0.125,0.2665; 0.25,0.4; 0.375,0.465; 0.5,0.5;  0.625,0.535; 0.75,0.6; 0.875,0.7335; 1,1">
                                          <p:stCondLst>
                                            <p:cond delay="828"/>
                                          </p:stCondLst>
                                        </p:cTn>
                                        <p:tgtEl>
                                          <p:spTgt spid="28682"/>
                                        </p:tgtEl>
                                        <p:attrNameLst>
                                          <p:attrName>ppt_y</p:attrName>
                                        </p:attrNameLst>
                                      </p:cBhvr>
                                      <p:tavLst>
                                        <p:tav tm="0" fmla="#ppt_y-sin(pi*$)/81">
                                          <p:val>
                                            <p:fltVal val="0"/>
                                          </p:val>
                                        </p:tav>
                                        <p:tav tm="100000">
                                          <p:val>
                                            <p:fltVal val="1"/>
                                          </p:val>
                                        </p:tav>
                                      </p:tavLst>
                                    </p:anim>
                                    <p:animScale>
                                      <p:cBhvr>
                                        <p:cTn id="13" dur="13">
                                          <p:stCondLst>
                                            <p:cond delay="325"/>
                                          </p:stCondLst>
                                        </p:cTn>
                                        <p:tgtEl>
                                          <p:spTgt spid="28682"/>
                                        </p:tgtEl>
                                      </p:cBhvr>
                                      <p:to x="100000" y="60000"/>
                                    </p:animScale>
                                    <p:animScale>
                                      <p:cBhvr>
                                        <p:cTn id="14" dur="83" decel="50000">
                                          <p:stCondLst>
                                            <p:cond delay="338"/>
                                          </p:stCondLst>
                                        </p:cTn>
                                        <p:tgtEl>
                                          <p:spTgt spid="28682"/>
                                        </p:tgtEl>
                                      </p:cBhvr>
                                      <p:to x="100000" y="100000"/>
                                    </p:animScale>
                                    <p:animScale>
                                      <p:cBhvr>
                                        <p:cTn id="15" dur="13">
                                          <p:stCondLst>
                                            <p:cond delay="656"/>
                                          </p:stCondLst>
                                        </p:cTn>
                                        <p:tgtEl>
                                          <p:spTgt spid="28682"/>
                                        </p:tgtEl>
                                      </p:cBhvr>
                                      <p:to x="100000" y="80000"/>
                                    </p:animScale>
                                    <p:animScale>
                                      <p:cBhvr>
                                        <p:cTn id="16" dur="83" decel="50000">
                                          <p:stCondLst>
                                            <p:cond delay="669"/>
                                          </p:stCondLst>
                                        </p:cTn>
                                        <p:tgtEl>
                                          <p:spTgt spid="28682"/>
                                        </p:tgtEl>
                                      </p:cBhvr>
                                      <p:to x="100000" y="100000"/>
                                    </p:animScale>
                                    <p:animScale>
                                      <p:cBhvr>
                                        <p:cTn id="17" dur="13">
                                          <p:stCondLst>
                                            <p:cond delay="821"/>
                                          </p:stCondLst>
                                        </p:cTn>
                                        <p:tgtEl>
                                          <p:spTgt spid="28682"/>
                                        </p:tgtEl>
                                      </p:cBhvr>
                                      <p:to x="100000" y="90000"/>
                                    </p:animScale>
                                    <p:animScale>
                                      <p:cBhvr>
                                        <p:cTn id="18" dur="83" decel="50000">
                                          <p:stCondLst>
                                            <p:cond delay="834"/>
                                          </p:stCondLst>
                                        </p:cTn>
                                        <p:tgtEl>
                                          <p:spTgt spid="28682"/>
                                        </p:tgtEl>
                                      </p:cBhvr>
                                      <p:to x="100000" y="100000"/>
                                    </p:animScale>
                                    <p:animScale>
                                      <p:cBhvr>
                                        <p:cTn id="19" dur="13">
                                          <p:stCondLst>
                                            <p:cond delay="904"/>
                                          </p:stCondLst>
                                        </p:cTn>
                                        <p:tgtEl>
                                          <p:spTgt spid="28682"/>
                                        </p:tgtEl>
                                      </p:cBhvr>
                                      <p:to x="100000" y="95000"/>
                                    </p:animScale>
                                    <p:animScale>
                                      <p:cBhvr>
                                        <p:cTn id="20" dur="83" decel="50000">
                                          <p:stCondLst>
                                            <p:cond delay="917"/>
                                          </p:stCondLst>
                                        </p:cTn>
                                        <p:tgtEl>
                                          <p:spTgt spid="2868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8676"/>
                                        </p:tgtEl>
                                        <p:attrNameLst>
                                          <p:attrName>style.visibility</p:attrName>
                                        </p:attrNameLst>
                                      </p:cBhvr>
                                      <p:to>
                                        <p:strVal val="visible"/>
                                      </p:to>
                                    </p:set>
                                    <p:animEffect transition="in" filter="wipe(left)">
                                      <p:cBhvr>
                                        <p:cTn id="25" dur="500"/>
                                        <p:tgtEl>
                                          <p:spTgt spid="28676"/>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28677"/>
                                        </p:tgtEl>
                                        <p:attrNameLst>
                                          <p:attrName>style.visibility</p:attrName>
                                        </p:attrNameLst>
                                      </p:cBhvr>
                                      <p:to>
                                        <p:strVal val="visible"/>
                                      </p:to>
                                    </p:set>
                                    <p:animEffect transition="in" filter="wipe(left)">
                                      <p:cBhvr>
                                        <p:cTn id="29" dur="500"/>
                                        <p:tgtEl>
                                          <p:spTgt spid="2867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8678"/>
                                        </p:tgtEl>
                                        <p:attrNameLst>
                                          <p:attrName>style.visibility</p:attrName>
                                        </p:attrNameLst>
                                      </p:cBhvr>
                                      <p:to>
                                        <p:strVal val="visible"/>
                                      </p:to>
                                    </p:set>
                                    <p:animEffect transition="in" filter="wipe(left)">
                                      <p:cBhvr>
                                        <p:cTn id="34" dur="500"/>
                                        <p:tgtEl>
                                          <p:spTgt spid="28678"/>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28679"/>
                                        </p:tgtEl>
                                        <p:attrNameLst>
                                          <p:attrName>style.visibility</p:attrName>
                                        </p:attrNameLst>
                                      </p:cBhvr>
                                      <p:to>
                                        <p:strVal val="visible"/>
                                      </p:to>
                                    </p:set>
                                    <p:animEffect transition="in" filter="wipe(left)">
                                      <p:cBhvr>
                                        <p:cTn id="38" dur="500"/>
                                        <p:tgtEl>
                                          <p:spTgt spid="286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animBg="1"/>
      <p:bldP spid="28677" grpId="0"/>
      <p:bldP spid="28678" grpId="0" animBg="1"/>
      <p:bldP spid="28679" grpId="0"/>
      <p:bldP spid="28682"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bg>
      <p:bgPr>
        <a:solidFill>
          <a:srgbClr val="FFFFCC"/>
        </a:solidFill>
        <a:effectLst/>
      </p:bgPr>
    </p:bg>
    <p:spTree>
      <p:nvGrpSpPr>
        <p:cNvPr id="1" name=""/>
        <p:cNvGrpSpPr/>
        <p:nvPr/>
      </p:nvGrpSpPr>
      <p:grpSpPr>
        <a:xfrm>
          <a:off x="0" y="0"/>
          <a:ext cx="0" cy="0"/>
          <a:chOff x="0" y="0"/>
          <a:chExt cx="0" cy="0"/>
        </a:xfrm>
      </p:grpSpPr>
      <p:sp>
        <p:nvSpPr>
          <p:cNvPr id="634882" name="Rectangle 2"/>
          <p:cNvSpPr>
            <a:spLocks noGrp="1" noChangeArrowheads="1"/>
          </p:cNvSpPr>
          <p:nvPr>
            <p:ph type="ctrTitle"/>
          </p:nvPr>
        </p:nvSpPr>
        <p:spPr/>
        <p:txBody>
          <a:bodyPr/>
          <a:lstStyle/>
          <a:p>
            <a:pPr algn="ctr" eaLnBrk="1" hangingPunct="1"/>
            <a:r>
              <a:rPr kumimoji="1" lang="en-US" altLang="zh-CN" sz="3600" b="1">
                <a:solidFill>
                  <a:srgbClr val="CC0099"/>
                </a:solidFill>
                <a:latin typeface="楷体_GB2312"/>
                <a:ea typeface="楷体_GB2312"/>
                <a:cs typeface="楷体_GB2312"/>
              </a:rPr>
              <a:t>§</a:t>
            </a:r>
            <a:r>
              <a:rPr kumimoji="1" lang="en-US" altLang="zh-CN" sz="3600" b="1">
                <a:solidFill>
                  <a:srgbClr val="CC0099"/>
                </a:solidFill>
                <a:latin typeface="Times New Roman" panose="02020603050405020304" pitchFamily="18" charset="0"/>
                <a:ea typeface="楷体_GB2312"/>
                <a:cs typeface="楷体_GB2312"/>
              </a:rPr>
              <a:t>1</a:t>
            </a:r>
            <a:r>
              <a:rPr kumimoji="1" lang="en-US" altLang="zh-CN" sz="3600" b="1">
                <a:solidFill>
                  <a:srgbClr val="CC0099"/>
                </a:solidFill>
                <a:latin typeface="楷体_GB2312"/>
                <a:ea typeface="楷体_GB2312"/>
                <a:cs typeface="楷体_GB2312"/>
              </a:rPr>
              <a:t>  </a:t>
            </a:r>
            <a:r>
              <a:rPr kumimoji="1" lang="zh-CN" altLang="en-US" sz="3600" b="1">
                <a:solidFill>
                  <a:srgbClr val="CC0099"/>
                </a:solidFill>
                <a:latin typeface="楷体_GB2312"/>
                <a:ea typeface="楷体_GB2312"/>
                <a:cs typeface="楷体_GB2312"/>
              </a:rPr>
              <a:t>二阶与三阶行列式</a:t>
            </a:r>
          </a:p>
        </p:txBody>
      </p:sp>
      <p:sp>
        <p:nvSpPr>
          <p:cNvPr id="31747" name="Text Box 3"/>
          <p:cNvSpPr txBox="1">
            <a:spLocks noChangeArrowheads="1"/>
          </p:cNvSpPr>
          <p:nvPr/>
        </p:nvSpPr>
        <p:spPr bwMode="auto">
          <a:xfrm>
            <a:off x="1835150" y="3933825"/>
            <a:ext cx="6913563" cy="1108075"/>
          </a:xfrm>
          <a:prstGeom prst="rect">
            <a:avLst/>
          </a:prstGeom>
          <a:solidFill>
            <a:srgbClr val="2A00DC">
              <a:alpha val="56078"/>
            </a:srgbClr>
          </a:solidFill>
          <a:ln w="76200">
            <a:solidFill>
              <a:srgbClr val="33CC33"/>
            </a:solidFill>
            <a:miter lim="800000"/>
          </a:ln>
        </p:spPr>
        <p:txBody>
          <a:bodyPr anchor="ctr" anchorCtr="1">
            <a:spAutoFit/>
          </a:bodyPr>
          <a:lstStyle/>
          <a:p>
            <a:r>
              <a:rPr kumimoji="1" lang="zh-CN" altLang="en-US" sz="2800" b="1">
                <a:solidFill>
                  <a:srgbClr val="FFFFFF"/>
                </a:solidFill>
                <a:latin typeface="楷体_GB2312"/>
                <a:ea typeface="楷体_GB2312"/>
                <a:cs typeface="楷体_GB2312"/>
              </a:rPr>
              <a:t>我们从最简单的二元线性方程组出发，探</a:t>
            </a:r>
          </a:p>
          <a:p>
            <a:pPr>
              <a:lnSpc>
                <a:spcPct val="120000"/>
              </a:lnSpc>
            </a:pPr>
            <a:r>
              <a:rPr kumimoji="1" lang="zh-CN" altLang="en-US" sz="2800" b="1">
                <a:solidFill>
                  <a:srgbClr val="FFFFFF"/>
                </a:solidFill>
                <a:latin typeface="楷体_GB2312"/>
                <a:ea typeface="楷体_GB2312"/>
                <a:cs typeface="楷体_GB2312"/>
              </a:rPr>
              <a:t>求其求解公式，并设法化简此公式</a:t>
            </a:r>
            <a:r>
              <a:rPr kumimoji="1" lang="en-US" altLang="zh-CN" sz="2800" b="1">
                <a:solidFill>
                  <a:srgbClr val="FFFFFF"/>
                </a:solidFill>
                <a:latin typeface="楷体_GB2312"/>
                <a:ea typeface="楷体_GB2312"/>
                <a:cs typeface="楷体_GB2312"/>
              </a:rPr>
              <a:t>.</a:t>
            </a:r>
          </a:p>
        </p:txBody>
      </p:sp>
    </p:spTree>
  </p:cSld>
  <p:clrMapOvr>
    <a:overrideClrMapping bg1="lt1" tx1="dk1" bg2="lt2" tx2="dk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747"/>
                                        </p:tgtEl>
                                        <p:attrNameLst>
                                          <p:attrName>style.visibility</p:attrName>
                                        </p:attrNameLst>
                                      </p:cBhvr>
                                      <p:to>
                                        <p:strVal val="visible"/>
                                      </p:to>
                                    </p:set>
                                    <p:animEffect transition="in" filter="blinds(horizontal)">
                                      <p:cBhvr>
                                        <p:cTn id="7" dur="500"/>
                                        <p:tgtEl>
                                          <p:spTgt spid="317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6" name="Rectangle 2"/>
          <p:cNvSpPr>
            <a:spLocks noGrp="1" noChangeArrowheads="1"/>
          </p:cNvSpPr>
          <p:nvPr>
            <p:ph type="title"/>
          </p:nvPr>
        </p:nvSpPr>
        <p:spPr>
          <a:xfrm>
            <a:off x="457200" y="115888"/>
            <a:ext cx="8229600" cy="1371600"/>
          </a:xfrm>
        </p:spPr>
        <p:txBody>
          <a:bodyPr/>
          <a:lstStyle/>
          <a:p>
            <a:pPr eaLnBrk="1" hangingPunct="1"/>
            <a:r>
              <a:rPr kumimoji="1" lang="zh-CN" altLang="en-US" sz="3600" b="1">
                <a:solidFill>
                  <a:srgbClr val="6666FF"/>
                </a:solidFill>
                <a:latin typeface="楷体_GB2312"/>
                <a:ea typeface="楷体_GB2312"/>
                <a:cs typeface="楷体_GB2312"/>
              </a:rPr>
              <a:t>一、二元线性方程组与二阶行列式</a:t>
            </a:r>
            <a:endParaRPr kumimoji="1" lang="zh-CN" altLang="en-US" sz="2800" b="1">
              <a:solidFill>
                <a:srgbClr val="6666FF"/>
              </a:solidFill>
              <a:latin typeface="楷体_GB2312"/>
              <a:ea typeface="楷体_GB2312"/>
              <a:cs typeface="楷体_GB2312"/>
            </a:endParaRPr>
          </a:p>
        </p:txBody>
      </p:sp>
      <p:sp>
        <p:nvSpPr>
          <p:cNvPr id="32771" name="Text Box 3"/>
          <p:cNvSpPr txBox="1">
            <a:spLocks noChangeArrowheads="1"/>
          </p:cNvSpPr>
          <p:nvPr/>
        </p:nvSpPr>
        <p:spPr bwMode="auto">
          <a:xfrm>
            <a:off x="1028700" y="1536700"/>
            <a:ext cx="2405063" cy="457200"/>
          </a:xfrm>
          <a:prstGeom prst="rect">
            <a:avLst/>
          </a:prstGeom>
          <a:noFill/>
          <a:ln w="9525">
            <a:noFill/>
            <a:miter lim="800000"/>
          </a:ln>
        </p:spPr>
        <p:txBody>
          <a:bodyPr wrap="none"/>
          <a:lstStyle/>
          <a:p>
            <a:r>
              <a:rPr kumimoji="1" lang="zh-CN" altLang="en-US" sz="2400" b="1">
                <a:solidFill>
                  <a:srgbClr val="000000"/>
                </a:solidFill>
                <a:latin typeface="Times New Roman" panose="02020603050405020304" pitchFamily="18" charset="0"/>
                <a:ea typeface="楷体_GB2312"/>
                <a:cs typeface="楷体_GB2312"/>
              </a:rPr>
              <a:t>二元线性方程组 </a:t>
            </a:r>
          </a:p>
        </p:txBody>
      </p:sp>
      <p:graphicFrame>
        <p:nvGraphicFramePr>
          <p:cNvPr id="32772" name="Object 26"/>
          <p:cNvGraphicFramePr>
            <a:graphicFrameLocks noChangeAspect="1"/>
          </p:cNvGraphicFramePr>
          <p:nvPr/>
        </p:nvGraphicFramePr>
        <p:xfrm>
          <a:off x="3563938" y="1268413"/>
          <a:ext cx="2625725" cy="1062037"/>
        </p:xfrm>
        <a:graphic>
          <a:graphicData uri="http://schemas.openxmlformats.org/presentationml/2006/ole">
            <mc:AlternateContent xmlns:mc="http://schemas.openxmlformats.org/markup-compatibility/2006">
              <mc:Choice xmlns:v="urn:schemas-microsoft-com:vml" Requires="v">
                <p:oleObj spid="_x0000_s1408" name="Equation" r:id="rId3" imgW="28651200" imgH="11582400" progId="">
                  <p:embed/>
                </p:oleObj>
              </mc:Choice>
              <mc:Fallback>
                <p:oleObj name="Equation" r:id="rId3" imgW="28651200" imgH="11582400" progId="">
                  <p:embed/>
                  <p:pic>
                    <p:nvPicPr>
                      <p:cNvPr id="0" name="图片 1024" descr="image3"/>
                      <p:cNvPicPr>
                        <a:picLocks noChangeAspect="1"/>
                      </p:cNvPicPr>
                      <p:nvPr/>
                    </p:nvPicPr>
                    <p:blipFill>
                      <a:blip r:embed="rId4"/>
                      <a:stretch>
                        <a:fillRect/>
                      </a:stretch>
                    </p:blipFill>
                    <p:spPr>
                      <a:xfrm>
                        <a:off x="3563938" y="1268413"/>
                        <a:ext cx="2625725" cy="1062037"/>
                      </a:xfrm>
                      <a:prstGeom prst="rect">
                        <a:avLst/>
                      </a:prstGeom>
                      <a:noFill/>
                      <a:ln w="9525">
                        <a:noFill/>
                      </a:ln>
                    </p:spPr>
                  </p:pic>
                </p:oleObj>
              </mc:Fallback>
            </mc:AlternateContent>
          </a:graphicData>
        </a:graphic>
      </p:graphicFrame>
      <p:sp>
        <p:nvSpPr>
          <p:cNvPr id="32773" name="Text Box 5"/>
          <p:cNvSpPr txBox="1">
            <a:spLocks noChangeArrowheads="1"/>
          </p:cNvSpPr>
          <p:nvPr/>
        </p:nvSpPr>
        <p:spPr bwMode="auto">
          <a:xfrm>
            <a:off x="1028700" y="2581275"/>
            <a:ext cx="2378075" cy="457200"/>
          </a:xfrm>
          <a:prstGeom prst="rect">
            <a:avLst/>
          </a:prstGeom>
          <a:noFill/>
          <a:ln w="9525">
            <a:noFill/>
            <a:miter lim="800000"/>
          </a:ln>
        </p:spPr>
        <p:txBody>
          <a:bodyPr>
            <a:spAutoFit/>
          </a:bodyPr>
          <a:lstStyle/>
          <a:p>
            <a:r>
              <a:rPr kumimoji="1" lang="zh-CN" altLang="en-US" sz="2400" b="1">
                <a:solidFill>
                  <a:srgbClr val="000000"/>
                </a:solidFill>
                <a:latin typeface="Times New Roman" panose="02020603050405020304" pitchFamily="18" charset="0"/>
                <a:ea typeface="楷体_GB2312"/>
                <a:cs typeface="楷体_GB2312"/>
              </a:rPr>
              <a:t>由消元法，得</a:t>
            </a:r>
          </a:p>
        </p:txBody>
      </p:sp>
      <p:graphicFrame>
        <p:nvGraphicFramePr>
          <p:cNvPr id="32774" name="Object 27"/>
          <p:cNvGraphicFramePr>
            <a:graphicFrameLocks noChangeAspect="1"/>
          </p:cNvGraphicFramePr>
          <p:nvPr/>
        </p:nvGraphicFramePr>
        <p:xfrm>
          <a:off x="3638550" y="3306763"/>
          <a:ext cx="4330700" cy="419100"/>
        </p:xfrm>
        <a:graphic>
          <a:graphicData uri="http://schemas.openxmlformats.org/presentationml/2006/ole">
            <mc:AlternateContent xmlns:mc="http://schemas.openxmlformats.org/markup-compatibility/2006">
              <mc:Choice xmlns:v="urn:schemas-microsoft-com:vml" Requires="v">
                <p:oleObj spid="_x0000_s1409" name="Equation" r:id="rId5" imgW="103936800" imgH="10058400" progId="Equations">
                  <p:embed/>
                </p:oleObj>
              </mc:Choice>
              <mc:Fallback>
                <p:oleObj name="Equation" r:id="rId5" imgW="103936800" imgH="10058400" progId="Equations">
                  <p:embed/>
                  <p:pic>
                    <p:nvPicPr>
                      <p:cNvPr id="0" name="图片 1050" descr="image4"/>
                      <p:cNvPicPr>
                        <a:picLocks noChangeAspect="1"/>
                      </p:cNvPicPr>
                      <p:nvPr/>
                    </p:nvPicPr>
                    <p:blipFill>
                      <a:blip r:embed="rId6"/>
                      <a:stretch>
                        <a:fillRect/>
                      </a:stretch>
                    </p:blipFill>
                    <p:spPr>
                      <a:xfrm>
                        <a:off x="3638550" y="3306763"/>
                        <a:ext cx="4330700" cy="419100"/>
                      </a:xfrm>
                      <a:prstGeom prst="rect">
                        <a:avLst/>
                      </a:prstGeom>
                      <a:noFill/>
                      <a:ln w="9525">
                        <a:noFill/>
                      </a:ln>
                    </p:spPr>
                  </p:pic>
                </p:oleObj>
              </mc:Fallback>
            </mc:AlternateContent>
          </a:graphicData>
        </a:graphic>
      </p:graphicFrame>
      <p:graphicFrame>
        <p:nvGraphicFramePr>
          <p:cNvPr id="32775" name="Object 28"/>
          <p:cNvGraphicFramePr>
            <a:graphicFrameLocks noChangeAspect="1"/>
          </p:cNvGraphicFramePr>
          <p:nvPr/>
        </p:nvGraphicFramePr>
        <p:xfrm>
          <a:off x="3638550" y="2619375"/>
          <a:ext cx="4330700" cy="419100"/>
        </p:xfrm>
        <a:graphic>
          <a:graphicData uri="http://schemas.openxmlformats.org/presentationml/2006/ole">
            <mc:AlternateContent xmlns:mc="http://schemas.openxmlformats.org/markup-compatibility/2006">
              <mc:Choice xmlns:v="urn:schemas-microsoft-com:vml" Requires="v">
                <p:oleObj spid="_x0000_s1410" name="Equation" r:id="rId7" imgW="103936800" imgH="10058400" progId="Equations">
                  <p:embed/>
                </p:oleObj>
              </mc:Choice>
              <mc:Fallback>
                <p:oleObj name="Equation" r:id="rId7" imgW="103936800" imgH="10058400" progId="Equations">
                  <p:embed/>
                  <p:pic>
                    <p:nvPicPr>
                      <p:cNvPr id="0" name="图片 1051" descr="image5"/>
                      <p:cNvPicPr>
                        <a:picLocks noChangeAspect="1"/>
                      </p:cNvPicPr>
                      <p:nvPr/>
                    </p:nvPicPr>
                    <p:blipFill>
                      <a:blip r:embed="rId8"/>
                      <a:stretch>
                        <a:fillRect/>
                      </a:stretch>
                    </p:blipFill>
                    <p:spPr>
                      <a:xfrm>
                        <a:off x="3638550" y="2619375"/>
                        <a:ext cx="4330700" cy="419100"/>
                      </a:xfrm>
                      <a:prstGeom prst="rect">
                        <a:avLst/>
                      </a:prstGeom>
                      <a:noFill/>
                      <a:ln w="9525">
                        <a:noFill/>
                      </a:ln>
                    </p:spPr>
                  </p:pic>
                </p:oleObj>
              </mc:Fallback>
            </mc:AlternateContent>
          </a:graphicData>
        </a:graphic>
      </p:graphicFrame>
      <p:sp>
        <p:nvSpPr>
          <p:cNvPr id="32776" name="Text Box 8"/>
          <p:cNvSpPr txBox="1">
            <a:spLocks noChangeArrowheads="1"/>
          </p:cNvSpPr>
          <p:nvPr/>
        </p:nvSpPr>
        <p:spPr bwMode="auto">
          <a:xfrm>
            <a:off x="1028700" y="3946525"/>
            <a:ext cx="6128601" cy="461665"/>
          </a:xfrm>
          <a:prstGeom prst="rect">
            <a:avLst/>
          </a:prstGeom>
          <a:noFill/>
          <a:ln w="9525">
            <a:noFill/>
            <a:miter lim="800000"/>
          </a:ln>
        </p:spPr>
        <p:txBody>
          <a:bodyPr wrap="none">
            <a:spAutoFit/>
          </a:bodyPr>
          <a:lstStyle/>
          <a:p>
            <a:r>
              <a:rPr kumimoji="1" lang="zh-CN" altLang="en-US" sz="2400" b="1" dirty="0">
                <a:solidFill>
                  <a:srgbClr val="000000"/>
                </a:solidFill>
                <a:latin typeface="楷体_GB2312"/>
                <a:ea typeface="楷体_GB2312"/>
                <a:cs typeface="楷体_GB2312"/>
              </a:rPr>
              <a:t>当                           时，该方程组有唯一解 </a:t>
            </a:r>
          </a:p>
        </p:txBody>
      </p:sp>
      <p:graphicFrame>
        <p:nvGraphicFramePr>
          <p:cNvPr id="32777" name="Object 29"/>
          <p:cNvGraphicFramePr>
            <a:graphicFrameLocks noChangeAspect="1"/>
          </p:cNvGraphicFramePr>
          <p:nvPr/>
        </p:nvGraphicFramePr>
        <p:xfrm>
          <a:off x="1435100" y="3979863"/>
          <a:ext cx="2374900" cy="419100"/>
        </p:xfrm>
        <a:graphic>
          <a:graphicData uri="http://schemas.openxmlformats.org/presentationml/2006/ole">
            <mc:AlternateContent xmlns:mc="http://schemas.openxmlformats.org/markup-compatibility/2006">
              <mc:Choice xmlns:v="urn:schemas-microsoft-com:vml" Requires="v">
                <p:oleObj spid="_x0000_s1411" name="Equation" r:id="rId9" imgW="56997600" imgH="10058400" progId="Equations">
                  <p:embed/>
                </p:oleObj>
              </mc:Choice>
              <mc:Fallback>
                <p:oleObj name="Equation" r:id="rId9" imgW="56997600" imgH="10058400" progId="Equations">
                  <p:embed/>
                  <p:pic>
                    <p:nvPicPr>
                      <p:cNvPr id="0" name="图片 1052" descr="image6"/>
                      <p:cNvPicPr>
                        <a:picLocks noChangeAspect="1"/>
                      </p:cNvPicPr>
                      <p:nvPr/>
                    </p:nvPicPr>
                    <p:blipFill>
                      <a:blip r:embed="rId10"/>
                      <a:stretch>
                        <a:fillRect/>
                      </a:stretch>
                    </p:blipFill>
                    <p:spPr>
                      <a:xfrm>
                        <a:off x="1435100" y="3979863"/>
                        <a:ext cx="2374900" cy="419100"/>
                      </a:xfrm>
                      <a:prstGeom prst="rect">
                        <a:avLst/>
                      </a:prstGeom>
                      <a:noFill/>
                      <a:ln w="9525">
                        <a:noFill/>
                      </a:ln>
                    </p:spPr>
                  </p:pic>
                </p:oleObj>
              </mc:Fallback>
            </mc:AlternateContent>
          </a:graphicData>
        </a:graphic>
      </p:graphicFrame>
      <p:graphicFrame>
        <p:nvGraphicFramePr>
          <p:cNvPr id="32778" name="Object 30"/>
          <p:cNvGraphicFramePr>
            <a:graphicFrameLocks noChangeAspect="1"/>
          </p:cNvGraphicFramePr>
          <p:nvPr/>
        </p:nvGraphicFramePr>
        <p:xfrm>
          <a:off x="1384300" y="4611688"/>
          <a:ext cx="2540000" cy="914400"/>
        </p:xfrm>
        <a:graphic>
          <a:graphicData uri="http://schemas.openxmlformats.org/presentationml/2006/ole">
            <mc:AlternateContent xmlns:mc="http://schemas.openxmlformats.org/markup-compatibility/2006">
              <mc:Choice xmlns:v="urn:schemas-microsoft-com:vml" Requires="v">
                <p:oleObj spid="_x0000_s1412" name="Equation" r:id="rId11" imgW="60960000" imgH="21945600" progId="Equations">
                  <p:embed/>
                </p:oleObj>
              </mc:Choice>
              <mc:Fallback>
                <p:oleObj name="Equation" r:id="rId11" imgW="60960000" imgH="21945600" progId="Equations">
                  <p:embed/>
                  <p:pic>
                    <p:nvPicPr>
                      <p:cNvPr id="0" name="图片 1053" descr="image7"/>
                      <p:cNvPicPr>
                        <a:picLocks noChangeAspect="1"/>
                      </p:cNvPicPr>
                      <p:nvPr/>
                    </p:nvPicPr>
                    <p:blipFill>
                      <a:blip r:embed="rId12"/>
                      <a:stretch>
                        <a:fillRect/>
                      </a:stretch>
                    </p:blipFill>
                    <p:spPr>
                      <a:xfrm>
                        <a:off x="1384300" y="4611688"/>
                        <a:ext cx="2540000" cy="914400"/>
                      </a:xfrm>
                      <a:prstGeom prst="rect">
                        <a:avLst/>
                      </a:prstGeom>
                      <a:noFill/>
                      <a:ln w="9525">
                        <a:noFill/>
                      </a:ln>
                    </p:spPr>
                  </p:pic>
                </p:oleObj>
              </mc:Fallback>
            </mc:AlternateContent>
          </a:graphicData>
        </a:graphic>
      </p:graphicFrame>
      <p:graphicFrame>
        <p:nvGraphicFramePr>
          <p:cNvPr id="32779" name="Object 31"/>
          <p:cNvGraphicFramePr>
            <a:graphicFrameLocks noChangeAspect="1"/>
          </p:cNvGraphicFramePr>
          <p:nvPr/>
        </p:nvGraphicFramePr>
        <p:xfrm>
          <a:off x="5219700" y="4611688"/>
          <a:ext cx="2552700" cy="914400"/>
        </p:xfrm>
        <a:graphic>
          <a:graphicData uri="http://schemas.openxmlformats.org/presentationml/2006/ole">
            <mc:AlternateContent xmlns:mc="http://schemas.openxmlformats.org/markup-compatibility/2006">
              <mc:Choice xmlns:v="urn:schemas-microsoft-com:vml" Requires="v">
                <p:oleObj spid="_x0000_s1413" name="Equation" r:id="rId13" imgW="61264800" imgH="21945600" progId="Equations">
                  <p:embed/>
                </p:oleObj>
              </mc:Choice>
              <mc:Fallback>
                <p:oleObj name="Equation" r:id="rId13" imgW="61264800" imgH="21945600" progId="Equations">
                  <p:embed/>
                  <p:pic>
                    <p:nvPicPr>
                      <p:cNvPr id="0" name="图片 1054" descr="image8"/>
                      <p:cNvPicPr>
                        <a:picLocks noChangeAspect="1"/>
                      </p:cNvPicPr>
                      <p:nvPr/>
                    </p:nvPicPr>
                    <p:blipFill>
                      <a:blip r:embed="rId14"/>
                      <a:stretch>
                        <a:fillRect/>
                      </a:stretch>
                    </p:blipFill>
                    <p:spPr>
                      <a:xfrm>
                        <a:off x="5219700" y="4611688"/>
                        <a:ext cx="2552700" cy="914400"/>
                      </a:xfrm>
                      <a:prstGeom prst="rect">
                        <a:avLst/>
                      </a:prstGeom>
                      <a:noFill/>
                      <a:ln w="9525">
                        <a:noFill/>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2771"/>
                                        </p:tgtEl>
                                        <p:attrNameLst>
                                          <p:attrName>style.visibility</p:attrName>
                                        </p:attrNameLst>
                                      </p:cBhvr>
                                      <p:to>
                                        <p:strVal val="visible"/>
                                      </p:to>
                                    </p:set>
                                  </p:childTnLst>
                                </p:cTn>
                              </p:par>
                            </p:childTnLst>
                          </p:cTn>
                        </p:par>
                        <p:par>
                          <p:cTn id="7" fill="hold">
                            <p:stCondLst>
                              <p:cond delay="500"/>
                            </p:stCondLst>
                            <p:childTnLst>
                              <p:par>
                                <p:cTn id="8" presetID="22" presetClass="entr" presetSubtype="8" fill="hold" nodeType="afterEffect">
                                  <p:stCondLst>
                                    <p:cond delay="0"/>
                                  </p:stCondLst>
                                  <p:childTnLst>
                                    <p:set>
                                      <p:cBhvr>
                                        <p:cTn id="9" dur="1" fill="hold">
                                          <p:stCondLst>
                                            <p:cond delay="0"/>
                                          </p:stCondLst>
                                        </p:cTn>
                                        <p:tgtEl>
                                          <p:spTgt spid="32772"/>
                                        </p:tgtEl>
                                        <p:attrNameLst>
                                          <p:attrName>style.visibility</p:attrName>
                                        </p:attrNameLst>
                                      </p:cBhvr>
                                      <p:to>
                                        <p:strVal val="visible"/>
                                      </p:to>
                                    </p:set>
                                    <p:animEffect transition="in" filter="wipe(left)">
                                      <p:cBhvr>
                                        <p:cTn id="10" dur="500"/>
                                        <p:tgtEl>
                                          <p:spTgt spid="3277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277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3277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3277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2777"/>
                                        </p:tgtEl>
                                        <p:attrNameLst>
                                          <p:attrName>style.visibility</p:attrName>
                                        </p:attrNameLst>
                                      </p:cBhvr>
                                      <p:to>
                                        <p:strVal val="visible"/>
                                      </p:to>
                                    </p:set>
                                    <p:animEffect transition="in" filter="blinds(horizontal)">
                                      <p:cBhvr>
                                        <p:cTn id="27" dur="500"/>
                                        <p:tgtEl>
                                          <p:spTgt spid="32777"/>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32776"/>
                                        </p:tgtEl>
                                        <p:attrNameLst>
                                          <p:attrName>style.visibility</p:attrName>
                                        </p:attrNameLst>
                                      </p:cBhvr>
                                      <p:to>
                                        <p:strVal val="visible"/>
                                      </p:to>
                                    </p:set>
                                    <p:animEffect transition="in" filter="blinds(horizontal)">
                                      <p:cBhvr>
                                        <p:cTn id="30" dur="500"/>
                                        <p:tgtEl>
                                          <p:spTgt spid="32776"/>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3277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327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autoUpdateAnimBg="0"/>
      <p:bldP spid="32773" grpId="0" autoUpdateAnimBg="0"/>
      <p:bldP spid="3277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0" name="Text Box 2"/>
          <p:cNvSpPr txBox="1">
            <a:spLocks noChangeArrowheads="1"/>
          </p:cNvSpPr>
          <p:nvPr/>
        </p:nvSpPr>
        <p:spPr bwMode="auto">
          <a:xfrm>
            <a:off x="131763" y="2544763"/>
            <a:ext cx="2568575" cy="457200"/>
          </a:xfrm>
          <a:prstGeom prst="rect">
            <a:avLst/>
          </a:prstGeom>
          <a:noFill/>
          <a:ln w="9525">
            <a:noFill/>
            <a:miter lim="800000"/>
          </a:ln>
        </p:spPr>
        <p:txBody>
          <a:bodyPr wrap="none"/>
          <a:lstStyle/>
          <a:p>
            <a:r>
              <a:rPr kumimoji="1" lang="zh-CN" altLang="en-US" sz="2400" b="1">
                <a:solidFill>
                  <a:srgbClr val="000000"/>
                </a:solidFill>
                <a:latin typeface="Times New Roman" panose="02020603050405020304" pitchFamily="18" charset="0"/>
                <a:ea typeface="楷体_GB2312"/>
                <a:cs typeface="楷体_GB2312"/>
              </a:rPr>
              <a:t>求解公式为</a:t>
            </a:r>
          </a:p>
        </p:txBody>
      </p:sp>
      <p:graphicFrame>
        <p:nvGraphicFramePr>
          <p:cNvPr id="2058" name="Object 10"/>
          <p:cNvGraphicFramePr>
            <a:graphicFrameLocks noChangeAspect="1"/>
          </p:cNvGraphicFramePr>
          <p:nvPr/>
        </p:nvGraphicFramePr>
        <p:xfrm>
          <a:off x="131763" y="1196975"/>
          <a:ext cx="2625725" cy="1062038"/>
        </p:xfrm>
        <a:graphic>
          <a:graphicData uri="http://schemas.openxmlformats.org/presentationml/2006/ole">
            <mc:AlternateContent xmlns:mc="http://schemas.openxmlformats.org/markup-compatibility/2006">
              <mc:Choice xmlns:v="urn:schemas-microsoft-com:vml" Requires="v">
                <p:oleObj spid="_x0000_s2137" name="Equation" r:id="rId3" imgW="28651200" imgH="11582400" progId="">
                  <p:embed/>
                </p:oleObj>
              </mc:Choice>
              <mc:Fallback>
                <p:oleObj name="Equation" r:id="rId3" imgW="28651200" imgH="11582400" progId="">
                  <p:embed/>
                  <p:pic>
                    <p:nvPicPr>
                      <p:cNvPr id="0" name="图片 2048" descr="image3"/>
                      <p:cNvPicPr>
                        <a:picLocks noChangeAspect="1"/>
                      </p:cNvPicPr>
                      <p:nvPr/>
                    </p:nvPicPr>
                    <p:blipFill>
                      <a:blip r:embed="rId4"/>
                      <a:stretch>
                        <a:fillRect/>
                      </a:stretch>
                    </p:blipFill>
                    <p:spPr>
                      <a:xfrm>
                        <a:off x="131763" y="1196975"/>
                        <a:ext cx="2625725" cy="1062038"/>
                      </a:xfrm>
                      <a:prstGeom prst="rect">
                        <a:avLst/>
                      </a:prstGeom>
                      <a:noFill/>
                      <a:ln w="9525">
                        <a:noFill/>
                      </a:ln>
                    </p:spPr>
                  </p:pic>
                </p:oleObj>
              </mc:Fallback>
            </mc:AlternateContent>
          </a:graphicData>
        </a:graphic>
      </p:graphicFrame>
      <p:graphicFrame>
        <p:nvGraphicFramePr>
          <p:cNvPr id="2059" name="Object 11"/>
          <p:cNvGraphicFramePr>
            <a:graphicFrameLocks noChangeAspect="1"/>
          </p:cNvGraphicFramePr>
          <p:nvPr/>
        </p:nvGraphicFramePr>
        <p:xfrm>
          <a:off x="131763" y="3146425"/>
          <a:ext cx="2849562" cy="2011363"/>
        </p:xfrm>
        <a:graphic>
          <a:graphicData uri="http://schemas.openxmlformats.org/presentationml/2006/ole">
            <mc:AlternateContent xmlns:mc="http://schemas.openxmlformats.org/markup-compatibility/2006">
              <mc:Choice xmlns:v="urn:schemas-microsoft-com:vml" Requires="v">
                <p:oleObj spid="_x0000_s2138" name="Equation" r:id="rId5" imgW="31089600" imgH="21945600" progId="">
                  <p:embed/>
                </p:oleObj>
              </mc:Choice>
              <mc:Fallback>
                <p:oleObj name="Equation" r:id="rId5" imgW="31089600" imgH="21945600" progId="">
                  <p:embed/>
                  <p:pic>
                    <p:nvPicPr>
                      <p:cNvPr id="0" name="图片 2058" descr="image9"/>
                      <p:cNvPicPr>
                        <a:picLocks noChangeAspect="1"/>
                      </p:cNvPicPr>
                      <p:nvPr/>
                    </p:nvPicPr>
                    <p:blipFill>
                      <a:blip r:embed="rId6"/>
                      <a:stretch>
                        <a:fillRect/>
                      </a:stretch>
                    </p:blipFill>
                    <p:spPr>
                      <a:xfrm>
                        <a:off x="131763" y="3146425"/>
                        <a:ext cx="2849562" cy="2011363"/>
                      </a:xfrm>
                      <a:prstGeom prst="rect">
                        <a:avLst/>
                      </a:prstGeom>
                      <a:noFill/>
                      <a:ln w="9525">
                        <a:noFill/>
                      </a:ln>
                    </p:spPr>
                  </p:pic>
                </p:oleObj>
              </mc:Fallback>
            </mc:AlternateContent>
          </a:graphicData>
        </a:graphic>
      </p:graphicFrame>
      <p:sp>
        <p:nvSpPr>
          <p:cNvPr id="2061" name="Text Box 5"/>
          <p:cNvSpPr txBox="1">
            <a:spLocks noChangeArrowheads="1"/>
          </p:cNvSpPr>
          <p:nvPr/>
        </p:nvSpPr>
        <p:spPr bwMode="auto">
          <a:xfrm>
            <a:off x="133350" y="673100"/>
            <a:ext cx="2405063" cy="457200"/>
          </a:xfrm>
          <a:prstGeom prst="rect">
            <a:avLst/>
          </a:prstGeom>
          <a:noFill/>
          <a:ln w="9525">
            <a:noFill/>
            <a:miter lim="800000"/>
          </a:ln>
        </p:spPr>
        <p:txBody>
          <a:bodyPr wrap="none"/>
          <a:lstStyle/>
          <a:p>
            <a:r>
              <a:rPr kumimoji="1" lang="zh-CN" altLang="en-US" sz="2400" b="1">
                <a:solidFill>
                  <a:srgbClr val="000000"/>
                </a:solidFill>
                <a:latin typeface="Times New Roman" panose="02020603050405020304" pitchFamily="18" charset="0"/>
                <a:ea typeface="楷体_GB2312"/>
                <a:cs typeface="楷体_GB2312"/>
              </a:rPr>
              <a:t>二元线性方程组 </a:t>
            </a:r>
          </a:p>
        </p:txBody>
      </p:sp>
      <p:sp>
        <p:nvSpPr>
          <p:cNvPr id="33798" name="AutoShape 6"/>
          <p:cNvSpPr>
            <a:spLocks noChangeArrowheads="1"/>
          </p:cNvSpPr>
          <p:nvPr/>
        </p:nvSpPr>
        <p:spPr bwMode="auto">
          <a:xfrm flipH="1">
            <a:off x="971550" y="4738688"/>
            <a:ext cx="1944688" cy="395287"/>
          </a:xfrm>
          <a:prstGeom prst="roundRect">
            <a:avLst>
              <a:gd name="adj" fmla="val 16667"/>
            </a:avLst>
          </a:prstGeom>
          <a:noFill/>
          <a:ln w="28575">
            <a:solidFill>
              <a:srgbClr val="CC0099"/>
            </a:solidFill>
            <a:round/>
          </a:ln>
        </p:spPr>
        <p:txBody>
          <a:bodyPr/>
          <a:lstStyle/>
          <a:p>
            <a:pPr algn="ctr"/>
            <a:endParaRPr lang="zh-CN" altLang="zh-CN">
              <a:solidFill>
                <a:srgbClr val="000000"/>
              </a:solidFill>
            </a:endParaRPr>
          </a:p>
        </p:txBody>
      </p:sp>
      <p:sp>
        <p:nvSpPr>
          <p:cNvPr id="33799" name="AutoShape 7"/>
          <p:cNvSpPr>
            <a:spLocks noChangeArrowheads="1"/>
          </p:cNvSpPr>
          <p:nvPr/>
        </p:nvSpPr>
        <p:spPr bwMode="auto">
          <a:xfrm>
            <a:off x="971550" y="3730625"/>
            <a:ext cx="1944688" cy="395288"/>
          </a:xfrm>
          <a:prstGeom prst="roundRect">
            <a:avLst>
              <a:gd name="adj" fmla="val 16667"/>
            </a:avLst>
          </a:prstGeom>
          <a:noFill/>
          <a:ln w="28575">
            <a:solidFill>
              <a:srgbClr val="CC0099"/>
            </a:solidFill>
            <a:round/>
          </a:ln>
        </p:spPr>
        <p:txBody>
          <a:bodyPr/>
          <a:lstStyle/>
          <a:p>
            <a:pPr algn="ctr"/>
            <a:endParaRPr lang="zh-CN" altLang="zh-CN">
              <a:solidFill>
                <a:srgbClr val="000000"/>
              </a:solidFill>
            </a:endParaRPr>
          </a:p>
        </p:txBody>
      </p:sp>
      <p:sp>
        <p:nvSpPr>
          <p:cNvPr id="33800" name="Text Box 8"/>
          <p:cNvSpPr txBox="1">
            <a:spLocks noChangeArrowheads="1"/>
          </p:cNvSpPr>
          <p:nvPr/>
        </p:nvSpPr>
        <p:spPr bwMode="auto">
          <a:xfrm>
            <a:off x="3205163" y="2543175"/>
            <a:ext cx="5688012" cy="2614613"/>
          </a:xfrm>
          <a:prstGeom prst="rect">
            <a:avLst/>
          </a:prstGeom>
          <a:noFill/>
          <a:ln w="9525">
            <a:noFill/>
            <a:miter lim="800000"/>
          </a:ln>
        </p:spPr>
        <p:txBody>
          <a:bodyPr wrap="none"/>
          <a:lstStyle/>
          <a:p>
            <a:r>
              <a:rPr kumimoji="1" lang="en-US" altLang="zh-CN" sz="2400" b="1">
                <a:solidFill>
                  <a:srgbClr val="000000"/>
                </a:solidFill>
                <a:latin typeface="楷体_GB2312"/>
                <a:ea typeface="楷体_GB2312"/>
                <a:cs typeface="楷体_GB2312"/>
              </a:rPr>
              <a:t>   </a:t>
            </a:r>
            <a:r>
              <a:rPr kumimoji="1" lang="zh-CN" altLang="en-US" sz="2400" b="1">
                <a:solidFill>
                  <a:srgbClr val="000000"/>
                </a:solidFill>
                <a:latin typeface="楷体_GB2312"/>
                <a:ea typeface="楷体_GB2312"/>
                <a:cs typeface="楷体_GB2312"/>
              </a:rPr>
              <a:t>请观察，此公式有何特点？</a:t>
            </a:r>
          </a:p>
          <a:p>
            <a:pPr>
              <a:lnSpc>
                <a:spcPct val="200000"/>
              </a:lnSpc>
              <a:buClr>
                <a:srgbClr val="CC0099"/>
              </a:buClr>
              <a:buFont typeface="Wingdings" panose="05000000000000000000" pitchFamily="2" charset="2"/>
              <a:buChar char="Ø"/>
            </a:pPr>
            <a:r>
              <a:rPr lang="zh-CN" altLang="en-US" sz="2400" b="1">
                <a:solidFill>
                  <a:srgbClr val="CC0099"/>
                </a:solidFill>
                <a:ea typeface="楷体_GB2312"/>
                <a:cs typeface="楷体_GB2312"/>
              </a:rPr>
              <a:t>分母相同，由方程组的四个系数确定</a:t>
            </a:r>
            <a:r>
              <a:rPr lang="en-US" altLang="zh-CN" sz="2400" b="1">
                <a:solidFill>
                  <a:srgbClr val="CC0099"/>
                </a:solidFill>
                <a:latin typeface="Times New Roman" panose="02020603050405020304" pitchFamily="18" charset="0"/>
                <a:ea typeface="楷体_GB2312"/>
                <a:cs typeface="楷体_GB2312"/>
              </a:rPr>
              <a:t>.</a:t>
            </a:r>
          </a:p>
          <a:p>
            <a:pPr>
              <a:lnSpc>
                <a:spcPct val="200000"/>
              </a:lnSpc>
              <a:buFont typeface="Wingdings" panose="05000000000000000000" pitchFamily="2" charset="2"/>
              <a:buChar char="Ø"/>
            </a:pPr>
            <a:r>
              <a:rPr lang="zh-CN" altLang="en-US" sz="2400" b="1">
                <a:solidFill>
                  <a:srgbClr val="CC0099"/>
                </a:solidFill>
                <a:ea typeface="楷体_GB2312"/>
                <a:cs typeface="楷体_GB2312"/>
              </a:rPr>
              <a:t>分子、分母都是四个数分成两对相乘再</a:t>
            </a:r>
          </a:p>
          <a:p>
            <a:pPr>
              <a:lnSpc>
                <a:spcPct val="200000"/>
              </a:lnSpc>
            </a:pPr>
            <a:r>
              <a:rPr lang="zh-CN" altLang="en-US" sz="2400" b="1">
                <a:solidFill>
                  <a:srgbClr val="CC0099"/>
                </a:solidFill>
                <a:ea typeface="楷体_GB2312"/>
                <a:cs typeface="楷体_GB2312"/>
              </a:rPr>
              <a:t>   相减而得</a:t>
            </a:r>
            <a:r>
              <a:rPr lang="en-US" altLang="zh-CN" sz="2400" b="1">
                <a:solidFill>
                  <a:srgbClr val="CC0099"/>
                </a:solidFill>
                <a:latin typeface="Times New Roman" panose="02020603050405020304" pitchFamily="18" charset="0"/>
                <a:ea typeface="楷体_GB2312"/>
                <a:cs typeface="楷体_GB2312"/>
              </a:rPr>
              <a:t>.</a:t>
            </a:r>
          </a:p>
        </p:txBody>
      </p:sp>
      <p:sp>
        <p:nvSpPr>
          <p:cNvPr id="33801" name="Rectangle 9"/>
          <p:cNvSpPr>
            <a:spLocks noChangeArrowheads="1"/>
          </p:cNvSpPr>
          <p:nvPr/>
        </p:nvSpPr>
        <p:spPr bwMode="auto">
          <a:xfrm>
            <a:off x="1317625" y="1268413"/>
            <a:ext cx="431800" cy="1008062"/>
          </a:xfrm>
          <a:prstGeom prst="rect">
            <a:avLst/>
          </a:prstGeom>
          <a:noFill/>
          <a:ln w="28575">
            <a:solidFill>
              <a:srgbClr val="3333FF"/>
            </a:solidFill>
            <a:miter lim="800000"/>
          </a:ln>
        </p:spPr>
        <p:txBody>
          <a:bodyPr wrap="none" anchor="ctr"/>
          <a:lstStyle/>
          <a:p>
            <a:endParaRPr lang="zh-CN" altLang="en-US">
              <a:solidFill>
                <a:srgbClr val="000000"/>
              </a:solidFill>
            </a:endParaRPr>
          </a:p>
        </p:txBody>
      </p:sp>
      <p:sp>
        <p:nvSpPr>
          <p:cNvPr id="33802" name="Rectangle 10"/>
          <p:cNvSpPr>
            <a:spLocks noChangeArrowheads="1"/>
          </p:cNvSpPr>
          <p:nvPr/>
        </p:nvSpPr>
        <p:spPr bwMode="auto">
          <a:xfrm>
            <a:off x="323850" y="1268413"/>
            <a:ext cx="431800" cy="1008062"/>
          </a:xfrm>
          <a:prstGeom prst="rect">
            <a:avLst/>
          </a:prstGeom>
          <a:noFill/>
          <a:ln w="28575">
            <a:solidFill>
              <a:srgbClr val="3333FF"/>
            </a:solidFill>
            <a:miter lim="800000"/>
          </a:ln>
        </p:spPr>
        <p:txBody>
          <a:bodyPr wrap="none" anchor="ctr"/>
          <a:lstStyle/>
          <a:p>
            <a:endParaRPr lang="zh-CN" altLang="en-US">
              <a:solidFill>
                <a:srgbClr val="000000"/>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3799"/>
                                        </p:tgtEl>
                                        <p:attrNameLst>
                                          <p:attrName>style.visibility</p:attrName>
                                        </p:attrNameLst>
                                      </p:cBhvr>
                                      <p:to>
                                        <p:strVal val="visible"/>
                                      </p:to>
                                    </p:set>
                                    <p:animEffect transition="in" filter="wipe(up)">
                                      <p:cBhvr>
                                        <p:cTn id="7" dur="500"/>
                                        <p:tgtEl>
                                          <p:spTgt spid="33799"/>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3798"/>
                                        </p:tgtEl>
                                        <p:attrNameLst>
                                          <p:attrName>style.visibility</p:attrName>
                                        </p:attrNameLst>
                                      </p:cBhvr>
                                      <p:to>
                                        <p:strVal val="visible"/>
                                      </p:to>
                                    </p:set>
                                    <p:animEffect transition="in" filter="wipe(up)">
                                      <p:cBhvr>
                                        <p:cTn id="10" dur="500"/>
                                        <p:tgtEl>
                                          <p:spTgt spid="33798"/>
                                        </p:tgtEl>
                                      </p:cBhvr>
                                    </p:animEffec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33802"/>
                                        </p:tgtEl>
                                        <p:attrNameLst>
                                          <p:attrName>style.visibility</p:attrName>
                                        </p:attrNameLst>
                                      </p:cBhvr>
                                      <p:to>
                                        <p:strVal val="visible"/>
                                      </p:to>
                                    </p:set>
                                    <p:animEffect transition="in" filter="wipe(up)">
                                      <p:cBhvr>
                                        <p:cTn id="14" dur="500"/>
                                        <p:tgtEl>
                                          <p:spTgt spid="33802"/>
                                        </p:tgtEl>
                                      </p:cBhvr>
                                    </p:animEffect>
                                  </p:childTnLst>
                                </p:cTn>
                              </p:par>
                              <p:par>
                                <p:cTn id="15" presetID="22" presetClass="entr" presetSubtype="1" fill="hold" grpId="0" nodeType="withEffect">
                                  <p:stCondLst>
                                    <p:cond delay="0"/>
                                  </p:stCondLst>
                                  <p:childTnLst>
                                    <p:set>
                                      <p:cBhvr>
                                        <p:cTn id="16" dur="1" fill="hold">
                                          <p:stCondLst>
                                            <p:cond delay="0"/>
                                          </p:stCondLst>
                                        </p:cTn>
                                        <p:tgtEl>
                                          <p:spTgt spid="33801"/>
                                        </p:tgtEl>
                                        <p:attrNameLst>
                                          <p:attrName>style.visibility</p:attrName>
                                        </p:attrNameLst>
                                      </p:cBhvr>
                                      <p:to>
                                        <p:strVal val="visible"/>
                                      </p:to>
                                    </p:set>
                                    <p:animEffect transition="in" filter="wipe(up)">
                                      <p:cBhvr>
                                        <p:cTn id="17" dur="500"/>
                                        <p:tgtEl>
                                          <p:spTgt spid="33801"/>
                                        </p:tgtEl>
                                      </p:cBhvr>
                                    </p:animEffect>
                                  </p:childTnLst>
                                </p:cTn>
                              </p:par>
                            </p:childTnLst>
                          </p:cTn>
                        </p:par>
                        <p:par>
                          <p:cTn id="18" fill="hold">
                            <p:stCondLst>
                              <p:cond delay="1000"/>
                            </p:stCondLst>
                            <p:childTnLst>
                              <p:par>
                                <p:cTn id="19" presetID="22" presetClass="entr" presetSubtype="8" fill="hold" nodeType="afterEffect">
                                  <p:stCondLst>
                                    <p:cond delay="0"/>
                                  </p:stCondLst>
                                  <p:childTnLst>
                                    <p:set>
                                      <p:cBhvr>
                                        <p:cTn id="20" dur="1" fill="hold">
                                          <p:stCondLst>
                                            <p:cond delay="0"/>
                                          </p:stCondLst>
                                        </p:cTn>
                                        <p:tgtEl>
                                          <p:spTgt spid="33800">
                                            <p:txEl>
                                              <p:pRg st="1" end="1"/>
                                            </p:txEl>
                                          </p:spTgt>
                                        </p:tgtEl>
                                        <p:attrNameLst>
                                          <p:attrName>style.visibility</p:attrName>
                                        </p:attrNameLst>
                                      </p:cBhvr>
                                      <p:to>
                                        <p:strVal val="visible"/>
                                      </p:to>
                                    </p:set>
                                    <p:animEffect transition="in" filter="wipe(left)">
                                      <p:cBhvr>
                                        <p:cTn id="21" dur="500"/>
                                        <p:tgtEl>
                                          <p:spTgt spid="33800">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3800">
                                            <p:txEl>
                                              <p:pRg st="2" end="2"/>
                                            </p:txEl>
                                          </p:spTgt>
                                        </p:tgtEl>
                                        <p:attrNameLst>
                                          <p:attrName>style.visibility</p:attrName>
                                        </p:attrNameLst>
                                      </p:cBhvr>
                                      <p:to>
                                        <p:strVal val="visible"/>
                                      </p:to>
                                    </p:set>
                                    <p:animEffect transition="in" filter="wipe(left)">
                                      <p:cBhvr>
                                        <p:cTn id="26" dur="500"/>
                                        <p:tgtEl>
                                          <p:spTgt spid="33800">
                                            <p:txEl>
                                              <p:pRg st="2" end="2"/>
                                            </p:txEl>
                                          </p:spTgt>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33800">
                                            <p:txEl>
                                              <p:pRg st="3" end="3"/>
                                            </p:txEl>
                                          </p:spTgt>
                                        </p:tgtEl>
                                        <p:attrNameLst>
                                          <p:attrName>style.visibility</p:attrName>
                                        </p:attrNameLst>
                                      </p:cBhvr>
                                      <p:to>
                                        <p:strVal val="visible"/>
                                      </p:to>
                                    </p:set>
                                    <p:animEffect transition="in" filter="wipe(left)">
                                      <p:cBhvr>
                                        <p:cTn id="30" dur="500"/>
                                        <p:tgtEl>
                                          <p:spTgt spid="3380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8" grpId="0" animBg="1"/>
      <p:bldP spid="33799" grpId="0" animBg="1"/>
      <p:bldP spid="33801" grpId="0" animBg="1"/>
      <p:bldP spid="3380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9" name="Text Box 2"/>
          <p:cNvSpPr txBox="1">
            <a:spLocks noChangeArrowheads="1"/>
          </p:cNvSpPr>
          <p:nvPr/>
        </p:nvSpPr>
        <p:spPr bwMode="auto">
          <a:xfrm>
            <a:off x="131763" y="2544763"/>
            <a:ext cx="2568575" cy="457200"/>
          </a:xfrm>
          <a:prstGeom prst="rect">
            <a:avLst/>
          </a:prstGeom>
          <a:noFill/>
          <a:ln w="9525">
            <a:noFill/>
            <a:miter lim="800000"/>
          </a:ln>
        </p:spPr>
        <p:txBody>
          <a:bodyPr wrap="none"/>
          <a:lstStyle/>
          <a:p>
            <a:r>
              <a:rPr kumimoji="1" lang="zh-CN" altLang="en-US" sz="2400" b="1">
                <a:solidFill>
                  <a:srgbClr val="000000"/>
                </a:solidFill>
                <a:latin typeface="Times New Roman" panose="02020603050405020304" pitchFamily="18" charset="0"/>
                <a:ea typeface="楷体_GB2312"/>
                <a:cs typeface="楷体_GB2312"/>
              </a:rPr>
              <a:t>其求解公式为</a:t>
            </a:r>
          </a:p>
        </p:txBody>
      </p:sp>
      <p:graphicFrame>
        <p:nvGraphicFramePr>
          <p:cNvPr id="3102" name="Object 30"/>
          <p:cNvGraphicFramePr>
            <a:graphicFrameLocks noChangeAspect="1"/>
          </p:cNvGraphicFramePr>
          <p:nvPr/>
        </p:nvGraphicFramePr>
        <p:xfrm>
          <a:off x="131763" y="1196975"/>
          <a:ext cx="2625725" cy="1062038"/>
        </p:xfrm>
        <a:graphic>
          <a:graphicData uri="http://schemas.openxmlformats.org/presentationml/2006/ole">
            <mc:AlternateContent xmlns:mc="http://schemas.openxmlformats.org/markup-compatibility/2006">
              <mc:Choice xmlns:v="urn:schemas-microsoft-com:vml" Requires="v">
                <p:oleObj spid="_x0000_s3376" name="Equation" r:id="rId3" imgW="28651200" imgH="11582400" progId="">
                  <p:embed/>
                </p:oleObj>
              </mc:Choice>
              <mc:Fallback>
                <p:oleObj name="Equation" r:id="rId3" imgW="28651200" imgH="11582400" progId="">
                  <p:embed/>
                  <p:pic>
                    <p:nvPicPr>
                      <p:cNvPr id="0" name="图片 3072" descr="image3"/>
                      <p:cNvPicPr>
                        <a:picLocks noChangeAspect="1"/>
                      </p:cNvPicPr>
                      <p:nvPr/>
                    </p:nvPicPr>
                    <p:blipFill>
                      <a:blip r:embed="rId4"/>
                      <a:stretch>
                        <a:fillRect/>
                      </a:stretch>
                    </p:blipFill>
                    <p:spPr>
                      <a:xfrm>
                        <a:off x="131763" y="1196975"/>
                        <a:ext cx="2625725" cy="1062038"/>
                      </a:xfrm>
                      <a:prstGeom prst="rect">
                        <a:avLst/>
                      </a:prstGeom>
                      <a:noFill/>
                      <a:ln w="9525">
                        <a:noFill/>
                      </a:ln>
                    </p:spPr>
                  </p:pic>
                </p:oleObj>
              </mc:Fallback>
            </mc:AlternateContent>
          </a:graphicData>
        </a:graphic>
      </p:graphicFrame>
      <p:graphicFrame>
        <p:nvGraphicFramePr>
          <p:cNvPr id="3103" name="Object 31"/>
          <p:cNvGraphicFramePr>
            <a:graphicFrameLocks noChangeAspect="1"/>
          </p:cNvGraphicFramePr>
          <p:nvPr/>
        </p:nvGraphicFramePr>
        <p:xfrm>
          <a:off x="131763" y="3146425"/>
          <a:ext cx="2849562" cy="2011363"/>
        </p:xfrm>
        <a:graphic>
          <a:graphicData uri="http://schemas.openxmlformats.org/presentationml/2006/ole">
            <mc:AlternateContent xmlns:mc="http://schemas.openxmlformats.org/markup-compatibility/2006">
              <mc:Choice xmlns:v="urn:schemas-microsoft-com:vml" Requires="v">
                <p:oleObj spid="_x0000_s3377" name="Equation" r:id="rId5" imgW="31089600" imgH="21945600" progId="">
                  <p:embed/>
                </p:oleObj>
              </mc:Choice>
              <mc:Fallback>
                <p:oleObj name="Equation" r:id="rId5" imgW="31089600" imgH="21945600" progId="">
                  <p:embed/>
                  <p:pic>
                    <p:nvPicPr>
                      <p:cNvPr id="0" name="图片 3102" descr="image9"/>
                      <p:cNvPicPr>
                        <a:picLocks noChangeAspect="1"/>
                      </p:cNvPicPr>
                      <p:nvPr/>
                    </p:nvPicPr>
                    <p:blipFill>
                      <a:blip r:embed="rId6"/>
                      <a:stretch>
                        <a:fillRect/>
                      </a:stretch>
                    </p:blipFill>
                    <p:spPr>
                      <a:xfrm>
                        <a:off x="131763" y="3146425"/>
                        <a:ext cx="2849562" cy="2011363"/>
                      </a:xfrm>
                      <a:prstGeom prst="rect">
                        <a:avLst/>
                      </a:prstGeom>
                      <a:noFill/>
                      <a:ln w="9525">
                        <a:noFill/>
                      </a:ln>
                    </p:spPr>
                  </p:pic>
                </p:oleObj>
              </mc:Fallback>
            </mc:AlternateContent>
          </a:graphicData>
        </a:graphic>
      </p:graphicFrame>
      <p:sp>
        <p:nvSpPr>
          <p:cNvPr id="3110" name="Text Box 5"/>
          <p:cNvSpPr txBox="1">
            <a:spLocks noChangeArrowheads="1"/>
          </p:cNvSpPr>
          <p:nvPr/>
        </p:nvSpPr>
        <p:spPr bwMode="auto">
          <a:xfrm>
            <a:off x="133350" y="673100"/>
            <a:ext cx="2405063" cy="457200"/>
          </a:xfrm>
          <a:prstGeom prst="rect">
            <a:avLst/>
          </a:prstGeom>
          <a:noFill/>
          <a:ln w="9525">
            <a:noFill/>
            <a:miter lim="800000"/>
          </a:ln>
        </p:spPr>
        <p:txBody>
          <a:bodyPr wrap="none"/>
          <a:lstStyle/>
          <a:p>
            <a:r>
              <a:rPr kumimoji="1" lang="zh-CN" altLang="en-US" sz="2400" b="1">
                <a:solidFill>
                  <a:srgbClr val="000000"/>
                </a:solidFill>
                <a:latin typeface="Times New Roman" panose="02020603050405020304" pitchFamily="18" charset="0"/>
                <a:ea typeface="楷体_GB2312"/>
                <a:cs typeface="楷体_GB2312"/>
              </a:rPr>
              <a:t>二元线性方程组 </a:t>
            </a:r>
          </a:p>
        </p:txBody>
      </p:sp>
      <p:sp>
        <p:nvSpPr>
          <p:cNvPr id="3111" name="Rectangle 6"/>
          <p:cNvSpPr>
            <a:spLocks noChangeArrowheads="1"/>
          </p:cNvSpPr>
          <p:nvPr/>
        </p:nvSpPr>
        <p:spPr bwMode="auto">
          <a:xfrm>
            <a:off x="1317625" y="1268413"/>
            <a:ext cx="431800" cy="1008062"/>
          </a:xfrm>
          <a:prstGeom prst="rect">
            <a:avLst/>
          </a:prstGeom>
          <a:noFill/>
          <a:ln w="28575">
            <a:solidFill>
              <a:srgbClr val="3333FF"/>
            </a:solidFill>
            <a:miter lim="800000"/>
          </a:ln>
        </p:spPr>
        <p:txBody>
          <a:bodyPr wrap="none" anchor="ctr"/>
          <a:lstStyle/>
          <a:p>
            <a:endParaRPr lang="zh-CN" altLang="en-US">
              <a:solidFill>
                <a:srgbClr val="000000"/>
              </a:solidFill>
            </a:endParaRPr>
          </a:p>
        </p:txBody>
      </p:sp>
      <p:sp>
        <p:nvSpPr>
          <p:cNvPr id="2" name="Rectangle 7"/>
          <p:cNvSpPr>
            <a:spLocks noChangeArrowheads="1"/>
          </p:cNvSpPr>
          <p:nvPr/>
        </p:nvSpPr>
        <p:spPr bwMode="auto">
          <a:xfrm>
            <a:off x="323850" y="1268413"/>
            <a:ext cx="431800" cy="1008062"/>
          </a:xfrm>
          <a:prstGeom prst="rect">
            <a:avLst/>
          </a:prstGeom>
          <a:noFill/>
          <a:ln w="28575">
            <a:solidFill>
              <a:srgbClr val="3333FF"/>
            </a:solidFill>
            <a:miter lim="800000"/>
          </a:ln>
        </p:spPr>
        <p:txBody>
          <a:bodyPr wrap="none" anchor="ctr"/>
          <a:lstStyle/>
          <a:p>
            <a:endParaRPr lang="zh-CN" altLang="en-US">
              <a:solidFill>
                <a:srgbClr val="000000"/>
              </a:solidFill>
            </a:endParaRPr>
          </a:p>
        </p:txBody>
      </p:sp>
      <p:sp>
        <p:nvSpPr>
          <p:cNvPr id="34824" name="Text Box 8"/>
          <p:cNvSpPr txBox="1">
            <a:spLocks noChangeArrowheads="1"/>
          </p:cNvSpPr>
          <p:nvPr/>
        </p:nvSpPr>
        <p:spPr bwMode="auto">
          <a:xfrm>
            <a:off x="4211638" y="512763"/>
            <a:ext cx="4464050" cy="949325"/>
          </a:xfrm>
          <a:prstGeom prst="rect">
            <a:avLst/>
          </a:prstGeom>
          <a:solidFill>
            <a:srgbClr val="339966"/>
          </a:solidFill>
          <a:ln w="9525">
            <a:noFill/>
            <a:miter lim="800000"/>
          </a:ln>
        </p:spPr>
        <p:txBody>
          <a:bodyPr lIns="36000" tIns="36000" rIns="36000" bIns="36000">
            <a:spAutoFit/>
          </a:bodyPr>
          <a:lstStyle/>
          <a:p>
            <a:pPr>
              <a:lnSpc>
                <a:spcPct val="120000"/>
              </a:lnSpc>
            </a:pPr>
            <a:r>
              <a:rPr kumimoji="1" lang="zh-CN" altLang="en-US" sz="2400" b="1">
                <a:solidFill>
                  <a:srgbClr val="FFFFFF"/>
                </a:solidFill>
                <a:latin typeface="Times New Roman" panose="02020603050405020304" pitchFamily="18" charset="0"/>
                <a:ea typeface="楷体_GB2312"/>
                <a:cs typeface="楷体_GB2312"/>
              </a:rPr>
              <a:t>我们引进新的符号来表示“</a:t>
            </a:r>
            <a:r>
              <a:rPr kumimoji="1" lang="zh-CN" altLang="en-US" sz="2400" b="1">
                <a:solidFill>
                  <a:srgbClr val="FFFF00"/>
                </a:solidFill>
                <a:latin typeface="Times New Roman" panose="02020603050405020304" pitchFamily="18" charset="0"/>
                <a:ea typeface="楷体_GB2312"/>
                <a:cs typeface="楷体_GB2312"/>
              </a:rPr>
              <a:t>四个数分成两对相乘再相减</a:t>
            </a:r>
            <a:r>
              <a:rPr kumimoji="1" lang="zh-CN" altLang="en-US" sz="2400" b="1">
                <a:solidFill>
                  <a:srgbClr val="FFFFFF"/>
                </a:solidFill>
                <a:latin typeface="Times New Roman" panose="02020603050405020304" pitchFamily="18" charset="0"/>
                <a:ea typeface="楷体_GB2312"/>
                <a:cs typeface="楷体_GB2312"/>
              </a:rPr>
              <a:t>”</a:t>
            </a:r>
            <a:r>
              <a:rPr kumimoji="1" lang="en-US" altLang="zh-CN" sz="2400" b="1">
                <a:solidFill>
                  <a:srgbClr val="FFFFFF"/>
                </a:solidFill>
                <a:latin typeface="楷体_GB2312"/>
                <a:ea typeface="楷体_GB2312"/>
                <a:cs typeface="楷体_GB2312"/>
              </a:rPr>
              <a:t>.</a:t>
            </a:r>
          </a:p>
        </p:txBody>
      </p:sp>
      <p:graphicFrame>
        <p:nvGraphicFramePr>
          <p:cNvPr id="34825" name="Object 32"/>
          <p:cNvGraphicFramePr>
            <a:graphicFrameLocks noChangeAspect="1"/>
          </p:cNvGraphicFramePr>
          <p:nvPr/>
        </p:nvGraphicFramePr>
        <p:xfrm>
          <a:off x="4597400" y="3860800"/>
          <a:ext cx="4078288" cy="1062038"/>
        </p:xfrm>
        <a:graphic>
          <a:graphicData uri="http://schemas.openxmlformats.org/presentationml/2006/ole">
            <mc:AlternateContent xmlns:mc="http://schemas.openxmlformats.org/markup-compatibility/2006">
              <mc:Choice xmlns:v="urn:schemas-microsoft-com:vml" Requires="v">
                <p:oleObj spid="_x0000_s3378" name="Equation" r:id="rId7" imgW="44500800" imgH="11582400" progId="">
                  <p:embed/>
                </p:oleObj>
              </mc:Choice>
              <mc:Fallback>
                <p:oleObj name="Equation" r:id="rId7" imgW="44500800" imgH="11582400" progId="">
                  <p:embed/>
                  <p:pic>
                    <p:nvPicPr>
                      <p:cNvPr id="0" name="图片 3103" descr="image10"/>
                      <p:cNvPicPr>
                        <a:picLocks noChangeAspect="1"/>
                      </p:cNvPicPr>
                      <p:nvPr/>
                    </p:nvPicPr>
                    <p:blipFill>
                      <a:blip r:embed="rId8"/>
                      <a:stretch>
                        <a:fillRect/>
                      </a:stretch>
                    </p:blipFill>
                    <p:spPr>
                      <a:xfrm>
                        <a:off x="4597400" y="3860800"/>
                        <a:ext cx="4078288" cy="1062038"/>
                      </a:xfrm>
                      <a:prstGeom prst="rect">
                        <a:avLst/>
                      </a:prstGeom>
                      <a:noFill/>
                      <a:ln w="9525">
                        <a:noFill/>
                      </a:ln>
                    </p:spPr>
                  </p:pic>
                </p:oleObj>
              </mc:Fallback>
            </mc:AlternateContent>
          </a:graphicData>
        </a:graphic>
      </p:graphicFrame>
      <p:graphicFrame>
        <p:nvGraphicFramePr>
          <p:cNvPr id="34826" name="Object 33"/>
          <p:cNvGraphicFramePr>
            <a:graphicFrameLocks noChangeAspect="1"/>
          </p:cNvGraphicFramePr>
          <p:nvPr/>
        </p:nvGraphicFramePr>
        <p:xfrm>
          <a:off x="4284663" y="1724025"/>
          <a:ext cx="1201737" cy="1006475"/>
        </p:xfrm>
        <a:graphic>
          <a:graphicData uri="http://schemas.openxmlformats.org/presentationml/2006/ole">
            <mc:AlternateContent xmlns:mc="http://schemas.openxmlformats.org/markup-compatibility/2006">
              <mc:Choice xmlns:v="urn:schemas-microsoft-com:vml" Requires="v">
                <p:oleObj spid="_x0000_s3379" name="Equation" r:id="rId9" imgW="13106400" imgH="10972800" progId="">
                  <p:embed/>
                </p:oleObj>
              </mc:Choice>
              <mc:Fallback>
                <p:oleObj name="Equation" r:id="rId9" imgW="13106400" imgH="10972800" progId="">
                  <p:embed/>
                  <p:pic>
                    <p:nvPicPr>
                      <p:cNvPr id="0" name="图片 3104" descr="image11"/>
                      <p:cNvPicPr>
                        <a:picLocks noChangeAspect="1"/>
                      </p:cNvPicPr>
                      <p:nvPr/>
                    </p:nvPicPr>
                    <p:blipFill>
                      <a:blip r:embed="rId10"/>
                      <a:stretch>
                        <a:fillRect/>
                      </a:stretch>
                    </p:blipFill>
                    <p:spPr>
                      <a:xfrm>
                        <a:off x="4284663" y="1724025"/>
                        <a:ext cx="1201737" cy="1006475"/>
                      </a:xfrm>
                      <a:prstGeom prst="rect">
                        <a:avLst/>
                      </a:prstGeom>
                      <a:solidFill>
                        <a:srgbClr val="FFFF99"/>
                      </a:solidFill>
                      <a:ln w="9525">
                        <a:noFill/>
                      </a:ln>
                    </p:spPr>
                  </p:pic>
                </p:oleObj>
              </mc:Fallback>
            </mc:AlternateContent>
          </a:graphicData>
        </a:graphic>
      </p:graphicFrame>
      <p:sp>
        <p:nvSpPr>
          <p:cNvPr id="34827" name="Text Box 11"/>
          <p:cNvSpPr txBox="1">
            <a:spLocks noChangeArrowheads="1"/>
          </p:cNvSpPr>
          <p:nvPr/>
        </p:nvSpPr>
        <p:spPr bwMode="auto">
          <a:xfrm>
            <a:off x="6221413" y="2066925"/>
            <a:ext cx="798512" cy="457200"/>
          </a:xfrm>
          <a:prstGeom prst="rect">
            <a:avLst/>
          </a:prstGeom>
          <a:noFill/>
          <a:ln w="9525">
            <a:noFill/>
            <a:miter lim="800000"/>
          </a:ln>
        </p:spPr>
        <p:txBody>
          <a:bodyPr wrap="none"/>
          <a:lstStyle/>
          <a:p>
            <a:r>
              <a:rPr lang="zh-CN" altLang="en-US" sz="2400" b="1">
                <a:solidFill>
                  <a:srgbClr val="3333FF"/>
                </a:solidFill>
                <a:ea typeface="楷体_GB2312"/>
                <a:cs typeface="楷体_GB2312"/>
              </a:rPr>
              <a:t>记号 </a:t>
            </a:r>
          </a:p>
        </p:txBody>
      </p:sp>
      <p:graphicFrame>
        <p:nvGraphicFramePr>
          <p:cNvPr id="34828" name="Object 34"/>
          <p:cNvGraphicFramePr>
            <a:graphicFrameLocks noChangeAspect="1"/>
          </p:cNvGraphicFramePr>
          <p:nvPr/>
        </p:nvGraphicFramePr>
        <p:xfrm>
          <a:off x="6948488" y="1700213"/>
          <a:ext cx="1312862" cy="1060450"/>
        </p:xfrm>
        <a:graphic>
          <a:graphicData uri="http://schemas.openxmlformats.org/presentationml/2006/ole">
            <mc:AlternateContent xmlns:mc="http://schemas.openxmlformats.org/markup-compatibility/2006">
              <mc:Choice xmlns:v="urn:schemas-microsoft-com:vml" Requires="v">
                <p:oleObj spid="_x0000_s3380" name="Equation" r:id="rId11" imgW="14325600" imgH="11582400" progId="">
                  <p:embed/>
                </p:oleObj>
              </mc:Choice>
              <mc:Fallback>
                <p:oleObj name="Equation" r:id="rId11" imgW="14325600" imgH="11582400" progId="">
                  <p:embed/>
                  <p:pic>
                    <p:nvPicPr>
                      <p:cNvPr id="0" name="图片 3105" descr="image12"/>
                      <p:cNvPicPr>
                        <a:picLocks noChangeAspect="1"/>
                      </p:cNvPicPr>
                      <p:nvPr/>
                    </p:nvPicPr>
                    <p:blipFill>
                      <a:blip r:embed="rId12"/>
                      <a:stretch>
                        <a:fillRect/>
                      </a:stretch>
                    </p:blipFill>
                    <p:spPr>
                      <a:xfrm>
                        <a:off x="6948488" y="1700213"/>
                        <a:ext cx="1312862" cy="1060450"/>
                      </a:xfrm>
                      <a:prstGeom prst="rect">
                        <a:avLst/>
                      </a:prstGeom>
                      <a:noFill/>
                      <a:ln w="9525">
                        <a:noFill/>
                      </a:ln>
                    </p:spPr>
                  </p:pic>
                </p:oleObj>
              </mc:Fallback>
            </mc:AlternateContent>
          </a:graphicData>
        </a:graphic>
      </p:graphicFrame>
      <p:sp>
        <p:nvSpPr>
          <p:cNvPr id="34829" name="AutoShape 13"/>
          <p:cNvSpPr>
            <a:spLocks noChangeArrowheads="1"/>
          </p:cNvSpPr>
          <p:nvPr/>
        </p:nvSpPr>
        <p:spPr bwMode="auto">
          <a:xfrm>
            <a:off x="5645150" y="2044700"/>
            <a:ext cx="576263" cy="504825"/>
          </a:xfrm>
          <a:prstGeom prst="rightArrow">
            <a:avLst>
              <a:gd name="adj1" fmla="val 50000"/>
              <a:gd name="adj2" fmla="val 28538"/>
            </a:avLst>
          </a:prstGeom>
          <a:solidFill>
            <a:schemeClr val="accent1"/>
          </a:solidFill>
          <a:ln w="9525">
            <a:solidFill>
              <a:schemeClr val="tx1"/>
            </a:solidFill>
            <a:miter lim="800000"/>
          </a:ln>
        </p:spPr>
        <p:txBody>
          <a:bodyPr wrap="none" anchor="ctr"/>
          <a:lstStyle/>
          <a:p>
            <a:endParaRPr lang="zh-CN" altLang="en-US">
              <a:solidFill>
                <a:srgbClr val="000000"/>
              </a:solidFill>
            </a:endParaRPr>
          </a:p>
        </p:txBody>
      </p:sp>
      <p:sp>
        <p:nvSpPr>
          <p:cNvPr id="34830" name="Text Box 14"/>
          <p:cNvSpPr txBox="1">
            <a:spLocks noChangeArrowheads="1"/>
          </p:cNvSpPr>
          <p:nvPr/>
        </p:nvSpPr>
        <p:spPr bwMode="auto">
          <a:xfrm>
            <a:off x="3548063" y="2066925"/>
            <a:ext cx="796925" cy="457200"/>
          </a:xfrm>
          <a:prstGeom prst="rect">
            <a:avLst/>
          </a:prstGeom>
          <a:noFill/>
          <a:ln w="9525">
            <a:noFill/>
            <a:miter lim="800000"/>
          </a:ln>
        </p:spPr>
        <p:txBody>
          <a:bodyPr wrap="none"/>
          <a:lstStyle/>
          <a:p>
            <a:r>
              <a:rPr lang="zh-CN" altLang="en-US" sz="2400" b="1">
                <a:solidFill>
                  <a:srgbClr val="3333FF"/>
                </a:solidFill>
                <a:ea typeface="楷体_GB2312"/>
                <a:cs typeface="楷体_GB2312"/>
              </a:rPr>
              <a:t>数表  </a:t>
            </a:r>
          </a:p>
        </p:txBody>
      </p:sp>
      <p:sp>
        <p:nvSpPr>
          <p:cNvPr id="34831" name="AutoShape 15"/>
          <p:cNvSpPr>
            <a:spLocks noChangeArrowheads="1"/>
          </p:cNvSpPr>
          <p:nvPr/>
        </p:nvSpPr>
        <p:spPr bwMode="auto">
          <a:xfrm rot="959359">
            <a:off x="2916238" y="1916113"/>
            <a:ext cx="576262" cy="504825"/>
          </a:xfrm>
          <a:prstGeom prst="rightArrow">
            <a:avLst>
              <a:gd name="adj1" fmla="val 50000"/>
              <a:gd name="adj2" fmla="val 28538"/>
            </a:avLst>
          </a:prstGeom>
          <a:solidFill>
            <a:schemeClr val="accent1"/>
          </a:solidFill>
          <a:ln w="9525">
            <a:solidFill>
              <a:schemeClr val="tx1"/>
            </a:solidFill>
            <a:miter lim="800000"/>
          </a:ln>
        </p:spPr>
        <p:txBody>
          <a:bodyPr wrap="none" anchor="ctr"/>
          <a:lstStyle/>
          <a:p>
            <a:endParaRPr lang="zh-CN" altLang="en-US">
              <a:solidFill>
                <a:srgbClr val="000000"/>
              </a:solidFill>
            </a:endParaRPr>
          </a:p>
        </p:txBody>
      </p:sp>
      <p:sp>
        <p:nvSpPr>
          <p:cNvPr id="34832" name="Text Box 16"/>
          <p:cNvSpPr txBox="1">
            <a:spLocks noChangeArrowheads="1"/>
          </p:cNvSpPr>
          <p:nvPr/>
        </p:nvSpPr>
        <p:spPr bwMode="auto">
          <a:xfrm>
            <a:off x="4210050" y="2852738"/>
            <a:ext cx="4532010" cy="922688"/>
          </a:xfrm>
          <a:prstGeom prst="rect">
            <a:avLst/>
          </a:prstGeom>
          <a:noFill/>
          <a:ln w="9525">
            <a:noFill/>
            <a:miter lim="800000"/>
          </a:ln>
        </p:spPr>
        <p:txBody>
          <a:bodyPr wrap="none">
            <a:spAutoFit/>
          </a:bodyPr>
          <a:lstStyle/>
          <a:p>
            <a:r>
              <a:rPr kumimoji="1" lang="zh-CN" altLang="en-US" sz="2400" b="1" dirty="0">
                <a:solidFill>
                  <a:srgbClr val="000000"/>
                </a:solidFill>
                <a:latin typeface="楷体_GB2312"/>
                <a:ea typeface="楷体_GB2312"/>
                <a:cs typeface="楷体_GB2312"/>
              </a:rPr>
              <a:t>表达式                        称为由该</a:t>
            </a:r>
          </a:p>
          <a:p>
            <a:pPr>
              <a:lnSpc>
                <a:spcPct val="140000"/>
              </a:lnSpc>
            </a:pPr>
            <a:r>
              <a:rPr kumimoji="1" lang="zh-CN" altLang="en-US" sz="2400" b="1" dirty="0">
                <a:solidFill>
                  <a:srgbClr val="000000"/>
                </a:solidFill>
                <a:latin typeface="楷体_GB2312"/>
                <a:ea typeface="楷体_GB2312"/>
                <a:cs typeface="楷体_GB2312"/>
              </a:rPr>
              <a:t>数表所确定的</a:t>
            </a:r>
            <a:r>
              <a:rPr kumimoji="1" lang="zh-CN" altLang="en-US" sz="2400" b="1" dirty="0">
                <a:solidFill>
                  <a:srgbClr val="FF0000"/>
                </a:solidFill>
                <a:latin typeface="楷体_GB2312"/>
                <a:ea typeface="楷体_GB2312"/>
                <a:cs typeface="楷体_GB2312"/>
              </a:rPr>
              <a:t>二阶行列式</a:t>
            </a:r>
            <a:r>
              <a:rPr kumimoji="1" lang="zh-CN" altLang="en-US" sz="2400" b="1" dirty="0">
                <a:solidFill>
                  <a:srgbClr val="000000"/>
                </a:solidFill>
                <a:latin typeface="楷体_GB2312"/>
                <a:ea typeface="楷体_GB2312"/>
                <a:cs typeface="楷体_GB2312"/>
              </a:rPr>
              <a:t>，即</a:t>
            </a:r>
          </a:p>
        </p:txBody>
      </p:sp>
      <p:graphicFrame>
        <p:nvGraphicFramePr>
          <p:cNvPr id="34833" name="Object 35"/>
          <p:cNvGraphicFramePr>
            <a:graphicFrameLocks noChangeAspect="1"/>
          </p:cNvGraphicFramePr>
          <p:nvPr>
            <p:extLst>
              <p:ext uri="{D42A27DB-BD31-4B8C-83A1-F6EECF244321}">
                <p14:modId xmlns:p14="http://schemas.microsoft.com/office/powerpoint/2010/main" val="1983575541"/>
              </p:ext>
            </p:extLst>
          </p:nvPr>
        </p:nvGraphicFramePr>
        <p:xfrm>
          <a:off x="5364088" y="2837657"/>
          <a:ext cx="1900237" cy="503237"/>
        </p:xfrm>
        <a:graphic>
          <a:graphicData uri="http://schemas.openxmlformats.org/presentationml/2006/ole">
            <mc:AlternateContent xmlns:mc="http://schemas.openxmlformats.org/markup-compatibility/2006">
              <mc:Choice xmlns:v="urn:schemas-microsoft-com:vml" Requires="v">
                <p:oleObj spid="_x0000_s3381" name="Equation" r:id="rId13" imgW="20726400" imgH="5486400" progId="">
                  <p:embed/>
                </p:oleObj>
              </mc:Choice>
              <mc:Fallback>
                <p:oleObj name="Equation" r:id="rId13" imgW="20726400" imgH="5486400" progId="">
                  <p:embed/>
                  <p:pic>
                    <p:nvPicPr>
                      <p:cNvPr id="0" name="图片 3106" descr="image13"/>
                      <p:cNvPicPr>
                        <a:picLocks noChangeAspect="1"/>
                      </p:cNvPicPr>
                      <p:nvPr/>
                    </p:nvPicPr>
                    <p:blipFill>
                      <a:blip r:embed="rId14"/>
                      <a:stretch>
                        <a:fillRect/>
                      </a:stretch>
                    </p:blipFill>
                    <p:spPr>
                      <a:xfrm>
                        <a:off x="5364088" y="2837657"/>
                        <a:ext cx="1900237" cy="503237"/>
                      </a:xfrm>
                      <a:prstGeom prst="rect">
                        <a:avLst/>
                      </a:prstGeom>
                      <a:noFill/>
                      <a:ln w="9525">
                        <a:noFill/>
                      </a:ln>
                    </p:spPr>
                  </p:pic>
                </p:oleObj>
              </mc:Fallback>
            </mc:AlternateContent>
          </a:graphicData>
        </a:graphic>
      </p:graphicFrame>
      <p:sp>
        <p:nvSpPr>
          <p:cNvPr id="34834" name="Text Box 18"/>
          <p:cNvSpPr txBox="1">
            <a:spLocks noChangeArrowheads="1"/>
          </p:cNvSpPr>
          <p:nvPr/>
        </p:nvSpPr>
        <p:spPr bwMode="auto">
          <a:xfrm>
            <a:off x="3548063" y="5070475"/>
            <a:ext cx="5006975" cy="457200"/>
          </a:xfrm>
          <a:prstGeom prst="rect">
            <a:avLst/>
          </a:prstGeom>
          <a:noFill/>
          <a:ln w="9525">
            <a:noFill/>
            <a:miter lim="800000"/>
          </a:ln>
        </p:spPr>
        <p:txBody>
          <a:bodyPr wrap="none">
            <a:spAutoFit/>
          </a:bodyPr>
          <a:lstStyle/>
          <a:p>
            <a:r>
              <a:rPr lang="zh-CN" altLang="en-US" sz="2400" b="1">
                <a:solidFill>
                  <a:srgbClr val="000000"/>
                </a:solidFill>
                <a:ea typeface="楷体_GB2312"/>
                <a:cs typeface="楷体_GB2312"/>
              </a:rPr>
              <a:t>其中，                              称为</a:t>
            </a:r>
            <a:r>
              <a:rPr lang="zh-CN" altLang="en-US" sz="2400" b="1">
                <a:solidFill>
                  <a:srgbClr val="FF0000"/>
                </a:solidFill>
                <a:ea typeface="楷体_GB2312"/>
                <a:cs typeface="楷体_GB2312"/>
              </a:rPr>
              <a:t>元素</a:t>
            </a:r>
            <a:r>
              <a:rPr lang="en-US" altLang="zh-CN" sz="2400" b="1">
                <a:solidFill>
                  <a:srgbClr val="000000"/>
                </a:solidFill>
                <a:latin typeface="楷体_GB2312"/>
                <a:ea typeface="楷体_GB2312"/>
                <a:cs typeface="楷体_GB2312"/>
              </a:rPr>
              <a:t>.</a:t>
            </a:r>
          </a:p>
        </p:txBody>
      </p:sp>
      <p:graphicFrame>
        <p:nvGraphicFramePr>
          <p:cNvPr id="34835" name="Object 36"/>
          <p:cNvGraphicFramePr>
            <a:graphicFrameLocks noChangeAspect="1"/>
          </p:cNvGraphicFramePr>
          <p:nvPr/>
        </p:nvGraphicFramePr>
        <p:xfrm>
          <a:off x="4427538" y="5056188"/>
          <a:ext cx="2633662" cy="533400"/>
        </p:xfrm>
        <a:graphic>
          <a:graphicData uri="http://schemas.openxmlformats.org/presentationml/2006/ole">
            <mc:AlternateContent xmlns:mc="http://schemas.openxmlformats.org/markup-compatibility/2006">
              <mc:Choice xmlns:v="urn:schemas-microsoft-com:vml" Requires="v">
                <p:oleObj spid="_x0000_s3382" name="Equation" r:id="rId15" imgW="28651200" imgH="5791200" progId="">
                  <p:embed/>
                </p:oleObj>
              </mc:Choice>
              <mc:Fallback>
                <p:oleObj name="Equation" r:id="rId15" imgW="28651200" imgH="5791200" progId="">
                  <p:embed/>
                  <p:pic>
                    <p:nvPicPr>
                      <p:cNvPr id="0" name="图片 3107" descr="image14"/>
                      <p:cNvPicPr>
                        <a:picLocks noChangeAspect="1"/>
                      </p:cNvPicPr>
                      <p:nvPr/>
                    </p:nvPicPr>
                    <p:blipFill>
                      <a:blip r:embed="rId16"/>
                      <a:stretch>
                        <a:fillRect/>
                      </a:stretch>
                    </p:blipFill>
                    <p:spPr>
                      <a:xfrm>
                        <a:off x="4427538" y="5056188"/>
                        <a:ext cx="2633662" cy="533400"/>
                      </a:xfrm>
                      <a:prstGeom prst="rect">
                        <a:avLst/>
                      </a:prstGeom>
                      <a:noFill/>
                      <a:ln w="9525">
                        <a:noFill/>
                      </a:ln>
                    </p:spPr>
                  </p:pic>
                </p:oleObj>
              </mc:Fallback>
            </mc:AlternateContent>
          </a:graphicData>
        </a:graphic>
      </p:graphicFrame>
      <p:sp>
        <p:nvSpPr>
          <p:cNvPr id="34836" name="Text Box 20"/>
          <p:cNvSpPr txBox="1">
            <a:spLocks noChangeArrowheads="1"/>
          </p:cNvSpPr>
          <p:nvPr/>
        </p:nvSpPr>
        <p:spPr bwMode="auto">
          <a:xfrm>
            <a:off x="4427538" y="5589588"/>
            <a:ext cx="4551362" cy="931862"/>
          </a:xfrm>
          <a:prstGeom prst="rect">
            <a:avLst/>
          </a:prstGeom>
          <a:noFill/>
          <a:ln w="9525">
            <a:noFill/>
            <a:miter lim="800000"/>
          </a:ln>
        </p:spPr>
        <p:txBody>
          <a:bodyPr wrap="none">
            <a:spAutoFit/>
          </a:bodyPr>
          <a:lstStyle/>
          <a:p>
            <a:r>
              <a:rPr lang="en-US" altLang="zh-CN" sz="2400" b="1" i="1">
                <a:solidFill>
                  <a:srgbClr val="000000"/>
                </a:solidFill>
                <a:latin typeface="Times New Roman" panose="02020603050405020304" pitchFamily="18" charset="0"/>
                <a:ea typeface="楷体_GB2312"/>
                <a:cs typeface="楷体_GB2312"/>
              </a:rPr>
              <a:t>i </a:t>
            </a:r>
            <a:r>
              <a:rPr lang="zh-CN" altLang="en-US" sz="2400" b="1">
                <a:solidFill>
                  <a:srgbClr val="000000"/>
                </a:solidFill>
                <a:ea typeface="楷体_GB2312"/>
                <a:cs typeface="楷体_GB2312"/>
              </a:rPr>
              <a:t>为</a:t>
            </a:r>
            <a:r>
              <a:rPr lang="zh-CN" altLang="en-US" sz="2400" b="1">
                <a:solidFill>
                  <a:srgbClr val="FF0000"/>
                </a:solidFill>
                <a:ea typeface="楷体_GB2312"/>
                <a:cs typeface="楷体_GB2312"/>
              </a:rPr>
              <a:t>行标</a:t>
            </a:r>
            <a:r>
              <a:rPr lang="zh-CN" altLang="en-US" sz="2400" b="1">
                <a:solidFill>
                  <a:srgbClr val="000000"/>
                </a:solidFill>
                <a:ea typeface="楷体_GB2312"/>
                <a:cs typeface="楷体_GB2312"/>
              </a:rPr>
              <a:t>，表明元素位于第</a:t>
            </a:r>
            <a:r>
              <a:rPr lang="en-US" altLang="zh-CN" sz="2400" b="1" i="1">
                <a:solidFill>
                  <a:srgbClr val="000000"/>
                </a:solidFill>
                <a:latin typeface="Times New Roman" panose="02020603050405020304" pitchFamily="18" charset="0"/>
                <a:ea typeface="楷体_GB2312"/>
                <a:cs typeface="楷体_GB2312"/>
              </a:rPr>
              <a:t>i </a:t>
            </a:r>
            <a:r>
              <a:rPr lang="zh-CN" altLang="en-US" sz="2400" b="1">
                <a:solidFill>
                  <a:srgbClr val="000000"/>
                </a:solidFill>
                <a:ea typeface="楷体_GB2312"/>
                <a:cs typeface="楷体_GB2312"/>
              </a:rPr>
              <a:t>行； </a:t>
            </a:r>
          </a:p>
          <a:p>
            <a:pPr>
              <a:lnSpc>
                <a:spcPct val="130000"/>
              </a:lnSpc>
            </a:pPr>
            <a:r>
              <a:rPr lang="en-US" altLang="zh-CN" sz="2400" b="1" i="1">
                <a:solidFill>
                  <a:srgbClr val="000000"/>
                </a:solidFill>
                <a:latin typeface="Times New Roman" panose="02020603050405020304" pitchFamily="18" charset="0"/>
                <a:ea typeface="楷体_GB2312"/>
                <a:cs typeface="楷体_GB2312"/>
              </a:rPr>
              <a:t>j </a:t>
            </a:r>
            <a:r>
              <a:rPr lang="zh-CN" altLang="en-US" sz="2400" b="1">
                <a:solidFill>
                  <a:srgbClr val="000000"/>
                </a:solidFill>
                <a:ea typeface="楷体_GB2312"/>
                <a:cs typeface="楷体_GB2312"/>
              </a:rPr>
              <a:t>为</a:t>
            </a:r>
            <a:r>
              <a:rPr lang="zh-CN" altLang="en-US" sz="2400" b="1">
                <a:solidFill>
                  <a:srgbClr val="FF0000"/>
                </a:solidFill>
                <a:ea typeface="楷体_GB2312"/>
                <a:cs typeface="楷体_GB2312"/>
              </a:rPr>
              <a:t>列标</a:t>
            </a:r>
            <a:r>
              <a:rPr lang="zh-CN" altLang="en-US" sz="2400" b="1">
                <a:solidFill>
                  <a:srgbClr val="000000"/>
                </a:solidFill>
                <a:ea typeface="楷体_GB2312"/>
                <a:cs typeface="楷体_GB2312"/>
              </a:rPr>
              <a:t>，表明元素位于第</a:t>
            </a:r>
            <a:r>
              <a:rPr lang="en-US" altLang="zh-CN" sz="2400" b="1" i="1">
                <a:solidFill>
                  <a:srgbClr val="000000"/>
                </a:solidFill>
                <a:latin typeface="Times New Roman" panose="02020603050405020304" pitchFamily="18" charset="0"/>
                <a:ea typeface="楷体_GB2312"/>
                <a:cs typeface="楷体_GB2312"/>
              </a:rPr>
              <a:t>j</a:t>
            </a:r>
            <a:r>
              <a:rPr lang="en-US" altLang="zh-CN" sz="2400" b="1">
                <a:solidFill>
                  <a:srgbClr val="000000"/>
                </a:solidFill>
                <a:ea typeface="楷体_GB2312"/>
                <a:cs typeface="楷体_GB2312"/>
              </a:rPr>
              <a:t> </a:t>
            </a:r>
            <a:r>
              <a:rPr lang="zh-CN" altLang="en-US" sz="2400" b="1">
                <a:solidFill>
                  <a:srgbClr val="000000"/>
                </a:solidFill>
                <a:ea typeface="楷体_GB2312"/>
                <a:cs typeface="楷体_GB2312"/>
              </a:rPr>
              <a:t>列</a:t>
            </a:r>
            <a:r>
              <a:rPr lang="en-US" altLang="zh-CN" sz="2400" b="1">
                <a:solidFill>
                  <a:srgbClr val="000000"/>
                </a:solidFill>
                <a:latin typeface="楷体_GB2312"/>
                <a:ea typeface="楷体_GB2312"/>
                <a:cs typeface="楷体_GB2312"/>
              </a:rPr>
              <a:t>.</a:t>
            </a:r>
          </a:p>
        </p:txBody>
      </p:sp>
      <p:sp>
        <p:nvSpPr>
          <p:cNvPr id="34837" name="AutoShape 21"/>
          <p:cNvSpPr>
            <a:spLocks noChangeArrowheads="1"/>
          </p:cNvSpPr>
          <p:nvPr/>
        </p:nvSpPr>
        <p:spPr bwMode="auto">
          <a:xfrm flipH="1">
            <a:off x="971550" y="4738688"/>
            <a:ext cx="1944688" cy="395287"/>
          </a:xfrm>
          <a:prstGeom prst="roundRect">
            <a:avLst>
              <a:gd name="adj" fmla="val 16667"/>
            </a:avLst>
          </a:prstGeom>
          <a:noFill/>
          <a:ln w="28575">
            <a:solidFill>
              <a:srgbClr val="CC0099"/>
            </a:solidFill>
            <a:round/>
          </a:ln>
        </p:spPr>
        <p:txBody>
          <a:bodyPr/>
          <a:lstStyle/>
          <a:p>
            <a:pPr algn="ctr"/>
            <a:endParaRPr lang="zh-CN" altLang="zh-CN">
              <a:solidFill>
                <a:srgbClr val="000000"/>
              </a:solidFill>
            </a:endParaRPr>
          </a:p>
        </p:txBody>
      </p:sp>
      <p:sp>
        <p:nvSpPr>
          <p:cNvPr id="34838" name="AutoShape 22"/>
          <p:cNvSpPr>
            <a:spLocks noChangeArrowheads="1"/>
          </p:cNvSpPr>
          <p:nvPr/>
        </p:nvSpPr>
        <p:spPr bwMode="auto">
          <a:xfrm>
            <a:off x="971550" y="3730625"/>
            <a:ext cx="1944688" cy="395288"/>
          </a:xfrm>
          <a:prstGeom prst="roundRect">
            <a:avLst>
              <a:gd name="adj" fmla="val 16667"/>
            </a:avLst>
          </a:prstGeom>
          <a:noFill/>
          <a:ln w="28575">
            <a:solidFill>
              <a:srgbClr val="CC0099"/>
            </a:solidFill>
            <a:round/>
          </a:ln>
        </p:spPr>
        <p:txBody>
          <a:bodyPr/>
          <a:lstStyle/>
          <a:p>
            <a:pPr algn="ctr"/>
            <a:endParaRPr lang="zh-CN" altLang="zh-CN">
              <a:solidFill>
                <a:srgbClr val="000000"/>
              </a:solidFill>
            </a:endParaRPr>
          </a:p>
        </p:txBody>
      </p:sp>
      <p:sp>
        <p:nvSpPr>
          <p:cNvPr id="34839" name="AutoShape 23"/>
          <p:cNvSpPr>
            <a:spLocks noChangeArrowheads="1"/>
          </p:cNvSpPr>
          <p:nvPr/>
        </p:nvSpPr>
        <p:spPr bwMode="auto">
          <a:xfrm>
            <a:off x="395288" y="5805488"/>
            <a:ext cx="2881312" cy="647700"/>
          </a:xfrm>
          <a:prstGeom prst="roundRect">
            <a:avLst>
              <a:gd name="adj" fmla="val 16667"/>
            </a:avLst>
          </a:prstGeom>
          <a:noFill/>
          <a:ln w="28575">
            <a:solidFill>
              <a:schemeClr val="accent2"/>
            </a:solidFill>
            <a:round/>
          </a:ln>
        </p:spPr>
        <p:txBody>
          <a:bodyPr anchor="ctr" anchorCtr="1"/>
          <a:lstStyle/>
          <a:p>
            <a:pPr algn="ctr"/>
            <a:r>
              <a:rPr lang="zh-CN" altLang="en-US" sz="2400" b="1">
                <a:solidFill>
                  <a:srgbClr val="FF0000"/>
                </a:solidFill>
                <a:ea typeface="楷体_GB2312"/>
                <a:cs typeface="楷体_GB2312"/>
              </a:rPr>
              <a:t>原则：横行竖列</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824"/>
                                        </p:tgtEl>
                                        <p:attrNameLst>
                                          <p:attrName>style.visibility</p:attrName>
                                        </p:attrNameLst>
                                      </p:cBhvr>
                                      <p:to>
                                        <p:strVal val="visible"/>
                                      </p:to>
                                    </p:set>
                                    <p:animEffect transition="in" filter="blinds(horizontal)">
                                      <p:cBhvr>
                                        <p:cTn id="7" dur="500"/>
                                        <p:tgtEl>
                                          <p:spTgt spid="348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831"/>
                                        </p:tgtEl>
                                        <p:attrNameLst>
                                          <p:attrName>style.visibility</p:attrName>
                                        </p:attrNameLst>
                                      </p:cBhvr>
                                      <p:to>
                                        <p:strVal val="visible"/>
                                      </p:to>
                                    </p:set>
                                    <p:animEffect transition="in" filter="wipe(left)">
                                      <p:cBhvr>
                                        <p:cTn id="12" dur="500"/>
                                        <p:tgtEl>
                                          <p:spTgt spid="34831"/>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34830"/>
                                        </p:tgtEl>
                                        <p:attrNameLst>
                                          <p:attrName>style.visibility</p:attrName>
                                        </p:attrNameLst>
                                      </p:cBhvr>
                                      <p:to>
                                        <p:strVal val="visible"/>
                                      </p:to>
                                    </p:set>
                                    <p:animEffect transition="in" filter="blinds(horizontal)">
                                      <p:cBhvr>
                                        <p:cTn id="16" dur="500"/>
                                        <p:tgtEl>
                                          <p:spTgt spid="34830"/>
                                        </p:tgtEl>
                                      </p:cBhvr>
                                    </p:animEffect>
                                  </p:childTnLst>
                                </p:cTn>
                              </p:par>
                              <p:par>
                                <p:cTn id="17" presetID="3" presetClass="entr" presetSubtype="10" fill="hold" nodeType="withEffect">
                                  <p:stCondLst>
                                    <p:cond delay="0"/>
                                  </p:stCondLst>
                                  <p:childTnLst>
                                    <p:set>
                                      <p:cBhvr>
                                        <p:cTn id="18" dur="1" fill="hold">
                                          <p:stCondLst>
                                            <p:cond delay="0"/>
                                          </p:stCondLst>
                                        </p:cTn>
                                        <p:tgtEl>
                                          <p:spTgt spid="34826"/>
                                        </p:tgtEl>
                                        <p:attrNameLst>
                                          <p:attrName>style.visibility</p:attrName>
                                        </p:attrNameLst>
                                      </p:cBhvr>
                                      <p:to>
                                        <p:strVal val="visible"/>
                                      </p:to>
                                    </p:set>
                                    <p:animEffect transition="in" filter="blinds(horizontal)">
                                      <p:cBhvr>
                                        <p:cTn id="19" dur="500"/>
                                        <p:tgtEl>
                                          <p:spTgt spid="3482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4829"/>
                                        </p:tgtEl>
                                        <p:attrNameLst>
                                          <p:attrName>style.visibility</p:attrName>
                                        </p:attrNameLst>
                                      </p:cBhvr>
                                      <p:to>
                                        <p:strVal val="visible"/>
                                      </p:to>
                                    </p:set>
                                    <p:animEffect transition="in" filter="wipe(left)">
                                      <p:cBhvr>
                                        <p:cTn id="24" dur="500"/>
                                        <p:tgtEl>
                                          <p:spTgt spid="34829"/>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34827"/>
                                        </p:tgtEl>
                                        <p:attrNameLst>
                                          <p:attrName>style.visibility</p:attrName>
                                        </p:attrNameLst>
                                      </p:cBhvr>
                                      <p:to>
                                        <p:strVal val="visible"/>
                                      </p:to>
                                    </p:set>
                                    <p:animEffect transition="in" filter="wipe(left)">
                                      <p:cBhvr>
                                        <p:cTn id="27" dur="500"/>
                                        <p:tgtEl>
                                          <p:spTgt spid="34827"/>
                                        </p:tgtEl>
                                      </p:cBhvr>
                                    </p:animEffect>
                                  </p:childTnLst>
                                </p:cTn>
                              </p:par>
                              <p:par>
                                <p:cTn id="28" presetID="22" presetClass="entr" presetSubtype="8" fill="hold" nodeType="withEffect">
                                  <p:stCondLst>
                                    <p:cond delay="0"/>
                                  </p:stCondLst>
                                  <p:childTnLst>
                                    <p:set>
                                      <p:cBhvr>
                                        <p:cTn id="29" dur="1" fill="hold">
                                          <p:stCondLst>
                                            <p:cond delay="0"/>
                                          </p:stCondLst>
                                        </p:cTn>
                                        <p:tgtEl>
                                          <p:spTgt spid="34828"/>
                                        </p:tgtEl>
                                        <p:attrNameLst>
                                          <p:attrName>style.visibility</p:attrName>
                                        </p:attrNameLst>
                                      </p:cBhvr>
                                      <p:to>
                                        <p:strVal val="visible"/>
                                      </p:to>
                                    </p:set>
                                    <p:animEffect transition="in" filter="wipe(left)">
                                      <p:cBhvr>
                                        <p:cTn id="30" dur="500"/>
                                        <p:tgtEl>
                                          <p:spTgt spid="34828"/>
                                        </p:tgtEl>
                                      </p:cBhvr>
                                    </p:animEffect>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nodeType="clickEffect">
                                  <p:stCondLst>
                                    <p:cond delay="0"/>
                                  </p:stCondLst>
                                  <p:childTnLst>
                                    <p:set>
                                      <p:cBhvr>
                                        <p:cTn id="34" dur="1" fill="hold">
                                          <p:stCondLst>
                                            <p:cond delay="0"/>
                                          </p:stCondLst>
                                        </p:cTn>
                                        <p:tgtEl>
                                          <p:spTgt spid="34833"/>
                                        </p:tgtEl>
                                        <p:attrNameLst>
                                          <p:attrName>style.visibility</p:attrName>
                                        </p:attrNameLst>
                                      </p:cBhvr>
                                      <p:to>
                                        <p:strVal val="visible"/>
                                      </p:to>
                                    </p:set>
                                    <p:animEffect transition="in" filter="checkerboard(across)">
                                      <p:cBhvr>
                                        <p:cTn id="35" dur="500"/>
                                        <p:tgtEl>
                                          <p:spTgt spid="34833"/>
                                        </p:tgtEl>
                                      </p:cBhvr>
                                    </p:animEffect>
                                  </p:childTnLst>
                                </p:cTn>
                              </p:par>
                              <p:par>
                                <p:cTn id="36" presetID="5" presetClass="entr" presetSubtype="10" fill="hold" grpId="0" nodeType="withEffect">
                                  <p:stCondLst>
                                    <p:cond delay="0"/>
                                  </p:stCondLst>
                                  <p:childTnLst>
                                    <p:set>
                                      <p:cBhvr>
                                        <p:cTn id="37" dur="1" fill="hold">
                                          <p:stCondLst>
                                            <p:cond delay="0"/>
                                          </p:stCondLst>
                                        </p:cTn>
                                        <p:tgtEl>
                                          <p:spTgt spid="34832"/>
                                        </p:tgtEl>
                                        <p:attrNameLst>
                                          <p:attrName>style.visibility</p:attrName>
                                        </p:attrNameLst>
                                      </p:cBhvr>
                                      <p:to>
                                        <p:strVal val="visible"/>
                                      </p:to>
                                    </p:set>
                                    <p:animEffect transition="in" filter="checkerboard(across)">
                                      <p:cBhvr>
                                        <p:cTn id="38" dur="500"/>
                                        <p:tgtEl>
                                          <p:spTgt spid="34832"/>
                                        </p:tgtEl>
                                      </p:cBhvr>
                                    </p:animEffect>
                                  </p:childTnLst>
                                </p:cTn>
                              </p:par>
                            </p:childTnLst>
                          </p:cTn>
                        </p:par>
                        <p:par>
                          <p:cTn id="39" fill="hold">
                            <p:stCondLst>
                              <p:cond delay="500"/>
                            </p:stCondLst>
                            <p:childTnLst>
                              <p:par>
                                <p:cTn id="40" presetID="22" presetClass="entr" presetSubtype="1" fill="hold" grpId="0" nodeType="afterEffect">
                                  <p:stCondLst>
                                    <p:cond delay="0"/>
                                  </p:stCondLst>
                                  <p:childTnLst>
                                    <p:set>
                                      <p:cBhvr>
                                        <p:cTn id="41" dur="1" fill="hold">
                                          <p:stCondLst>
                                            <p:cond delay="0"/>
                                          </p:stCondLst>
                                        </p:cTn>
                                        <p:tgtEl>
                                          <p:spTgt spid="34838"/>
                                        </p:tgtEl>
                                        <p:attrNameLst>
                                          <p:attrName>style.visibility</p:attrName>
                                        </p:attrNameLst>
                                      </p:cBhvr>
                                      <p:to>
                                        <p:strVal val="visible"/>
                                      </p:to>
                                    </p:set>
                                    <p:animEffect transition="in" filter="wipe(up)">
                                      <p:cBhvr>
                                        <p:cTn id="42" dur="500"/>
                                        <p:tgtEl>
                                          <p:spTgt spid="34838"/>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34837"/>
                                        </p:tgtEl>
                                        <p:attrNameLst>
                                          <p:attrName>style.visibility</p:attrName>
                                        </p:attrNameLst>
                                      </p:cBhvr>
                                      <p:to>
                                        <p:strVal val="visible"/>
                                      </p:to>
                                    </p:set>
                                    <p:animEffect transition="in" filter="wipe(up)">
                                      <p:cBhvr>
                                        <p:cTn id="45" dur="500"/>
                                        <p:tgtEl>
                                          <p:spTgt spid="34837"/>
                                        </p:tgtEl>
                                      </p:cBhvr>
                                    </p:animEffect>
                                  </p:childTnLst>
                                </p:cTn>
                              </p:par>
                            </p:childTnLst>
                          </p:cTn>
                        </p:par>
                      </p:childTnLst>
                    </p:cTn>
                  </p:par>
                  <p:par>
                    <p:cTn id="46" fill="hold">
                      <p:stCondLst>
                        <p:cond delay="indefinite"/>
                      </p:stCondLst>
                      <p:childTnLst>
                        <p:par>
                          <p:cTn id="47" fill="hold">
                            <p:stCondLst>
                              <p:cond delay="0"/>
                            </p:stCondLst>
                            <p:childTnLst>
                              <p:par>
                                <p:cTn id="48" presetID="26" presetClass="entr" presetSubtype="0" fill="hold" nodeType="clickEffect">
                                  <p:stCondLst>
                                    <p:cond delay="0"/>
                                  </p:stCondLst>
                                  <p:childTnLst>
                                    <p:set>
                                      <p:cBhvr>
                                        <p:cTn id="49" dur="1" fill="hold">
                                          <p:stCondLst>
                                            <p:cond delay="0"/>
                                          </p:stCondLst>
                                        </p:cTn>
                                        <p:tgtEl>
                                          <p:spTgt spid="34825"/>
                                        </p:tgtEl>
                                        <p:attrNameLst>
                                          <p:attrName>style.visibility</p:attrName>
                                        </p:attrNameLst>
                                      </p:cBhvr>
                                      <p:to>
                                        <p:strVal val="visible"/>
                                      </p:to>
                                    </p:set>
                                    <p:animEffect transition="in" filter="wipe(down)">
                                      <p:cBhvr>
                                        <p:cTn id="50" dur="290">
                                          <p:stCondLst>
                                            <p:cond delay="0"/>
                                          </p:stCondLst>
                                        </p:cTn>
                                        <p:tgtEl>
                                          <p:spTgt spid="34825"/>
                                        </p:tgtEl>
                                      </p:cBhvr>
                                    </p:animEffect>
                                    <p:anim calcmode="lin" valueType="num">
                                      <p:cBhvr>
                                        <p:cTn id="51" dur="911" tmFilter="0,0; 0.14,0.36; 0.43,0.73; 0.71,0.91; 1.0,1.0">
                                          <p:stCondLst>
                                            <p:cond delay="0"/>
                                          </p:stCondLst>
                                        </p:cTn>
                                        <p:tgtEl>
                                          <p:spTgt spid="34825"/>
                                        </p:tgtEl>
                                        <p:attrNameLst>
                                          <p:attrName>ppt_x</p:attrName>
                                        </p:attrNameLst>
                                      </p:cBhvr>
                                      <p:tavLst>
                                        <p:tav tm="0">
                                          <p:val>
                                            <p:strVal val="#ppt_x-0.25"/>
                                          </p:val>
                                        </p:tav>
                                        <p:tav tm="100000">
                                          <p:val>
                                            <p:strVal val="#ppt_x"/>
                                          </p:val>
                                        </p:tav>
                                      </p:tavLst>
                                    </p:anim>
                                    <p:anim calcmode="lin" valueType="num">
                                      <p:cBhvr>
                                        <p:cTn id="52" dur="332" tmFilter="0.0,0.0; 0.25,0.07; 0.50,0.2; 0.75,0.467; 1.0,1.0">
                                          <p:stCondLst>
                                            <p:cond delay="0"/>
                                          </p:stCondLst>
                                        </p:cTn>
                                        <p:tgtEl>
                                          <p:spTgt spid="34825"/>
                                        </p:tgtEl>
                                        <p:attrNameLst>
                                          <p:attrName>ppt_y</p:attrName>
                                        </p:attrNameLst>
                                      </p:cBhvr>
                                      <p:tavLst>
                                        <p:tav tm="0" fmla="#ppt_y-sin(pi*$)/3">
                                          <p:val>
                                            <p:fltVal val="0.5"/>
                                          </p:val>
                                        </p:tav>
                                        <p:tav tm="100000">
                                          <p:val>
                                            <p:fltVal val="1"/>
                                          </p:val>
                                        </p:tav>
                                      </p:tavLst>
                                    </p:anim>
                                    <p:anim calcmode="lin" valueType="num">
                                      <p:cBhvr>
                                        <p:cTn id="53" dur="332" tmFilter="0, 0; 0.125,0.2665; 0.25,0.4; 0.375,0.465; 0.5,0.5;  0.625,0.535; 0.75,0.6; 0.875,0.7335; 1,1">
                                          <p:stCondLst>
                                            <p:cond delay="332"/>
                                          </p:stCondLst>
                                        </p:cTn>
                                        <p:tgtEl>
                                          <p:spTgt spid="34825"/>
                                        </p:tgtEl>
                                        <p:attrNameLst>
                                          <p:attrName>ppt_y</p:attrName>
                                        </p:attrNameLst>
                                      </p:cBhvr>
                                      <p:tavLst>
                                        <p:tav tm="0" fmla="#ppt_y-sin(pi*$)/9">
                                          <p:val>
                                            <p:fltVal val="0"/>
                                          </p:val>
                                        </p:tav>
                                        <p:tav tm="100000">
                                          <p:val>
                                            <p:fltVal val="1"/>
                                          </p:val>
                                        </p:tav>
                                      </p:tavLst>
                                    </p:anim>
                                    <p:anim calcmode="lin" valueType="num">
                                      <p:cBhvr>
                                        <p:cTn id="54" dur="166" tmFilter="0, 0; 0.125,0.2665; 0.25,0.4; 0.375,0.465; 0.5,0.5;  0.625,0.535; 0.75,0.6; 0.875,0.7335; 1,1">
                                          <p:stCondLst>
                                            <p:cond delay="662"/>
                                          </p:stCondLst>
                                        </p:cTn>
                                        <p:tgtEl>
                                          <p:spTgt spid="34825"/>
                                        </p:tgtEl>
                                        <p:attrNameLst>
                                          <p:attrName>ppt_y</p:attrName>
                                        </p:attrNameLst>
                                      </p:cBhvr>
                                      <p:tavLst>
                                        <p:tav tm="0" fmla="#ppt_y-sin(pi*$)/27">
                                          <p:val>
                                            <p:fltVal val="0"/>
                                          </p:val>
                                        </p:tav>
                                        <p:tav tm="100000">
                                          <p:val>
                                            <p:fltVal val="1"/>
                                          </p:val>
                                        </p:tav>
                                      </p:tavLst>
                                    </p:anim>
                                    <p:anim calcmode="lin" valueType="num">
                                      <p:cBhvr>
                                        <p:cTn id="55" dur="82" tmFilter="0, 0; 0.125,0.2665; 0.25,0.4; 0.375,0.465; 0.5,0.5;  0.625,0.535; 0.75,0.6; 0.875,0.7335; 1,1">
                                          <p:stCondLst>
                                            <p:cond delay="828"/>
                                          </p:stCondLst>
                                        </p:cTn>
                                        <p:tgtEl>
                                          <p:spTgt spid="34825"/>
                                        </p:tgtEl>
                                        <p:attrNameLst>
                                          <p:attrName>ppt_y</p:attrName>
                                        </p:attrNameLst>
                                      </p:cBhvr>
                                      <p:tavLst>
                                        <p:tav tm="0" fmla="#ppt_y-sin(pi*$)/81">
                                          <p:val>
                                            <p:fltVal val="0"/>
                                          </p:val>
                                        </p:tav>
                                        <p:tav tm="100000">
                                          <p:val>
                                            <p:fltVal val="1"/>
                                          </p:val>
                                        </p:tav>
                                      </p:tavLst>
                                    </p:anim>
                                    <p:animScale>
                                      <p:cBhvr>
                                        <p:cTn id="56" dur="13">
                                          <p:stCondLst>
                                            <p:cond delay="325"/>
                                          </p:stCondLst>
                                        </p:cTn>
                                        <p:tgtEl>
                                          <p:spTgt spid="34825"/>
                                        </p:tgtEl>
                                      </p:cBhvr>
                                      <p:to x="100000" y="60000"/>
                                    </p:animScale>
                                    <p:animScale>
                                      <p:cBhvr>
                                        <p:cTn id="57" dur="83" decel="50000">
                                          <p:stCondLst>
                                            <p:cond delay="338"/>
                                          </p:stCondLst>
                                        </p:cTn>
                                        <p:tgtEl>
                                          <p:spTgt spid="34825"/>
                                        </p:tgtEl>
                                      </p:cBhvr>
                                      <p:to x="100000" y="100000"/>
                                    </p:animScale>
                                    <p:animScale>
                                      <p:cBhvr>
                                        <p:cTn id="58" dur="13">
                                          <p:stCondLst>
                                            <p:cond delay="656"/>
                                          </p:stCondLst>
                                        </p:cTn>
                                        <p:tgtEl>
                                          <p:spTgt spid="34825"/>
                                        </p:tgtEl>
                                      </p:cBhvr>
                                      <p:to x="100000" y="80000"/>
                                    </p:animScale>
                                    <p:animScale>
                                      <p:cBhvr>
                                        <p:cTn id="59" dur="83" decel="50000">
                                          <p:stCondLst>
                                            <p:cond delay="669"/>
                                          </p:stCondLst>
                                        </p:cTn>
                                        <p:tgtEl>
                                          <p:spTgt spid="34825"/>
                                        </p:tgtEl>
                                      </p:cBhvr>
                                      <p:to x="100000" y="100000"/>
                                    </p:animScale>
                                    <p:animScale>
                                      <p:cBhvr>
                                        <p:cTn id="60" dur="13">
                                          <p:stCondLst>
                                            <p:cond delay="821"/>
                                          </p:stCondLst>
                                        </p:cTn>
                                        <p:tgtEl>
                                          <p:spTgt spid="34825"/>
                                        </p:tgtEl>
                                      </p:cBhvr>
                                      <p:to x="100000" y="90000"/>
                                    </p:animScale>
                                    <p:animScale>
                                      <p:cBhvr>
                                        <p:cTn id="61" dur="83" decel="50000">
                                          <p:stCondLst>
                                            <p:cond delay="834"/>
                                          </p:stCondLst>
                                        </p:cTn>
                                        <p:tgtEl>
                                          <p:spTgt spid="34825"/>
                                        </p:tgtEl>
                                      </p:cBhvr>
                                      <p:to x="100000" y="100000"/>
                                    </p:animScale>
                                    <p:animScale>
                                      <p:cBhvr>
                                        <p:cTn id="62" dur="13">
                                          <p:stCondLst>
                                            <p:cond delay="904"/>
                                          </p:stCondLst>
                                        </p:cTn>
                                        <p:tgtEl>
                                          <p:spTgt spid="34825"/>
                                        </p:tgtEl>
                                      </p:cBhvr>
                                      <p:to x="100000" y="95000"/>
                                    </p:animScale>
                                    <p:animScale>
                                      <p:cBhvr>
                                        <p:cTn id="63" dur="83" decel="50000">
                                          <p:stCondLst>
                                            <p:cond delay="917"/>
                                          </p:stCondLst>
                                        </p:cTn>
                                        <p:tgtEl>
                                          <p:spTgt spid="34825"/>
                                        </p:tgtEl>
                                      </p:cBhvr>
                                      <p:to x="100000" y="100000"/>
                                    </p:animScale>
                                  </p:childTnLst>
                                </p:cTn>
                              </p:par>
                            </p:childTnLst>
                          </p:cTn>
                        </p:par>
                      </p:childTnLst>
                    </p:cTn>
                  </p:par>
                  <p:par>
                    <p:cTn id="64" fill="hold">
                      <p:stCondLst>
                        <p:cond delay="indefinite"/>
                      </p:stCondLst>
                      <p:childTnLst>
                        <p:par>
                          <p:cTn id="65" fill="hold">
                            <p:stCondLst>
                              <p:cond delay="0"/>
                            </p:stCondLst>
                            <p:childTnLst>
                              <p:par>
                                <p:cTn id="66" presetID="18" presetClass="entr" presetSubtype="12" fill="hold" nodeType="clickEffect">
                                  <p:stCondLst>
                                    <p:cond delay="0"/>
                                  </p:stCondLst>
                                  <p:childTnLst>
                                    <p:set>
                                      <p:cBhvr>
                                        <p:cTn id="67" dur="1" fill="hold">
                                          <p:stCondLst>
                                            <p:cond delay="0"/>
                                          </p:stCondLst>
                                        </p:cTn>
                                        <p:tgtEl>
                                          <p:spTgt spid="34835"/>
                                        </p:tgtEl>
                                        <p:attrNameLst>
                                          <p:attrName>style.visibility</p:attrName>
                                        </p:attrNameLst>
                                      </p:cBhvr>
                                      <p:to>
                                        <p:strVal val="visible"/>
                                      </p:to>
                                    </p:set>
                                    <p:animEffect transition="in" filter="strips(downLeft)">
                                      <p:cBhvr>
                                        <p:cTn id="68" dur="500"/>
                                        <p:tgtEl>
                                          <p:spTgt spid="34835"/>
                                        </p:tgtEl>
                                      </p:cBhvr>
                                    </p:animEffect>
                                  </p:childTnLst>
                                </p:cTn>
                              </p:par>
                              <p:par>
                                <p:cTn id="69" presetID="18" presetClass="entr" presetSubtype="12" fill="hold" grpId="0" nodeType="withEffect">
                                  <p:stCondLst>
                                    <p:cond delay="0"/>
                                  </p:stCondLst>
                                  <p:childTnLst>
                                    <p:set>
                                      <p:cBhvr>
                                        <p:cTn id="70" dur="1" fill="hold">
                                          <p:stCondLst>
                                            <p:cond delay="0"/>
                                          </p:stCondLst>
                                        </p:cTn>
                                        <p:tgtEl>
                                          <p:spTgt spid="34834"/>
                                        </p:tgtEl>
                                        <p:attrNameLst>
                                          <p:attrName>style.visibility</p:attrName>
                                        </p:attrNameLst>
                                      </p:cBhvr>
                                      <p:to>
                                        <p:strVal val="visible"/>
                                      </p:to>
                                    </p:set>
                                    <p:animEffect transition="in" filter="strips(downLeft)">
                                      <p:cBhvr>
                                        <p:cTn id="71" dur="500"/>
                                        <p:tgtEl>
                                          <p:spTgt spid="34834"/>
                                        </p:tgtEl>
                                      </p:cBhvr>
                                    </p:animEffect>
                                  </p:childTnLst>
                                </p:cTn>
                              </p:par>
                            </p:childTnLst>
                          </p:cTn>
                        </p:par>
                      </p:childTnLst>
                    </p:cTn>
                  </p:par>
                  <p:par>
                    <p:cTn id="72" fill="hold">
                      <p:stCondLst>
                        <p:cond delay="indefinite"/>
                      </p:stCondLst>
                      <p:childTnLst>
                        <p:par>
                          <p:cTn id="73" fill="hold">
                            <p:stCondLst>
                              <p:cond delay="0"/>
                            </p:stCondLst>
                            <p:childTnLst>
                              <p:par>
                                <p:cTn id="74" presetID="12" presetClass="entr" presetSubtype="4" fill="hold" grpId="0" nodeType="clickEffect">
                                  <p:stCondLst>
                                    <p:cond delay="0"/>
                                  </p:stCondLst>
                                  <p:childTnLst>
                                    <p:set>
                                      <p:cBhvr>
                                        <p:cTn id="75" dur="1" fill="hold">
                                          <p:stCondLst>
                                            <p:cond delay="0"/>
                                          </p:stCondLst>
                                        </p:cTn>
                                        <p:tgtEl>
                                          <p:spTgt spid="34839"/>
                                        </p:tgtEl>
                                        <p:attrNameLst>
                                          <p:attrName>style.visibility</p:attrName>
                                        </p:attrNameLst>
                                      </p:cBhvr>
                                      <p:to>
                                        <p:strVal val="visible"/>
                                      </p:to>
                                    </p:set>
                                    <p:animEffect transition="in" filter="slide(fromBottom)">
                                      <p:cBhvr>
                                        <p:cTn id="76" dur="500"/>
                                        <p:tgtEl>
                                          <p:spTgt spid="34839"/>
                                        </p:tgtEl>
                                      </p:cBhvr>
                                    </p:animEffect>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grpId="0" nodeType="clickEffect">
                                  <p:stCondLst>
                                    <p:cond delay="0"/>
                                  </p:stCondLst>
                                  <p:childTnLst>
                                    <p:set>
                                      <p:cBhvr>
                                        <p:cTn id="80" dur="1" fill="hold">
                                          <p:stCondLst>
                                            <p:cond delay="0"/>
                                          </p:stCondLst>
                                        </p:cTn>
                                        <p:tgtEl>
                                          <p:spTgt spid="34836"/>
                                        </p:tgtEl>
                                        <p:attrNameLst>
                                          <p:attrName>style.visibility</p:attrName>
                                        </p:attrNameLst>
                                      </p:cBhvr>
                                      <p:to>
                                        <p:strVal val="visible"/>
                                      </p:to>
                                    </p:set>
                                    <p:animEffect transition="in" filter="fade">
                                      <p:cBhvr>
                                        <p:cTn id="81" dur="1000"/>
                                        <p:tgtEl>
                                          <p:spTgt spid="34836"/>
                                        </p:tgtEl>
                                      </p:cBhvr>
                                    </p:animEffect>
                                    <p:anim calcmode="lin" valueType="num">
                                      <p:cBhvr>
                                        <p:cTn id="82" dur="1000" fill="hold"/>
                                        <p:tgtEl>
                                          <p:spTgt spid="34836"/>
                                        </p:tgtEl>
                                        <p:attrNameLst>
                                          <p:attrName>ppt_x</p:attrName>
                                        </p:attrNameLst>
                                      </p:cBhvr>
                                      <p:tavLst>
                                        <p:tav tm="0">
                                          <p:val>
                                            <p:strVal val="#ppt_x"/>
                                          </p:val>
                                        </p:tav>
                                        <p:tav tm="100000">
                                          <p:val>
                                            <p:strVal val="#ppt_x"/>
                                          </p:val>
                                        </p:tav>
                                      </p:tavLst>
                                    </p:anim>
                                    <p:anim calcmode="lin" valueType="num">
                                      <p:cBhvr>
                                        <p:cTn id="83" dur="1000" fill="hold"/>
                                        <p:tgtEl>
                                          <p:spTgt spid="348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4" grpId="0" animBg="1"/>
      <p:bldP spid="34827" grpId="0"/>
      <p:bldP spid="34829" grpId="0" animBg="1"/>
      <p:bldP spid="34830" grpId="0"/>
      <p:bldP spid="34831" grpId="0" animBg="1"/>
      <p:bldP spid="34832" grpId="0"/>
      <p:bldP spid="34834" grpId="0"/>
      <p:bldP spid="34836" grpId="0"/>
      <p:bldP spid="34837" grpId="0" animBg="1"/>
      <p:bldP spid="34838" grpId="0" animBg="1"/>
      <p:bldP spid="3483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8" name="Text Box 2"/>
          <p:cNvSpPr txBox="1">
            <a:spLocks noChangeArrowheads="1"/>
          </p:cNvSpPr>
          <p:nvPr/>
        </p:nvSpPr>
        <p:spPr bwMode="auto">
          <a:xfrm>
            <a:off x="323850" y="476250"/>
            <a:ext cx="3267075" cy="519113"/>
          </a:xfrm>
          <a:prstGeom prst="rect">
            <a:avLst/>
          </a:prstGeom>
          <a:noFill/>
          <a:ln w="9525">
            <a:noFill/>
            <a:miter lim="800000"/>
          </a:ln>
        </p:spPr>
        <p:txBody>
          <a:bodyPr wrap="none"/>
          <a:lstStyle/>
          <a:p>
            <a:r>
              <a:rPr kumimoji="1" lang="zh-CN" altLang="en-US" sz="2800" b="1">
                <a:solidFill>
                  <a:srgbClr val="000000"/>
                </a:solidFill>
                <a:latin typeface="Times New Roman" panose="02020603050405020304" pitchFamily="18" charset="0"/>
                <a:ea typeface="楷体_GB2312"/>
                <a:cs typeface="楷体_GB2312"/>
              </a:rPr>
              <a:t>二阶行列式的计算  </a:t>
            </a:r>
          </a:p>
        </p:txBody>
      </p:sp>
      <p:graphicFrame>
        <p:nvGraphicFramePr>
          <p:cNvPr id="4106" name="Object 10"/>
          <p:cNvGraphicFramePr>
            <a:graphicFrameLocks noChangeAspect="1"/>
          </p:cNvGraphicFramePr>
          <p:nvPr/>
        </p:nvGraphicFramePr>
        <p:xfrm>
          <a:off x="2359025" y="1211263"/>
          <a:ext cx="1492250" cy="1206500"/>
        </p:xfrm>
        <a:graphic>
          <a:graphicData uri="http://schemas.openxmlformats.org/presentationml/2006/ole">
            <mc:AlternateContent xmlns:mc="http://schemas.openxmlformats.org/markup-compatibility/2006">
              <mc:Choice xmlns:v="urn:schemas-microsoft-com:vml" Requires="v">
                <p:oleObj spid="_x0000_s4185" name="Equation" r:id="rId3" imgW="14325600" imgH="11582400" progId="">
                  <p:embed/>
                </p:oleObj>
              </mc:Choice>
              <mc:Fallback>
                <p:oleObj name="Equation" r:id="rId3" imgW="14325600" imgH="11582400" progId="">
                  <p:embed/>
                  <p:pic>
                    <p:nvPicPr>
                      <p:cNvPr id="0" name="图片 4096" descr="image15"/>
                      <p:cNvPicPr>
                        <a:picLocks noChangeAspect="1"/>
                      </p:cNvPicPr>
                      <p:nvPr/>
                    </p:nvPicPr>
                    <p:blipFill>
                      <a:blip r:embed="rId4"/>
                      <a:stretch>
                        <a:fillRect/>
                      </a:stretch>
                    </p:blipFill>
                    <p:spPr>
                      <a:xfrm>
                        <a:off x="2359025" y="1211263"/>
                        <a:ext cx="1492250" cy="1206500"/>
                      </a:xfrm>
                      <a:prstGeom prst="rect">
                        <a:avLst/>
                      </a:prstGeom>
                      <a:noFill/>
                      <a:ln w="9525">
                        <a:noFill/>
                      </a:ln>
                    </p:spPr>
                  </p:pic>
                </p:oleObj>
              </mc:Fallback>
            </mc:AlternateContent>
          </a:graphicData>
        </a:graphic>
      </p:graphicFrame>
      <p:graphicFrame>
        <p:nvGraphicFramePr>
          <p:cNvPr id="4107" name="Object 11"/>
          <p:cNvGraphicFramePr>
            <a:graphicFrameLocks noChangeAspect="1"/>
          </p:cNvGraphicFramePr>
          <p:nvPr/>
        </p:nvGraphicFramePr>
        <p:xfrm>
          <a:off x="3748088" y="1568450"/>
          <a:ext cx="2479675" cy="571500"/>
        </p:xfrm>
        <a:graphic>
          <a:graphicData uri="http://schemas.openxmlformats.org/presentationml/2006/ole">
            <mc:AlternateContent xmlns:mc="http://schemas.openxmlformats.org/markup-compatibility/2006">
              <mc:Choice xmlns:v="urn:schemas-microsoft-com:vml" Requires="v">
                <p:oleObj spid="_x0000_s4186" name="Equation" r:id="rId5" imgW="23774400" imgH="5486400" progId="">
                  <p:embed/>
                </p:oleObj>
              </mc:Choice>
              <mc:Fallback>
                <p:oleObj name="Equation" r:id="rId5" imgW="23774400" imgH="5486400" progId="">
                  <p:embed/>
                  <p:pic>
                    <p:nvPicPr>
                      <p:cNvPr id="0" name="图片 4106" descr="image16"/>
                      <p:cNvPicPr>
                        <a:picLocks noChangeAspect="1"/>
                      </p:cNvPicPr>
                      <p:nvPr/>
                    </p:nvPicPr>
                    <p:blipFill>
                      <a:blip r:embed="rId6"/>
                      <a:stretch>
                        <a:fillRect/>
                      </a:stretch>
                    </p:blipFill>
                    <p:spPr>
                      <a:xfrm>
                        <a:off x="3748088" y="1568450"/>
                        <a:ext cx="2479675" cy="571500"/>
                      </a:xfrm>
                      <a:prstGeom prst="rect">
                        <a:avLst/>
                      </a:prstGeom>
                      <a:noFill/>
                      <a:ln w="9525">
                        <a:noFill/>
                      </a:ln>
                    </p:spPr>
                  </p:pic>
                </p:oleObj>
              </mc:Fallback>
            </mc:AlternateContent>
          </a:graphicData>
        </a:graphic>
      </p:graphicFrame>
      <p:sp>
        <p:nvSpPr>
          <p:cNvPr id="35845" name="Line 5"/>
          <p:cNvSpPr>
            <a:spLocks noChangeShapeType="1"/>
          </p:cNvSpPr>
          <p:nvPr/>
        </p:nvSpPr>
        <p:spPr bwMode="auto">
          <a:xfrm>
            <a:off x="2843213" y="1697038"/>
            <a:ext cx="433387" cy="433387"/>
          </a:xfrm>
          <a:prstGeom prst="line">
            <a:avLst/>
          </a:prstGeom>
          <a:noFill/>
          <a:ln w="28575">
            <a:solidFill>
              <a:srgbClr val="FF0000"/>
            </a:solidFill>
            <a:round/>
          </a:ln>
        </p:spPr>
        <p:txBody>
          <a:bodyPr/>
          <a:lstStyle/>
          <a:p>
            <a:endParaRPr lang="zh-CN" altLang="en-US"/>
          </a:p>
        </p:txBody>
      </p:sp>
      <p:sp>
        <p:nvSpPr>
          <p:cNvPr id="35846" name="AutoShape 6"/>
          <p:cNvSpPr>
            <a:spLocks noChangeArrowheads="1"/>
          </p:cNvSpPr>
          <p:nvPr/>
        </p:nvSpPr>
        <p:spPr bwMode="auto">
          <a:xfrm>
            <a:off x="755650" y="1193800"/>
            <a:ext cx="1584325" cy="515938"/>
          </a:xfrm>
          <a:prstGeom prst="roundRect">
            <a:avLst>
              <a:gd name="adj" fmla="val 16667"/>
            </a:avLst>
          </a:prstGeom>
          <a:noFill/>
          <a:ln w="28575">
            <a:solidFill>
              <a:srgbClr val="FF0000"/>
            </a:solidFill>
            <a:round/>
          </a:ln>
        </p:spPr>
        <p:txBody>
          <a:bodyPr wrap="none" anchor="ctr" anchorCtr="1"/>
          <a:lstStyle/>
          <a:p>
            <a:pPr algn="ctr"/>
            <a:r>
              <a:rPr lang="zh-CN" altLang="en-US" sz="2400" b="1">
                <a:solidFill>
                  <a:srgbClr val="000000"/>
                </a:solidFill>
                <a:ea typeface="楷体_GB2312"/>
                <a:cs typeface="楷体_GB2312"/>
              </a:rPr>
              <a:t>主对角线 </a:t>
            </a:r>
          </a:p>
        </p:txBody>
      </p:sp>
      <p:sp>
        <p:nvSpPr>
          <p:cNvPr id="35847" name="AutoShape 7"/>
          <p:cNvSpPr>
            <a:spLocks noChangeArrowheads="1"/>
          </p:cNvSpPr>
          <p:nvPr/>
        </p:nvSpPr>
        <p:spPr bwMode="auto">
          <a:xfrm>
            <a:off x="755650" y="1841500"/>
            <a:ext cx="1584325" cy="515938"/>
          </a:xfrm>
          <a:prstGeom prst="roundRect">
            <a:avLst>
              <a:gd name="adj" fmla="val 16667"/>
            </a:avLst>
          </a:prstGeom>
          <a:noFill/>
          <a:ln w="28575">
            <a:solidFill>
              <a:srgbClr val="3333FF"/>
            </a:solidFill>
            <a:prstDash val="lgDash"/>
            <a:round/>
          </a:ln>
        </p:spPr>
        <p:txBody>
          <a:bodyPr wrap="none" anchor="ctr" anchorCtr="1"/>
          <a:lstStyle/>
          <a:p>
            <a:pPr algn="ctr"/>
            <a:r>
              <a:rPr lang="zh-CN" altLang="en-US" sz="2400" b="1">
                <a:solidFill>
                  <a:srgbClr val="000000"/>
                </a:solidFill>
                <a:ea typeface="楷体_GB2312"/>
                <a:cs typeface="楷体_GB2312"/>
              </a:rPr>
              <a:t>副对角线 </a:t>
            </a:r>
          </a:p>
        </p:txBody>
      </p:sp>
      <p:sp>
        <p:nvSpPr>
          <p:cNvPr id="35848" name="Line 8"/>
          <p:cNvSpPr>
            <a:spLocks noChangeShapeType="1"/>
          </p:cNvSpPr>
          <p:nvPr/>
        </p:nvSpPr>
        <p:spPr bwMode="auto">
          <a:xfrm flipV="1">
            <a:off x="2771775" y="1625600"/>
            <a:ext cx="576263" cy="504825"/>
          </a:xfrm>
          <a:prstGeom prst="line">
            <a:avLst/>
          </a:prstGeom>
          <a:noFill/>
          <a:ln w="28575">
            <a:solidFill>
              <a:srgbClr val="3333FF"/>
            </a:solidFill>
            <a:prstDash val="dash"/>
            <a:round/>
          </a:ln>
        </p:spPr>
        <p:txBody>
          <a:bodyPr/>
          <a:lstStyle/>
          <a:p>
            <a:endParaRPr lang="zh-CN" altLang="en-US"/>
          </a:p>
        </p:txBody>
      </p:sp>
      <p:sp>
        <p:nvSpPr>
          <p:cNvPr id="35849" name="Rectangle 9"/>
          <p:cNvSpPr>
            <a:spLocks noChangeArrowheads="1"/>
          </p:cNvSpPr>
          <p:nvPr/>
        </p:nvSpPr>
        <p:spPr bwMode="auto">
          <a:xfrm>
            <a:off x="550863" y="2716213"/>
            <a:ext cx="7261225" cy="457200"/>
          </a:xfrm>
          <a:prstGeom prst="rect">
            <a:avLst/>
          </a:prstGeom>
          <a:noFill/>
          <a:ln w="9525">
            <a:noFill/>
            <a:miter lim="800000"/>
          </a:ln>
        </p:spPr>
        <p:txBody>
          <a:bodyPr wrap="none"/>
          <a:lstStyle/>
          <a:p>
            <a:r>
              <a:rPr kumimoji="1" lang="zh-CN" altLang="en-US" sz="2400" b="1">
                <a:solidFill>
                  <a:srgbClr val="000000"/>
                </a:solidFill>
                <a:latin typeface="楷体_GB2312"/>
                <a:ea typeface="楷体_GB2312"/>
                <a:cs typeface="楷体_GB2312"/>
              </a:rPr>
              <a:t>即：主对角线上两元素之积－副对角线上两元素之积 </a:t>
            </a:r>
          </a:p>
        </p:txBody>
      </p:sp>
      <p:sp>
        <p:nvSpPr>
          <p:cNvPr id="35850" name="Text Box 10"/>
          <p:cNvSpPr txBox="1">
            <a:spLocks noChangeArrowheads="1"/>
          </p:cNvSpPr>
          <p:nvPr/>
        </p:nvSpPr>
        <p:spPr bwMode="auto">
          <a:xfrm>
            <a:off x="3276600" y="498475"/>
            <a:ext cx="2879725" cy="519113"/>
          </a:xfrm>
          <a:prstGeom prst="rect">
            <a:avLst/>
          </a:prstGeom>
          <a:noFill/>
          <a:ln w="9525">
            <a:noFill/>
            <a:miter lim="800000"/>
          </a:ln>
        </p:spPr>
        <p:txBody>
          <a:bodyPr wrap="none"/>
          <a:lstStyle/>
          <a:p>
            <a:r>
              <a:rPr kumimoji="1" lang="en-US" altLang="zh-CN" sz="2800" b="1">
                <a:solidFill>
                  <a:srgbClr val="000000"/>
                </a:solidFill>
                <a:latin typeface="Times New Roman" panose="02020603050405020304" pitchFamily="18" charset="0"/>
                <a:ea typeface="楷体_GB2312"/>
                <a:cs typeface="楷体_GB2312"/>
              </a:rPr>
              <a:t>——</a:t>
            </a:r>
            <a:r>
              <a:rPr kumimoji="1" lang="zh-CN" altLang="en-US" sz="2800" b="1">
                <a:solidFill>
                  <a:srgbClr val="FF0000"/>
                </a:solidFill>
                <a:latin typeface="楷体_GB2312"/>
                <a:ea typeface="楷体_GB2312"/>
                <a:cs typeface="楷体_GB2312"/>
              </a:rPr>
              <a:t>对角线法则 </a:t>
            </a:r>
            <a:endParaRPr kumimoji="1" lang="zh-CN" altLang="en-US" sz="2800" b="1">
              <a:solidFill>
                <a:srgbClr val="000000"/>
              </a:solidFill>
              <a:latin typeface="Times New Roman" panose="02020603050405020304" pitchFamily="18" charset="0"/>
              <a:ea typeface="楷体_GB2312"/>
              <a:cs typeface="楷体_GB231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35845"/>
                                        </p:tgtEl>
                                        <p:attrNameLst>
                                          <p:attrName>style.visibility</p:attrName>
                                        </p:attrNameLst>
                                      </p:cBhvr>
                                      <p:to>
                                        <p:strVal val="visible"/>
                                      </p:to>
                                    </p:set>
                                    <p:animEffect transition="in" filter="strips(downRight)">
                                      <p:cBhvr>
                                        <p:cTn id="7" dur="500"/>
                                        <p:tgtEl>
                                          <p:spTgt spid="35845"/>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35846"/>
                                        </p:tgtEl>
                                        <p:attrNameLst>
                                          <p:attrName>style.visibility</p:attrName>
                                        </p:attrNameLst>
                                      </p:cBhvr>
                                      <p:to>
                                        <p:strVal val="visible"/>
                                      </p:to>
                                    </p:set>
                                    <p:animEffect transition="in" filter="blinds(horizontal)">
                                      <p:cBhvr>
                                        <p:cTn id="11" dur="500"/>
                                        <p:tgtEl>
                                          <p:spTgt spid="35846"/>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3" fill="hold" grpId="0" nodeType="clickEffect">
                                  <p:stCondLst>
                                    <p:cond delay="0"/>
                                  </p:stCondLst>
                                  <p:childTnLst>
                                    <p:set>
                                      <p:cBhvr>
                                        <p:cTn id="15" dur="1" fill="hold">
                                          <p:stCondLst>
                                            <p:cond delay="0"/>
                                          </p:stCondLst>
                                        </p:cTn>
                                        <p:tgtEl>
                                          <p:spTgt spid="35848"/>
                                        </p:tgtEl>
                                        <p:attrNameLst>
                                          <p:attrName>style.visibility</p:attrName>
                                        </p:attrNameLst>
                                      </p:cBhvr>
                                      <p:to>
                                        <p:strVal val="visible"/>
                                      </p:to>
                                    </p:set>
                                    <p:animEffect transition="in" filter="strips(upRight)">
                                      <p:cBhvr>
                                        <p:cTn id="16" dur="500"/>
                                        <p:tgtEl>
                                          <p:spTgt spid="35848"/>
                                        </p:tgtEl>
                                      </p:cBhvr>
                                    </p:animEffect>
                                  </p:childTnLst>
                                </p:cTn>
                              </p:par>
                            </p:childTnLst>
                          </p:cTn>
                        </p:par>
                        <p:par>
                          <p:cTn id="17" fill="hold">
                            <p:stCondLst>
                              <p:cond delay="500"/>
                            </p:stCondLst>
                            <p:childTnLst>
                              <p:par>
                                <p:cTn id="18" presetID="12" presetClass="entr" presetSubtype="4" fill="hold" grpId="0" nodeType="afterEffect">
                                  <p:stCondLst>
                                    <p:cond delay="0"/>
                                  </p:stCondLst>
                                  <p:childTnLst>
                                    <p:set>
                                      <p:cBhvr>
                                        <p:cTn id="19" dur="1" fill="hold">
                                          <p:stCondLst>
                                            <p:cond delay="0"/>
                                          </p:stCondLst>
                                        </p:cTn>
                                        <p:tgtEl>
                                          <p:spTgt spid="35847"/>
                                        </p:tgtEl>
                                        <p:attrNameLst>
                                          <p:attrName>style.visibility</p:attrName>
                                        </p:attrNameLst>
                                      </p:cBhvr>
                                      <p:to>
                                        <p:strVal val="visible"/>
                                      </p:to>
                                    </p:set>
                                    <p:animEffect transition="in" filter="slide(fromBottom)">
                                      <p:cBhvr>
                                        <p:cTn id="20" dur="500"/>
                                        <p:tgtEl>
                                          <p:spTgt spid="35847"/>
                                        </p:tgtEl>
                                      </p:cBhvr>
                                    </p:animEffect>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35849"/>
                                        </p:tgtEl>
                                        <p:attrNameLst>
                                          <p:attrName>style.visibility</p:attrName>
                                        </p:attrNameLst>
                                      </p:cBhvr>
                                      <p:to>
                                        <p:strVal val="visible"/>
                                      </p:to>
                                    </p:set>
                                    <p:animEffect transition="in" filter="wipe(down)">
                                      <p:cBhvr>
                                        <p:cTn id="25" dur="290">
                                          <p:stCondLst>
                                            <p:cond delay="0"/>
                                          </p:stCondLst>
                                        </p:cTn>
                                        <p:tgtEl>
                                          <p:spTgt spid="35849"/>
                                        </p:tgtEl>
                                      </p:cBhvr>
                                    </p:animEffect>
                                    <p:anim calcmode="lin" valueType="num">
                                      <p:cBhvr>
                                        <p:cTn id="26" dur="911" tmFilter="0,0; 0.14,0.36; 0.43,0.73; 0.71,0.91; 1.0,1.0">
                                          <p:stCondLst>
                                            <p:cond delay="0"/>
                                          </p:stCondLst>
                                        </p:cTn>
                                        <p:tgtEl>
                                          <p:spTgt spid="35849"/>
                                        </p:tgtEl>
                                        <p:attrNameLst>
                                          <p:attrName>ppt_x</p:attrName>
                                        </p:attrNameLst>
                                      </p:cBhvr>
                                      <p:tavLst>
                                        <p:tav tm="0">
                                          <p:val>
                                            <p:strVal val="#ppt_x-0.25"/>
                                          </p:val>
                                        </p:tav>
                                        <p:tav tm="100000">
                                          <p:val>
                                            <p:strVal val="#ppt_x"/>
                                          </p:val>
                                        </p:tav>
                                      </p:tavLst>
                                    </p:anim>
                                    <p:anim calcmode="lin" valueType="num">
                                      <p:cBhvr>
                                        <p:cTn id="27" dur="332" tmFilter="0.0,0.0; 0.25,0.07; 0.50,0.2; 0.75,0.467; 1.0,1.0">
                                          <p:stCondLst>
                                            <p:cond delay="0"/>
                                          </p:stCondLst>
                                        </p:cTn>
                                        <p:tgtEl>
                                          <p:spTgt spid="35849"/>
                                        </p:tgtEl>
                                        <p:attrNameLst>
                                          <p:attrName>ppt_y</p:attrName>
                                        </p:attrNameLst>
                                      </p:cBhvr>
                                      <p:tavLst>
                                        <p:tav tm="0" fmla="#ppt_y-sin(pi*$)/3">
                                          <p:val>
                                            <p:fltVal val="0.5"/>
                                          </p:val>
                                        </p:tav>
                                        <p:tav tm="100000">
                                          <p:val>
                                            <p:fltVal val="1"/>
                                          </p:val>
                                        </p:tav>
                                      </p:tavLst>
                                    </p:anim>
                                    <p:anim calcmode="lin" valueType="num">
                                      <p:cBhvr>
                                        <p:cTn id="28" dur="332" tmFilter="0, 0; 0.125,0.2665; 0.25,0.4; 0.375,0.465; 0.5,0.5;  0.625,0.535; 0.75,0.6; 0.875,0.7335; 1,1">
                                          <p:stCondLst>
                                            <p:cond delay="332"/>
                                          </p:stCondLst>
                                        </p:cTn>
                                        <p:tgtEl>
                                          <p:spTgt spid="35849"/>
                                        </p:tgtEl>
                                        <p:attrNameLst>
                                          <p:attrName>ppt_y</p:attrName>
                                        </p:attrNameLst>
                                      </p:cBhvr>
                                      <p:tavLst>
                                        <p:tav tm="0" fmla="#ppt_y-sin(pi*$)/9">
                                          <p:val>
                                            <p:fltVal val="0"/>
                                          </p:val>
                                        </p:tav>
                                        <p:tav tm="100000">
                                          <p:val>
                                            <p:fltVal val="1"/>
                                          </p:val>
                                        </p:tav>
                                      </p:tavLst>
                                    </p:anim>
                                    <p:anim calcmode="lin" valueType="num">
                                      <p:cBhvr>
                                        <p:cTn id="29" dur="166" tmFilter="0, 0; 0.125,0.2665; 0.25,0.4; 0.375,0.465; 0.5,0.5;  0.625,0.535; 0.75,0.6; 0.875,0.7335; 1,1">
                                          <p:stCondLst>
                                            <p:cond delay="662"/>
                                          </p:stCondLst>
                                        </p:cTn>
                                        <p:tgtEl>
                                          <p:spTgt spid="35849"/>
                                        </p:tgtEl>
                                        <p:attrNameLst>
                                          <p:attrName>ppt_y</p:attrName>
                                        </p:attrNameLst>
                                      </p:cBhvr>
                                      <p:tavLst>
                                        <p:tav tm="0" fmla="#ppt_y-sin(pi*$)/27">
                                          <p:val>
                                            <p:fltVal val="0"/>
                                          </p:val>
                                        </p:tav>
                                        <p:tav tm="100000">
                                          <p:val>
                                            <p:fltVal val="1"/>
                                          </p:val>
                                        </p:tav>
                                      </p:tavLst>
                                    </p:anim>
                                    <p:anim calcmode="lin" valueType="num">
                                      <p:cBhvr>
                                        <p:cTn id="30" dur="82" tmFilter="0, 0; 0.125,0.2665; 0.25,0.4; 0.375,0.465; 0.5,0.5;  0.625,0.535; 0.75,0.6; 0.875,0.7335; 1,1">
                                          <p:stCondLst>
                                            <p:cond delay="828"/>
                                          </p:stCondLst>
                                        </p:cTn>
                                        <p:tgtEl>
                                          <p:spTgt spid="35849"/>
                                        </p:tgtEl>
                                        <p:attrNameLst>
                                          <p:attrName>ppt_y</p:attrName>
                                        </p:attrNameLst>
                                      </p:cBhvr>
                                      <p:tavLst>
                                        <p:tav tm="0" fmla="#ppt_y-sin(pi*$)/81">
                                          <p:val>
                                            <p:fltVal val="0"/>
                                          </p:val>
                                        </p:tav>
                                        <p:tav tm="100000">
                                          <p:val>
                                            <p:fltVal val="1"/>
                                          </p:val>
                                        </p:tav>
                                      </p:tavLst>
                                    </p:anim>
                                    <p:animScale>
                                      <p:cBhvr>
                                        <p:cTn id="31" dur="13">
                                          <p:stCondLst>
                                            <p:cond delay="325"/>
                                          </p:stCondLst>
                                        </p:cTn>
                                        <p:tgtEl>
                                          <p:spTgt spid="35849"/>
                                        </p:tgtEl>
                                      </p:cBhvr>
                                      <p:to x="100000" y="60000"/>
                                    </p:animScale>
                                    <p:animScale>
                                      <p:cBhvr>
                                        <p:cTn id="32" dur="83" decel="50000">
                                          <p:stCondLst>
                                            <p:cond delay="338"/>
                                          </p:stCondLst>
                                        </p:cTn>
                                        <p:tgtEl>
                                          <p:spTgt spid="35849"/>
                                        </p:tgtEl>
                                      </p:cBhvr>
                                      <p:to x="100000" y="100000"/>
                                    </p:animScale>
                                    <p:animScale>
                                      <p:cBhvr>
                                        <p:cTn id="33" dur="13">
                                          <p:stCondLst>
                                            <p:cond delay="656"/>
                                          </p:stCondLst>
                                        </p:cTn>
                                        <p:tgtEl>
                                          <p:spTgt spid="35849"/>
                                        </p:tgtEl>
                                      </p:cBhvr>
                                      <p:to x="100000" y="80000"/>
                                    </p:animScale>
                                    <p:animScale>
                                      <p:cBhvr>
                                        <p:cTn id="34" dur="83" decel="50000">
                                          <p:stCondLst>
                                            <p:cond delay="669"/>
                                          </p:stCondLst>
                                        </p:cTn>
                                        <p:tgtEl>
                                          <p:spTgt spid="35849"/>
                                        </p:tgtEl>
                                      </p:cBhvr>
                                      <p:to x="100000" y="100000"/>
                                    </p:animScale>
                                    <p:animScale>
                                      <p:cBhvr>
                                        <p:cTn id="35" dur="13">
                                          <p:stCondLst>
                                            <p:cond delay="821"/>
                                          </p:stCondLst>
                                        </p:cTn>
                                        <p:tgtEl>
                                          <p:spTgt spid="35849"/>
                                        </p:tgtEl>
                                      </p:cBhvr>
                                      <p:to x="100000" y="90000"/>
                                    </p:animScale>
                                    <p:animScale>
                                      <p:cBhvr>
                                        <p:cTn id="36" dur="83" decel="50000">
                                          <p:stCondLst>
                                            <p:cond delay="834"/>
                                          </p:stCondLst>
                                        </p:cTn>
                                        <p:tgtEl>
                                          <p:spTgt spid="35849"/>
                                        </p:tgtEl>
                                      </p:cBhvr>
                                      <p:to x="100000" y="100000"/>
                                    </p:animScale>
                                    <p:animScale>
                                      <p:cBhvr>
                                        <p:cTn id="37" dur="13">
                                          <p:stCondLst>
                                            <p:cond delay="904"/>
                                          </p:stCondLst>
                                        </p:cTn>
                                        <p:tgtEl>
                                          <p:spTgt spid="35849"/>
                                        </p:tgtEl>
                                      </p:cBhvr>
                                      <p:to x="100000" y="95000"/>
                                    </p:animScale>
                                    <p:animScale>
                                      <p:cBhvr>
                                        <p:cTn id="38" dur="83" decel="50000">
                                          <p:stCondLst>
                                            <p:cond delay="917"/>
                                          </p:stCondLst>
                                        </p:cTn>
                                        <p:tgtEl>
                                          <p:spTgt spid="35849"/>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5850"/>
                                        </p:tgtEl>
                                        <p:attrNameLst>
                                          <p:attrName>style.visibility</p:attrName>
                                        </p:attrNameLst>
                                      </p:cBhvr>
                                      <p:to>
                                        <p:strVal val="visible"/>
                                      </p:to>
                                    </p:set>
                                    <p:animEffect transition="in" filter="wipe(left)">
                                      <p:cBhvr>
                                        <p:cTn id="43" dur="500"/>
                                        <p:tgtEl>
                                          <p:spTgt spid="358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5" grpId="0" animBg="1"/>
      <p:bldP spid="35846" grpId="0" animBg="1"/>
      <p:bldP spid="35847" grpId="0" animBg="1"/>
      <p:bldP spid="35848" grpId="0" animBg="1"/>
      <p:bldP spid="35849" grpId="0"/>
      <p:bldP spid="3585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2" name="Text Box 2"/>
          <p:cNvSpPr txBox="1">
            <a:spLocks noChangeArrowheads="1"/>
          </p:cNvSpPr>
          <p:nvPr/>
        </p:nvSpPr>
        <p:spPr bwMode="auto">
          <a:xfrm>
            <a:off x="608013" y="674688"/>
            <a:ext cx="2328862" cy="457200"/>
          </a:xfrm>
          <a:prstGeom prst="rect">
            <a:avLst/>
          </a:prstGeom>
          <a:noFill/>
          <a:ln w="9525">
            <a:noFill/>
            <a:miter lim="800000"/>
          </a:ln>
        </p:spPr>
        <p:txBody>
          <a:bodyPr wrap="none"/>
          <a:lstStyle/>
          <a:p>
            <a:r>
              <a:rPr kumimoji="1" lang="zh-CN" altLang="en-US" sz="2400" b="1">
                <a:solidFill>
                  <a:srgbClr val="000000"/>
                </a:solidFill>
                <a:latin typeface="Times New Roman" panose="02020603050405020304" pitchFamily="18" charset="0"/>
                <a:ea typeface="楷体_GB2312"/>
                <a:cs typeface="楷体_GB2312"/>
              </a:rPr>
              <a:t>二元线性方程组 </a:t>
            </a:r>
          </a:p>
        </p:txBody>
      </p:sp>
      <p:graphicFrame>
        <p:nvGraphicFramePr>
          <p:cNvPr id="5146" name="Object 26"/>
          <p:cNvGraphicFramePr>
            <a:graphicFrameLocks noChangeAspect="1"/>
          </p:cNvGraphicFramePr>
          <p:nvPr/>
        </p:nvGraphicFramePr>
        <p:xfrm>
          <a:off x="2906713" y="447675"/>
          <a:ext cx="2386012" cy="965200"/>
        </p:xfrm>
        <a:graphic>
          <a:graphicData uri="http://schemas.openxmlformats.org/presentationml/2006/ole">
            <mc:AlternateContent xmlns:mc="http://schemas.openxmlformats.org/markup-compatibility/2006">
              <mc:Choice xmlns:v="urn:schemas-microsoft-com:vml" Requires="v">
                <p:oleObj spid="_x0000_s5381" name="Equation" r:id="rId3" imgW="28651200" imgH="11582400" progId="">
                  <p:embed/>
                </p:oleObj>
              </mc:Choice>
              <mc:Fallback>
                <p:oleObj name="Equation" r:id="rId3" imgW="28651200" imgH="11582400" progId="">
                  <p:embed/>
                  <p:pic>
                    <p:nvPicPr>
                      <p:cNvPr id="0" name="图片 5120" descr="image17"/>
                      <p:cNvPicPr>
                        <a:picLocks noChangeAspect="1"/>
                      </p:cNvPicPr>
                      <p:nvPr/>
                    </p:nvPicPr>
                    <p:blipFill>
                      <a:blip r:embed="rId4"/>
                      <a:stretch>
                        <a:fillRect/>
                      </a:stretch>
                    </p:blipFill>
                    <p:spPr>
                      <a:xfrm>
                        <a:off x="2906713" y="447675"/>
                        <a:ext cx="2386012" cy="965200"/>
                      </a:xfrm>
                      <a:prstGeom prst="rect">
                        <a:avLst/>
                      </a:prstGeom>
                      <a:noFill/>
                      <a:ln w="9525">
                        <a:noFill/>
                      </a:ln>
                    </p:spPr>
                  </p:pic>
                </p:oleObj>
              </mc:Fallback>
            </mc:AlternateContent>
          </a:graphicData>
        </a:graphic>
      </p:graphicFrame>
      <p:sp>
        <p:nvSpPr>
          <p:cNvPr id="36868" name="Text Box 4"/>
          <p:cNvSpPr txBox="1">
            <a:spLocks noChangeArrowheads="1"/>
          </p:cNvSpPr>
          <p:nvPr/>
        </p:nvSpPr>
        <p:spPr bwMode="auto">
          <a:xfrm>
            <a:off x="609600" y="1701800"/>
            <a:ext cx="950913" cy="457200"/>
          </a:xfrm>
          <a:prstGeom prst="rect">
            <a:avLst/>
          </a:prstGeom>
          <a:noFill/>
          <a:ln w="9525">
            <a:noFill/>
            <a:miter lim="800000"/>
          </a:ln>
        </p:spPr>
        <p:txBody>
          <a:bodyPr wrap="none">
            <a:spAutoFit/>
          </a:bodyPr>
          <a:lstStyle/>
          <a:p>
            <a:r>
              <a:rPr kumimoji="1" lang="zh-CN" altLang="en-US" sz="2400" b="1">
                <a:solidFill>
                  <a:srgbClr val="000000"/>
                </a:solidFill>
                <a:latin typeface="楷体_GB2312"/>
                <a:ea typeface="楷体_GB2312"/>
                <a:cs typeface="楷体_GB2312"/>
              </a:rPr>
              <a:t>若令 </a:t>
            </a:r>
          </a:p>
        </p:txBody>
      </p:sp>
      <p:graphicFrame>
        <p:nvGraphicFramePr>
          <p:cNvPr id="36869" name="Object 27"/>
          <p:cNvGraphicFramePr>
            <a:graphicFrameLocks noChangeAspect="1"/>
          </p:cNvGraphicFramePr>
          <p:nvPr/>
        </p:nvGraphicFramePr>
        <p:xfrm>
          <a:off x="2809875" y="1527175"/>
          <a:ext cx="1752600" cy="965200"/>
        </p:xfrm>
        <a:graphic>
          <a:graphicData uri="http://schemas.openxmlformats.org/presentationml/2006/ole">
            <mc:AlternateContent xmlns:mc="http://schemas.openxmlformats.org/markup-compatibility/2006">
              <mc:Choice xmlns:v="urn:schemas-microsoft-com:vml" Requires="v">
                <p:oleObj spid="_x0000_s5382" name="Equation" r:id="rId5" imgW="21031200" imgH="11582400" progId="">
                  <p:embed/>
                </p:oleObj>
              </mc:Choice>
              <mc:Fallback>
                <p:oleObj name="Equation" r:id="rId5" imgW="21031200" imgH="11582400" progId="">
                  <p:embed/>
                  <p:pic>
                    <p:nvPicPr>
                      <p:cNvPr id="0" name="图片 5146" descr="image18"/>
                      <p:cNvPicPr>
                        <a:picLocks noChangeAspect="1"/>
                      </p:cNvPicPr>
                      <p:nvPr/>
                    </p:nvPicPr>
                    <p:blipFill>
                      <a:blip r:embed="rId6"/>
                      <a:stretch>
                        <a:fillRect/>
                      </a:stretch>
                    </p:blipFill>
                    <p:spPr>
                      <a:xfrm>
                        <a:off x="2809875" y="1527175"/>
                        <a:ext cx="1752600" cy="965200"/>
                      </a:xfrm>
                      <a:prstGeom prst="rect">
                        <a:avLst/>
                      </a:prstGeom>
                      <a:noFill/>
                      <a:ln w="9525">
                        <a:noFill/>
                      </a:ln>
                    </p:spPr>
                  </p:pic>
                </p:oleObj>
              </mc:Fallback>
            </mc:AlternateContent>
          </a:graphicData>
        </a:graphic>
      </p:graphicFrame>
      <p:graphicFrame>
        <p:nvGraphicFramePr>
          <p:cNvPr id="36870" name="Object 28"/>
          <p:cNvGraphicFramePr>
            <a:graphicFrameLocks noChangeAspect="1"/>
          </p:cNvGraphicFramePr>
          <p:nvPr/>
        </p:nvGraphicFramePr>
        <p:xfrm>
          <a:off x="1554163" y="2781300"/>
          <a:ext cx="1752600" cy="965200"/>
        </p:xfrm>
        <a:graphic>
          <a:graphicData uri="http://schemas.openxmlformats.org/presentationml/2006/ole">
            <mc:AlternateContent xmlns:mc="http://schemas.openxmlformats.org/markup-compatibility/2006">
              <mc:Choice xmlns:v="urn:schemas-microsoft-com:vml" Requires="v">
                <p:oleObj spid="_x0000_s5383" name="Equation" r:id="rId7" imgW="21031200" imgH="11582400" progId="">
                  <p:embed/>
                </p:oleObj>
              </mc:Choice>
              <mc:Fallback>
                <p:oleObj name="Equation" r:id="rId7" imgW="21031200" imgH="11582400" progId="">
                  <p:embed/>
                  <p:pic>
                    <p:nvPicPr>
                      <p:cNvPr id="0" name="图片 5147" descr="image19"/>
                      <p:cNvPicPr>
                        <a:picLocks noChangeAspect="1"/>
                      </p:cNvPicPr>
                      <p:nvPr/>
                    </p:nvPicPr>
                    <p:blipFill>
                      <a:blip r:embed="rId8"/>
                      <a:stretch>
                        <a:fillRect/>
                      </a:stretch>
                    </p:blipFill>
                    <p:spPr>
                      <a:xfrm>
                        <a:off x="1554163" y="2781300"/>
                        <a:ext cx="1752600" cy="965200"/>
                      </a:xfrm>
                      <a:prstGeom prst="rect">
                        <a:avLst/>
                      </a:prstGeom>
                      <a:noFill/>
                      <a:ln w="9525">
                        <a:noFill/>
                      </a:ln>
                    </p:spPr>
                  </p:pic>
                </p:oleObj>
              </mc:Fallback>
            </mc:AlternateContent>
          </a:graphicData>
        </a:graphic>
      </p:graphicFrame>
      <p:graphicFrame>
        <p:nvGraphicFramePr>
          <p:cNvPr id="36871" name="Object 29"/>
          <p:cNvGraphicFramePr>
            <a:graphicFrameLocks noChangeAspect="1"/>
          </p:cNvGraphicFramePr>
          <p:nvPr/>
        </p:nvGraphicFramePr>
        <p:xfrm>
          <a:off x="4094163" y="2781300"/>
          <a:ext cx="1752600" cy="965200"/>
        </p:xfrm>
        <a:graphic>
          <a:graphicData uri="http://schemas.openxmlformats.org/presentationml/2006/ole">
            <mc:AlternateContent xmlns:mc="http://schemas.openxmlformats.org/markup-compatibility/2006">
              <mc:Choice xmlns:v="urn:schemas-microsoft-com:vml" Requires="v">
                <p:oleObj spid="_x0000_s5384" name="Equation" r:id="rId9" imgW="21031200" imgH="11582400" progId="">
                  <p:embed/>
                </p:oleObj>
              </mc:Choice>
              <mc:Fallback>
                <p:oleObj name="Equation" r:id="rId9" imgW="21031200" imgH="11582400" progId="">
                  <p:embed/>
                  <p:pic>
                    <p:nvPicPr>
                      <p:cNvPr id="0" name="图片 5148" descr="image20"/>
                      <p:cNvPicPr>
                        <a:picLocks noChangeAspect="1"/>
                      </p:cNvPicPr>
                      <p:nvPr/>
                    </p:nvPicPr>
                    <p:blipFill>
                      <a:blip r:embed="rId10"/>
                      <a:stretch>
                        <a:fillRect/>
                      </a:stretch>
                    </p:blipFill>
                    <p:spPr>
                      <a:xfrm>
                        <a:off x="4094163" y="2781300"/>
                        <a:ext cx="1752600" cy="965200"/>
                      </a:xfrm>
                      <a:prstGeom prst="rect">
                        <a:avLst/>
                      </a:prstGeom>
                      <a:noFill/>
                      <a:ln w="9525">
                        <a:noFill/>
                      </a:ln>
                    </p:spPr>
                  </p:pic>
                </p:oleObj>
              </mc:Fallback>
            </mc:AlternateContent>
          </a:graphicData>
        </a:graphic>
      </p:graphicFrame>
      <p:sp>
        <p:nvSpPr>
          <p:cNvPr id="36872" name="Text Box 8"/>
          <p:cNvSpPr txBox="1">
            <a:spLocks noChangeArrowheads="1"/>
          </p:cNvSpPr>
          <p:nvPr/>
        </p:nvSpPr>
        <p:spPr bwMode="auto">
          <a:xfrm>
            <a:off x="4730750" y="1701800"/>
            <a:ext cx="4233863" cy="457200"/>
          </a:xfrm>
          <a:prstGeom prst="rect">
            <a:avLst/>
          </a:prstGeom>
          <a:noFill/>
          <a:ln w="9525">
            <a:noFill/>
            <a:miter lim="800000"/>
          </a:ln>
        </p:spPr>
        <p:txBody>
          <a:bodyPr>
            <a:spAutoFit/>
          </a:bodyPr>
          <a:lstStyle/>
          <a:p>
            <a:r>
              <a:rPr kumimoji="1" lang="en-US" altLang="zh-CN" sz="2400" b="1">
                <a:solidFill>
                  <a:srgbClr val="FF0000"/>
                </a:solidFill>
                <a:latin typeface="楷体_GB2312"/>
                <a:ea typeface="楷体_GB2312"/>
                <a:cs typeface="楷体_GB2312"/>
              </a:rPr>
              <a:t>(</a:t>
            </a:r>
            <a:r>
              <a:rPr kumimoji="1" lang="zh-CN" altLang="en-US" sz="2400" b="1">
                <a:solidFill>
                  <a:srgbClr val="FF0000"/>
                </a:solidFill>
                <a:latin typeface="楷体_GB2312"/>
                <a:ea typeface="楷体_GB2312"/>
                <a:cs typeface="楷体_GB2312"/>
              </a:rPr>
              <a:t>方程组的系数行列式</a:t>
            </a:r>
            <a:r>
              <a:rPr kumimoji="1" lang="en-US" altLang="zh-CN" sz="2400" b="1">
                <a:solidFill>
                  <a:srgbClr val="FF0000"/>
                </a:solidFill>
                <a:latin typeface="楷体_GB2312"/>
                <a:ea typeface="楷体_GB2312"/>
                <a:cs typeface="楷体_GB2312"/>
              </a:rPr>
              <a:t>)</a:t>
            </a:r>
          </a:p>
        </p:txBody>
      </p:sp>
      <p:sp>
        <p:nvSpPr>
          <p:cNvPr id="36873" name="Text Box 9"/>
          <p:cNvSpPr txBox="1">
            <a:spLocks noChangeArrowheads="1"/>
          </p:cNvSpPr>
          <p:nvPr/>
        </p:nvSpPr>
        <p:spPr bwMode="auto">
          <a:xfrm>
            <a:off x="685800" y="3933825"/>
            <a:ext cx="5086350" cy="457200"/>
          </a:xfrm>
          <a:prstGeom prst="rect">
            <a:avLst/>
          </a:prstGeom>
          <a:noFill/>
          <a:ln w="9525">
            <a:noFill/>
            <a:miter lim="800000"/>
          </a:ln>
        </p:spPr>
        <p:txBody>
          <a:bodyPr wrap="none">
            <a:spAutoFit/>
          </a:bodyPr>
          <a:lstStyle/>
          <a:p>
            <a:r>
              <a:rPr kumimoji="1" lang="zh-CN" altLang="en-US" sz="2400" b="1">
                <a:solidFill>
                  <a:srgbClr val="000000"/>
                </a:solidFill>
                <a:latin typeface="Times New Roman" panose="02020603050405020304" pitchFamily="18" charset="0"/>
                <a:ea typeface="楷体_GB2312"/>
                <a:cs typeface="楷体_GB2312"/>
              </a:rPr>
              <a:t>则上述二元线性方程组的解可表示为</a:t>
            </a:r>
          </a:p>
        </p:txBody>
      </p:sp>
      <p:graphicFrame>
        <p:nvGraphicFramePr>
          <p:cNvPr id="36874" name="Object 30"/>
          <p:cNvGraphicFramePr>
            <a:graphicFrameLocks noChangeAspect="1"/>
          </p:cNvGraphicFramePr>
          <p:nvPr/>
        </p:nvGraphicFramePr>
        <p:xfrm>
          <a:off x="2090738" y="4549775"/>
          <a:ext cx="3357562" cy="979488"/>
        </p:xfrm>
        <a:graphic>
          <a:graphicData uri="http://schemas.openxmlformats.org/presentationml/2006/ole">
            <mc:AlternateContent xmlns:mc="http://schemas.openxmlformats.org/markup-compatibility/2006">
              <mc:Choice xmlns:v="urn:schemas-microsoft-com:vml" Requires="v">
                <p:oleObj spid="_x0000_s5385" name="Equation" r:id="rId11" imgW="36576000" imgH="10668000" progId="">
                  <p:embed/>
                </p:oleObj>
              </mc:Choice>
              <mc:Fallback>
                <p:oleObj name="Equation" r:id="rId11" imgW="36576000" imgH="10668000" progId="">
                  <p:embed/>
                  <p:pic>
                    <p:nvPicPr>
                      <p:cNvPr id="0" name="图片 5149" descr="image21"/>
                      <p:cNvPicPr>
                        <a:picLocks noChangeAspect="1"/>
                      </p:cNvPicPr>
                      <p:nvPr/>
                    </p:nvPicPr>
                    <p:blipFill>
                      <a:blip r:embed="rId12"/>
                      <a:stretch>
                        <a:fillRect/>
                      </a:stretch>
                    </p:blipFill>
                    <p:spPr>
                      <a:xfrm>
                        <a:off x="2090738" y="4549775"/>
                        <a:ext cx="3357562" cy="979488"/>
                      </a:xfrm>
                      <a:prstGeom prst="rect">
                        <a:avLst/>
                      </a:prstGeom>
                      <a:noFill/>
                      <a:ln w="9525">
                        <a:noFill/>
                      </a:ln>
                    </p:spPr>
                  </p:pic>
                </p:oleObj>
              </mc:Fallback>
            </mc:AlternateContent>
          </a:graphicData>
        </a:graphic>
      </p:graphicFrame>
      <p:graphicFrame>
        <p:nvGraphicFramePr>
          <p:cNvPr id="36875" name="Object 31"/>
          <p:cNvGraphicFramePr>
            <a:graphicFrameLocks noChangeAspect="1"/>
          </p:cNvGraphicFramePr>
          <p:nvPr/>
        </p:nvGraphicFramePr>
        <p:xfrm>
          <a:off x="2090738" y="5689600"/>
          <a:ext cx="3440112" cy="979488"/>
        </p:xfrm>
        <a:graphic>
          <a:graphicData uri="http://schemas.openxmlformats.org/presentationml/2006/ole">
            <mc:AlternateContent xmlns:mc="http://schemas.openxmlformats.org/markup-compatibility/2006">
              <mc:Choice xmlns:v="urn:schemas-microsoft-com:vml" Requires="v">
                <p:oleObj spid="_x0000_s5386" name="Equation" r:id="rId13" imgW="37490400" imgH="10668000" progId="">
                  <p:embed/>
                </p:oleObj>
              </mc:Choice>
              <mc:Fallback>
                <p:oleObj name="Equation" r:id="rId13" imgW="37490400" imgH="10668000" progId="">
                  <p:embed/>
                  <p:pic>
                    <p:nvPicPr>
                      <p:cNvPr id="0" name="图片 5150" descr="image22"/>
                      <p:cNvPicPr>
                        <a:picLocks noChangeAspect="1"/>
                      </p:cNvPicPr>
                      <p:nvPr/>
                    </p:nvPicPr>
                    <p:blipFill>
                      <a:blip r:embed="rId14"/>
                      <a:stretch>
                        <a:fillRect/>
                      </a:stretch>
                    </p:blipFill>
                    <p:spPr>
                      <a:xfrm>
                        <a:off x="2090738" y="5689600"/>
                        <a:ext cx="3440112" cy="979488"/>
                      </a:xfrm>
                      <a:prstGeom prst="rect">
                        <a:avLst/>
                      </a:prstGeom>
                      <a:noFill/>
                      <a:ln w="9525">
                        <a:noFill/>
                      </a:ln>
                    </p:spPr>
                  </p:pic>
                </p:oleObj>
              </mc:Fallback>
            </mc:AlternateContent>
          </a:graphicData>
        </a:graphic>
      </p:graphicFrame>
      <p:sp>
        <p:nvSpPr>
          <p:cNvPr id="36878" name="Line 14"/>
          <p:cNvSpPr>
            <a:spLocks noChangeShapeType="1"/>
          </p:cNvSpPr>
          <p:nvPr/>
        </p:nvSpPr>
        <p:spPr bwMode="auto">
          <a:xfrm>
            <a:off x="4284663" y="2420938"/>
            <a:ext cx="1223962" cy="431800"/>
          </a:xfrm>
          <a:prstGeom prst="line">
            <a:avLst/>
          </a:prstGeom>
          <a:noFill/>
          <a:ln w="38100">
            <a:solidFill>
              <a:srgbClr val="3333FF"/>
            </a:solidFill>
            <a:round/>
            <a:tailEnd type="triangle" w="med" len="med"/>
          </a:ln>
        </p:spPr>
        <p:txBody>
          <a:bodyPr/>
          <a:lstStyle/>
          <a:p>
            <a:endParaRPr lang="zh-CN" altLang="en-US"/>
          </a:p>
        </p:txBody>
      </p:sp>
      <p:sp>
        <p:nvSpPr>
          <p:cNvPr id="36879" name="Line 15"/>
          <p:cNvSpPr>
            <a:spLocks noChangeShapeType="1"/>
          </p:cNvSpPr>
          <p:nvPr/>
        </p:nvSpPr>
        <p:spPr bwMode="auto">
          <a:xfrm flipH="1">
            <a:off x="2411413" y="2420938"/>
            <a:ext cx="1223962" cy="431800"/>
          </a:xfrm>
          <a:prstGeom prst="line">
            <a:avLst/>
          </a:prstGeom>
          <a:noFill/>
          <a:ln w="38100">
            <a:solidFill>
              <a:srgbClr val="3333FF"/>
            </a:solidFill>
            <a:round/>
            <a:tailEnd type="triangle" w="med" len="med"/>
          </a:ln>
        </p:spPr>
        <p:txBody>
          <a:bodyPr/>
          <a:lstStyle/>
          <a:p>
            <a:endParaRPr lang="zh-CN" altLang="en-US"/>
          </a:p>
        </p:txBody>
      </p:sp>
      <p:sp>
        <p:nvSpPr>
          <p:cNvPr id="36880" name="Rectangle 16"/>
          <p:cNvSpPr>
            <a:spLocks noChangeArrowheads="1"/>
          </p:cNvSpPr>
          <p:nvPr/>
        </p:nvSpPr>
        <p:spPr bwMode="auto">
          <a:xfrm>
            <a:off x="4716463" y="4572000"/>
            <a:ext cx="863600" cy="936625"/>
          </a:xfrm>
          <a:prstGeom prst="rect">
            <a:avLst/>
          </a:prstGeom>
          <a:solidFill>
            <a:schemeClr val="bg1"/>
          </a:solidFill>
          <a:ln w="9525">
            <a:noFill/>
            <a:miter lim="800000"/>
          </a:ln>
        </p:spPr>
        <p:txBody>
          <a:bodyPr wrap="none" anchor="ctr"/>
          <a:lstStyle/>
          <a:p>
            <a:endParaRPr lang="zh-CN" altLang="en-US">
              <a:solidFill>
                <a:srgbClr val="000000"/>
              </a:solidFill>
            </a:endParaRPr>
          </a:p>
        </p:txBody>
      </p:sp>
      <p:sp>
        <p:nvSpPr>
          <p:cNvPr id="36881" name="Rectangle 17"/>
          <p:cNvSpPr>
            <a:spLocks noChangeArrowheads="1"/>
          </p:cNvSpPr>
          <p:nvPr/>
        </p:nvSpPr>
        <p:spPr bwMode="auto">
          <a:xfrm>
            <a:off x="4716463" y="5711825"/>
            <a:ext cx="863600" cy="936625"/>
          </a:xfrm>
          <a:prstGeom prst="rect">
            <a:avLst/>
          </a:prstGeom>
          <a:solidFill>
            <a:schemeClr val="bg1"/>
          </a:solidFill>
          <a:ln w="9525">
            <a:noFill/>
            <a:miter lim="800000"/>
          </a:ln>
        </p:spPr>
        <p:txBody>
          <a:bodyPr wrap="none" anchor="ctr"/>
          <a:lstStyle/>
          <a:p>
            <a:endParaRPr lang="zh-CN" altLang="en-US">
              <a:solidFill>
                <a:srgbClr val="000000"/>
              </a:solidFill>
            </a:endParaRPr>
          </a:p>
        </p:txBody>
      </p:sp>
      <p:sp>
        <p:nvSpPr>
          <p:cNvPr id="36882" name="Rectangle 18"/>
          <p:cNvSpPr>
            <a:spLocks noChangeArrowheads="1"/>
          </p:cNvSpPr>
          <p:nvPr/>
        </p:nvSpPr>
        <p:spPr bwMode="auto">
          <a:xfrm>
            <a:off x="5003800" y="4608513"/>
            <a:ext cx="431800" cy="395287"/>
          </a:xfrm>
          <a:prstGeom prst="rect">
            <a:avLst/>
          </a:prstGeom>
          <a:solidFill>
            <a:schemeClr val="bg1"/>
          </a:solidFill>
          <a:ln w="9525">
            <a:noFill/>
            <a:miter lim="800000"/>
          </a:ln>
        </p:spPr>
        <p:txBody>
          <a:bodyPr wrap="none" anchor="ctr"/>
          <a:lstStyle/>
          <a:p>
            <a:endParaRPr lang="zh-CN" altLang="en-US">
              <a:solidFill>
                <a:srgbClr val="000000"/>
              </a:solidFill>
            </a:endParaRPr>
          </a:p>
        </p:txBody>
      </p:sp>
      <p:sp>
        <p:nvSpPr>
          <p:cNvPr id="36883" name="Rectangle 19"/>
          <p:cNvSpPr>
            <a:spLocks noChangeArrowheads="1"/>
          </p:cNvSpPr>
          <p:nvPr/>
        </p:nvSpPr>
        <p:spPr bwMode="auto">
          <a:xfrm>
            <a:off x="5003800" y="5734050"/>
            <a:ext cx="431800" cy="395288"/>
          </a:xfrm>
          <a:prstGeom prst="rect">
            <a:avLst/>
          </a:prstGeom>
          <a:solidFill>
            <a:schemeClr val="bg1"/>
          </a:solidFill>
          <a:ln w="9525">
            <a:noFill/>
            <a:miter lim="800000"/>
          </a:ln>
        </p:spPr>
        <p:txBody>
          <a:bodyPr wrap="none" anchor="ctr"/>
          <a:lstStyle/>
          <a:p>
            <a:endParaRPr lang="zh-CN" altLang="en-US">
              <a:solidFill>
                <a:srgbClr val="000000"/>
              </a:solidFill>
            </a:endParaRPr>
          </a:p>
        </p:txBody>
      </p:sp>
      <p:sp>
        <p:nvSpPr>
          <p:cNvPr id="36884" name="Rectangle 20"/>
          <p:cNvSpPr>
            <a:spLocks noChangeArrowheads="1"/>
          </p:cNvSpPr>
          <p:nvPr/>
        </p:nvSpPr>
        <p:spPr bwMode="auto">
          <a:xfrm>
            <a:off x="4000500" y="404813"/>
            <a:ext cx="341313" cy="1008062"/>
          </a:xfrm>
          <a:prstGeom prst="rect">
            <a:avLst/>
          </a:prstGeom>
          <a:noFill/>
          <a:ln w="28575">
            <a:solidFill>
              <a:srgbClr val="3333FF"/>
            </a:solidFill>
            <a:miter lim="800000"/>
          </a:ln>
        </p:spPr>
        <p:txBody>
          <a:bodyPr wrap="none" anchor="ctr"/>
          <a:lstStyle/>
          <a:p>
            <a:endParaRPr lang="zh-CN" altLang="en-US">
              <a:solidFill>
                <a:srgbClr val="000000"/>
              </a:solidFill>
            </a:endParaRPr>
          </a:p>
        </p:txBody>
      </p:sp>
      <p:sp>
        <p:nvSpPr>
          <p:cNvPr id="36885" name="Rectangle 21"/>
          <p:cNvSpPr>
            <a:spLocks noChangeArrowheads="1"/>
          </p:cNvSpPr>
          <p:nvPr/>
        </p:nvSpPr>
        <p:spPr bwMode="auto">
          <a:xfrm>
            <a:off x="3101975" y="404813"/>
            <a:ext cx="341313" cy="1008062"/>
          </a:xfrm>
          <a:prstGeom prst="rect">
            <a:avLst/>
          </a:prstGeom>
          <a:noFill/>
          <a:ln w="28575">
            <a:solidFill>
              <a:srgbClr val="3333FF"/>
            </a:solidFill>
            <a:miter lim="800000"/>
          </a:ln>
        </p:spPr>
        <p:txBody>
          <a:bodyPr wrap="none" anchor="ctr"/>
          <a:lstStyle/>
          <a:p>
            <a:endParaRPr lang="zh-CN" altLang="en-US">
              <a:solidFill>
                <a:srgbClr val="000000"/>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6885"/>
                                        </p:tgtEl>
                                        <p:attrNameLst>
                                          <p:attrName>style.visibility</p:attrName>
                                        </p:attrNameLst>
                                      </p:cBhvr>
                                      <p:to>
                                        <p:strVal val="visible"/>
                                      </p:to>
                                    </p:set>
                                    <p:animEffect transition="in" filter="wipe(up)">
                                      <p:cBhvr>
                                        <p:cTn id="7" dur="500"/>
                                        <p:tgtEl>
                                          <p:spTgt spid="36885"/>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6884"/>
                                        </p:tgtEl>
                                        <p:attrNameLst>
                                          <p:attrName>style.visibility</p:attrName>
                                        </p:attrNameLst>
                                      </p:cBhvr>
                                      <p:to>
                                        <p:strVal val="visible"/>
                                      </p:to>
                                    </p:set>
                                    <p:animEffect transition="in" filter="wipe(up)">
                                      <p:cBhvr>
                                        <p:cTn id="10" dur="500"/>
                                        <p:tgtEl>
                                          <p:spTgt spid="3688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6868">
                                            <p:txEl>
                                              <p:pRg st="0" end="0"/>
                                            </p:txEl>
                                          </p:spTgt>
                                        </p:tgtEl>
                                        <p:attrNameLst>
                                          <p:attrName>style.visibility</p:attrName>
                                        </p:attrNameLst>
                                      </p:cBhvr>
                                      <p:to>
                                        <p:strVal val="visible"/>
                                      </p:to>
                                    </p:set>
                                    <p:animEffect transition="in" filter="wipe(left)">
                                      <p:cBhvr>
                                        <p:cTn id="15" dur="500"/>
                                        <p:tgtEl>
                                          <p:spTgt spid="36868">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6869"/>
                                        </p:tgtEl>
                                        <p:attrNameLst>
                                          <p:attrName>style.visibility</p:attrName>
                                        </p:attrNameLst>
                                      </p:cBhvr>
                                      <p:to>
                                        <p:strVal val="visible"/>
                                      </p:to>
                                    </p:set>
                                    <p:animEffect transition="in" filter="wipe(left)">
                                      <p:cBhvr>
                                        <p:cTn id="20" dur="500"/>
                                        <p:tgtEl>
                                          <p:spTgt spid="3686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6872">
                                            <p:txEl>
                                              <p:pRg st="0" end="0"/>
                                            </p:txEl>
                                          </p:spTgt>
                                        </p:tgtEl>
                                        <p:attrNameLst>
                                          <p:attrName>style.visibility</p:attrName>
                                        </p:attrNameLst>
                                      </p:cBhvr>
                                      <p:to>
                                        <p:strVal val="visible"/>
                                      </p:to>
                                    </p:set>
                                    <p:animEffect transition="in" filter="wipe(left)">
                                      <p:cBhvr>
                                        <p:cTn id="25" dur="500"/>
                                        <p:tgtEl>
                                          <p:spTgt spid="36872">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36873">
                                            <p:txEl>
                                              <p:pRg st="0" end="0"/>
                                            </p:txEl>
                                          </p:spTgt>
                                        </p:tgtEl>
                                        <p:attrNameLst>
                                          <p:attrName>style.visibility</p:attrName>
                                        </p:attrNameLst>
                                      </p:cBhvr>
                                      <p:to>
                                        <p:strVal val="visible"/>
                                      </p:to>
                                    </p:set>
                                    <p:animEffect transition="in" filter="wipe(left)">
                                      <p:cBhvr>
                                        <p:cTn id="30" dur="500"/>
                                        <p:tgtEl>
                                          <p:spTgt spid="36873">
                                            <p:txEl>
                                              <p:pRg st="0" end="0"/>
                                            </p:txEl>
                                          </p:spTgt>
                                        </p:tgtEl>
                                      </p:cBhvr>
                                    </p:animEffect>
                                  </p:childTnLst>
                                </p:cTn>
                              </p:par>
                              <p:par>
                                <p:cTn id="31" presetID="22" presetClass="entr" presetSubtype="8" fill="hold" nodeType="withEffect">
                                  <p:stCondLst>
                                    <p:cond delay="0"/>
                                  </p:stCondLst>
                                  <p:childTnLst>
                                    <p:set>
                                      <p:cBhvr>
                                        <p:cTn id="32" dur="1" fill="hold">
                                          <p:stCondLst>
                                            <p:cond delay="0"/>
                                          </p:stCondLst>
                                        </p:cTn>
                                        <p:tgtEl>
                                          <p:spTgt spid="36874"/>
                                        </p:tgtEl>
                                        <p:attrNameLst>
                                          <p:attrName>style.visibility</p:attrName>
                                        </p:attrNameLst>
                                      </p:cBhvr>
                                      <p:to>
                                        <p:strVal val="visible"/>
                                      </p:to>
                                    </p:set>
                                    <p:animEffect transition="in" filter="wipe(left)">
                                      <p:cBhvr>
                                        <p:cTn id="33" dur="500"/>
                                        <p:tgtEl>
                                          <p:spTgt spid="36874"/>
                                        </p:tgtEl>
                                      </p:cBhvr>
                                    </p:animEffect>
                                  </p:childTnLst>
                                </p:cTn>
                              </p:par>
                              <p:par>
                                <p:cTn id="34" presetID="22" presetClass="entr" presetSubtype="8" fill="hold" nodeType="withEffect">
                                  <p:stCondLst>
                                    <p:cond delay="0"/>
                                  </p:stCondLst>
                                  <p:childTnLst>
                                    <p:set>
                                      <p:cBhvr>
                                        <p:cTn id="35" dur="1" fill="hold">
                                          <p:stCondLst>
                                            <p:cond delay="0"/>
                                          </p:stCondLst>
                                        </p:cTn>
                                        <p:tgtEl>
                                          <p:spTgt spid="36875"/>
                                        </p:tgtEl>
                                        <p:attrNameLst>
                                          <p:attrName>style.visibility</p:attrName>
                                        </p:attrNameLst>
                                      </p:cBhvr>
                                      <p:to>
                                        <p:strVal val="visible"/>
                                      </p:to>
                                    </p:set>
                                    <p:animEffect transition="in" filter="wipe(left)">
                                      <p:cBhvr>
                                        <p:cTn id="36" dur="500"/>
                                        <p:tgtEl>
                                          <p:spTgt spid="3687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xit" presetSubtype="8" fill="hold" grpId="0" nodeType="clickEffect">
                                  <p:stCondLst>
                                    <p:cond delay="0"/>
                                  </p:stCondLst>
                                  <p:childTnLst>
                                    <p:animEffect transition="out" filter="wipe(left)">
                                      <p:cBhvr>
                                        <p:cTn id="40" dur="500"/>
                                        <p:tgtEl>
                                          <p:spTgt spid="36880"/>
                                        </p:tgtEl>
                                      </p:cBhvr>
                                    </p:animEffect>
                                    <p:set>
                                      <p:cBhvr>
                                        <p:cTn id="41" dur="1" fill="hold">
                                          <p:stCondLst>
                                            <p:cond delay="499"/>
                                          </p:stCondLst>
                                        </p:cTn>
                                        <p:tgtEl>
                                          <p:spTgt spid="36880"/>
                                        </p:tgtEl>
                                        <p:attrNameLst>
                                          <p:attrName>style.visibility</p:attrName>
                                        </p:attrNameLst>
                                      </p:cBhvr>
                                      <p:to>
                                        <p:strVal val="hidden"/>
                                      </p:to>
                                    </p:set>
                                  </p:childTnLst>
                                </p:cTn>
                              </p:par>
                              <p:par>
                                <p:cTn id="42" presetID="22" presetClass="exit" presetSubtype="8" fill="hold" grpId="0" nodeType="withEffect">
                                  <p:stCondLst>
                                    <p:cond delay="0"/>
                                  </p:stCondLst>
                                  <p:childTnLst>
                                    <p:animEffect transition="out" filter="wipe(left)">
                                      <p:cBhvr>
                                        <p:cTn id="43" dur="500"/>
                                        <p:tgtEl>
                                          <p:spTgt spid="36881"/>
                                        </p:tgtEl>
                                      </p:cBhvr>
                                    </p:animEffect>
                                    <p:set>
                                      <p:cBhvr>
                                        <p:cTn id="44" dur="1" fill="hold">
                                          <p:stCondLst>
                                            <p:cond delay="499"/>
                                          </p:stCondLst>
                                        </p:cTn>
                                        <p:tgtEl>
                                          <p:spTgt spid="36881"/>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8" presetClass="entr" presetSubtype="12" fill="hold" grpId="0" nodeType="clickEffect">
                                  <p:stCondLst>
                                    <p:cond delay="0"/>
                                  </p:stCondLst>
                                  <p:childTnLst>
                                    <p:set>
                                      <p:cBhvr>
                                        <p:cTn id="48" dur="1" fill="hold">
                                          <p:stCondLst>
                                            <p:cond delay="0"/>
                                          </p:stCondLst>
                                        </p:cTn>
                                        <p:tgtEl>
                                          <p:spTgt spid="36879"/>
                                        </p:tgtEl>
                                        <p:attrNameLst>
                                          <p:attrName>style.visibility</p:attrName>
                                        </p:attrNameLst>
                                      </p:cBhvr>
                                      <p:to>
                                        <p:strVal val="visible"/>
                                      </p:to>
                                    </p:set>
                                    <p:animEffect transition="in" filter="strips(downLeft)">
                                      <p:cBhvr>
                                        <p:cTn id="49" dur="500"/>
                                        <p:tgtEl>
                                          <p:spTgt spid="36879"/>
                                        </p:tgtEl>
                                      </p:cBhvr>
                                    </p:animEffect>
                                  </p:childTnLst>
                                </p:cTn>
                              </p:par>
                            </p:childTnLst>
                          </p:cTn>
                        </p:par>
                        <p:par>
                          <p:cTn id="50" fill="hold">
                            <p:stCondLst>
                              <p:cond delay="500"/>
                            </p:stCondLst>
                            <p:childTnLst>
                              <p:par>
                                <p:cTn id="51" presetID="22" presetClass="entr" presetSubtype="8" fill="hold" nodeType="afterEffect">
                                  <p:stCondLst>
                                    <p:cond delay="0"/>
                                  </p:stCondLst>
                                  <p:childTnLst>
                                    <p:set>
                                      <p:cBhvr>
                                        <p:cTn id="52" dur="1" fill="hold">
                                          <p:stCondLst>
                                            <p:cond delay="0"/>
                                          </p:stCondLst>
                                        </p:cTn>
                                        <p:tgtEl>
                                          <p:spTgt spid="36870"/>
                                        </p:tgtEl>
                                        <p:attrNameLst>
                                          <p:attrName>style.visibility</p:attrName>
                                        </p:attrNameLst>
                                      </p:cBhvr>
                                      <p:to>
                                        <p:strVal val="visible"/>
                                      </p:to>
                                    </p:set>
                                    <p:animEffect transition="in" filter="wipe(left)">
                                      <p:cBhvr>
                                        <p:cTn id="53" dur="500"/>
                                        <p:tgtEl>
                                          <p:spTgt spid="3687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xit" presetSubtype="8" fill="hold" grpId="0" nodeType="clickEffect">
                                  <p:stCondLst>
                                    <p:cond delay="0"/>
                                  </p:stCondLst>
                                  <p:childTnLst>
                                    <p:animEffect transition="out" filter="wipe(left)">
                                      <p:cBhvr>
                                        <p:cTn id="57" dur="500"/>
                                        <p:tgtEl>
                                          <p:spTgt spid="36882"/>
                                        </p:tgtEl>
                                      </p:cBhvr>
                                    </p:animEffect>
                                    <p:set>
                                      <p:cBhvr>
                                        <p:cTn id="58" dur="1" fill="hold">
                                          <p:stCondLst>
                                            <p:cond delay="499"/>
                                          </p:stCondLst>
                                        </p:cTn>
                                        <p:tgtEl>
                                          <p:spTgt spid="36882"/>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8" presetClass="entr" presetSubtype="3" fill="hold" grpId="0" nodeType="clickEffect">
                                  <p:stCondLst>
                                    <p:cond delay="0"/>
                                  </p:stCondLst>
                                  <p:childTnLst>
                                    <p:set>
                                      <p:cBhvr>
                                        <p:cTn id="62" dur="1" fill="hold">
                                          <p:stCondLst>
                                            <p:cond delay="0"/>
                                          </p:stCondLst>
                                        </p:cTn>
                                        <p:tgtEl>
                                          <p:spTgt spid="36878"/>
                                        </p:tgtEl>
                                        <p:attrNameLst>
                                          <p:attrName>style.visibility</p:attrName>
                                        </p:attrNameLst>
                                      </p:cBhvr>
                                      <p:to>
                                        <p:strVal val="visible"/>
                                      </p:to>
                                    </p:set>
                                    <p:animEffect transition="in" filter="strips(upRight)">
                                      <p:cBhvr>
                                        <p:cTn id="63" dur="500"/>
                                        <p:tgtEl>
                                          <p:spTgt spid="36878"/>
                                        </p:tgtEl>
                                      </p:cBhvr>
                                    </p:animEffect>
                                  </p:childTnLst>
                                </p:cTn>
                              </p:par>
                            </p:childTnLst>
                          </p:cTn>
                        </p:par>
                        <p:par>
                          <p:cTn id="64" fill="hold">
                            <p:stCondLst>
                              <p:cond delay="500"/>
                            </p:stCondLst>
                            <p:childTnLst>
                              <p:par>
                                <p:cTn id="65" presetID="22" presetClass="entr" presetSubtype="8" fill="hold" nodeType="afterEffect">
                                  <p:stCondLst>
                                    <p:cond delay="0"/>
                                  </p:stCondLst>
                                  <p:childTnLst>
                                    <p:set>
                                      <p:cBhvr>
                                        <p:cTn id="66" dur="1" fill="hold">
                                          <p:stCondLst>
                                            <p:cond delay="0"/>
                                          </p:stCondLst>
                                        </p:cTn>
                                        <p:tgtEl>
                                          <p:spTgt spid="36871"/>
                                        </p:tgtEl>
                                        <p:attrNameLst>
                                          <p:attrName>style.visibility</p:attrName>
                                        </p:attrNameLst>
                                      </p:cBhvr>
                                      <p:to>
                                        <p:strVal val="visible"/>
                                      </p:to>
                                    </p:set>
                                    <p:animEffect transition="in" filter="wipe(left)">
                                      <p:cBhvr>
                                        <p:cTn id="67" dur="500"/>
                                        <p:tgtEl>
                                          <p:spTgt spid="36871"/>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xit" presetSubtype="8" fill="hold" grpId="0" nodeType="clickEffect">
                                  <p:stCondLst>
                                    <p:cond delay="0"/>
                                  </p:stCondLst>
                                  <p:childTnLst>
                                    <p:animEffect transition="out" filter="wipe(left)">
                                      <p:cBhvr>
                                        <p:cTn id="71" dur="500"/>
                                        <p:tgtEl>
                                          <p:spTgt spid="36883"/>
                                        </p:tgtEl>
                                      </p:cBhvr>
                                    </p:animEffect>
                                    <p:set>
                                      <p:cBhvr>
                                        <p:cTn id="72" dur="1" fill="hold">
                                          <p:stCondLst>
                                            <p:cond delay="499"/>
                                          </p:stCondLst>
                                        </p:cTn>
                                        <p:tgtEl>
                                          <p:spTgt spid="3688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build="p" autoUpdateAnimBg="0"/>
      <p:bldP spid="36872" grpId="0" build="p" autoUpdateAnimBg="0"/>
      <p:bldP spid="36873" grpId="0" build="p" autoUpdateAnimBg="0"/>
      <p:bldP spid="36878" grpId="0" animBg="1"/>
      <p:bldP spid="36879" grpId="0" animBg="1"/>
      <p:bldP spid="36880" grpId="0" animBg="1"/>
      <p:bldP spid="36881" grpId="0" animBg="1"/>
      <p:bldP spid="36882" grpId="0" animBg="1"/>
      <p:bldP spid="36883" grpId="0" animBg="1"/>
      <p:bldP spid="36884" grpId="0" animBg="1"/>
      <p:bldP spid="3688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1" name="Text Box 2"/>
          <p:cNvSpPr txBox="1">
            <a:spLocks noChangeArrowheads="1"/>
          </p:cNvSpPr>
          <p:nvPr/>
        </p:nvSpPr>
        <p:spPr bwMode="auto">
          <a:xfrm>
            <a:off x="669925" y="477838"/>
            <a:ext cx="719138" cy="457200"/>
          </a:xfrm>
          <a:prstGeom prst="rect">
            <a:avLst/>
          </a:prstGeom>
          <a:noFill/>
          <a:ln w="9525">
            <a:noFill/>
            <a:miter lim="800000"/>
          </a:ln>
        </p:spPr>
        <p:txBody>
          <a:bodyPr wrap="none">
            <a:spAutoFit/>
          </a:bodyPr>
          <a:lstStyle/>
          <a:p>
            <a:r>
              <a:rPr kumimoji="1" lang="zh-CN" altLang="en-US" sz="2400" b="1">
                <a:solidFill>
                  <a:srgbClr val="3333FF"/>
                </a:solidFill>
                <a:latin typeface="楷体_GB2312"/>
                <a:ea typeface="楷体_GB2312"/>
                <a:cs typeface="楷体_GB2312"/>
              </a:rPr>
              <a:t>例</a:t>
            </a:r>
            <a:r>
              <a:rPr kumimoji="1" lang="en-US" altLang="zh-CN" sz="2400" b="1">
                <a:solidFill>
                  <a:srgbClr val="3333FF"/>
                </a:solidFill>
                <a:latin typeface="Times New Roman" panose="02020603050405020304" pitchFamily="18" charset="0"/>
                <a:ea typeface="楷体_GB2312"/>
                <a:cs typeface="楷体_GB2312"/>
              </a:rPr>
              <a:t>1 </a:t>
            </a:r>
            <a:endParaRPr kumimoji="1" lang="en-US" altLang="zh-CN" sz="2400" b="1">
              <a:solidFill>
                <a:srgbClr val="3333FF"/>
              </a:solidFill>
              <a:latin typeface="楷体_GB2312"/>
              <a:ea typeface="楷体_GB2312"/>
              <a:cs typeface="楷体_GB2312"/>
            </a:endParaRPr>
          </a:p>
        </p:txBody>
      </p:sp>
      <p:sp>
        <p:nvSpPr>
          <p:cNvPr id="6182" name="Text Box 3"/>
          <p:cNvSpPr txBox="1">
            <a:spLocks noChangeArrowheads="1"/>
          </p:cNvSpPr>
          <p:nvPr/>
        </p:nvSpPr>
        <p:spPr bwMode="auto">
          <a:xfrm>
            <a:off x="1651000" y="457200"/>
            <a:ext cx="2941638" cy="457200"/>
          </a:xfrm>
          <a:prstGeom prst="rect">
            <a:avLst/>
          </a:prstGeom>
          <a:noFill/>
          <a:ln w="9525">
            <a:noFill/>
            <a:miter lim="800000"/>
          </a:ln>
        </p:spPr>
        <p:txBody>
          <a:bodyPr wrap="none">
            <a:spAutoFit/>
          </a:bodyPr>
          <a:lstStyle/>
          <a:p>
            <a:r>
              <a:rPr kumimoji="1" lang="zh-CN" altLang="en-US" sz="2400" b="1">
                <a:solidFill>
                  <a:srgbClr val="000000"/>
                </a:solidFill>
                <a:latin typeface="Times New Roman" panose="02020603050405020304" pitchFamily="18" charset="0"/>
                <a:ea typeface="楷体_GB2312"/>
                <a:cs typeface="楷体_GB2312"/>
              </a:rPr>
              <a:t>求解二元线性方程组</a:t>
            </a:r>
          </a:p>
        </p:txBody>
      </p:sp>
      <p:graphicFrame>
        <p:nvGraphicFramePr>
          <p:cNvPr id="6174" name="Object 30"/>
          <p:cNvGraphicFramePr>
            <a:graphicFrameLocks noChangeAspect="1"/>
          </p:cNvGraphicFramePr>
          <p:nvPr/>
        </p:nvGraphicFramePr>
        <p:xfrm>
          <a:off x="4591050" y="457200"/>
          <a:ext cx="2286000" cy="977900"/>
        </p:xfrm>
        <a:graphic>
          <a:graphicData uri="http://schemas.openxmlformats.org/presentationml/2006/ole">
            <mc:AlternateContent xmlns:mc="http://schemas.openxmlformats.org/markup-compatibility/2006">
              <mc:Choice xmlns:v="urn:schemas-microsoft-com:vml" Requires="v">
                <p:oleObj spid="_x0000_s6448" name="Equation" r:id="rId3" imgW="54864000" imgH="23469600" progId="Equations">
                  <p:embed/>
                </p:oleObj>
              </mc:Choice>
              <mc:Fallback>
                <p:oleObj name="Equation" r:id="rId3" imgW="54864000" imgH="23469600" progId="Equations">
                  <p:embed/>
                  <p:pic>
                    <p:nvPicPr>
                      <p:cNvPr id="0" name="图片 6144" descr="image23"/>
                      <p:cNvPicPr>
                        <a:picLocks noChangeAspect="1"/>
                      </p:cNvPicPr>
                      <p:nvPr/>
                    </p:nvPicPr>
                    <p:blipFill>
                      <a:blip r:embed="rId4"/>
                      <a:stretch>
                        <a:fillRect/>
                      </a:stretch>
                    </p:blipFill>
                    <p:spPr>
                      <a:xfrm>
                        <a:off x="4591050" y="457200"/>
                        <a:ext cx="2286000" cy="977900"/>
                      </a:xfrm>
                      <a:prstGeom prst="rect">
                        <a:avLst/>
                      </a:prstGeom>
                      <a:noFill/>
                      <a:ln w="9525">
                        <a:noFill/>
                      </a:ln>
                    </p:spPr>
                  </p:pic>
                </p:oleObj>
              </mc:Fallback>
            </mc:AlternateContent>
          </a:graphicData>
        </a:graphic>
      </p:graphicFrame>
      <p:sp>
        <p:nvSpPr>
          <p:cNvPr id="37893" name="Text Box 5"/>
          <p:cNvSpPr txBox="1">
            <a:spLocks noChangeArrowheads="1"/>
          </p:cNvSpPr>
          <p:nvPr/>
        </p:nvSpPr>
        <p:spPr bwMode="auto">
          <a:xfrm>
            <a:off x="669925" y="2001838"/>
            <a:ext cx="644525" cy="457200"/>
          </a:xfrm>
          <a:prstGeom prst="rect">
            <a:avLst/>
          </a:prstGeom>
          <a:noFill/>
          <a:ln w="9525">
            <a:noFill/>
            <a:miter lim="800000"/>
          </a:ln>
        </p:spPr>
        <p:txBody>
          <a:bodyPr wrap="none">
            <a:spAutoFit/>
          </a:bodyPr>
          <a:lstStyle/>
          <a:p>
            <a:r>
              <a:rPr kumimoji="1" lang="zh-CN" altLang="en-US" sz="2400" b="1">
                <a:solidFill>
                  <a:srgbClr val="3333FF"/>
                </a:solidFill>
                <a:latin typeface="楷体_GB2312"/>
                <a:ea typeface="楷体_GB2312"/>
                <a:cs typeface="楷体_GB2312"/>
              </a:rPr>
              <a:t>解 </a:t>
            </a:r>
          </a:p>
        </p:txBody>
      </p:sp>
      <p:sp>
        <p:nvSpPr>
          <p:cNvPr id="37894" name="Text Box 6"/>
          <p:cNvSpPr txBox="1">
            <a:spLocks noChangeArrowheads="1"/>
          </p:cNvSpPr>
          <p:nvPr/>
        </p:nvSpPr>
        <p:spPr bwMode="auto">
          <a:xfrm>
            <a:off x="1524000" y="2001838"/>
            <a:ext cx="950913" cy="457200"/>
          </a:xfrm>
          <a:prstGeom prst="rect">
            <a:avLst/>
          </a:prstGeom>
          <a:noFill/>
          <a:ln w="9525">
            <a:noFill/>
            <a:miter lim="800000"/>
          </a:ln>
        </p:spPr>
        <p:txBody>
          <a:bodyPr wrap="none">
            <a:spAutoFit/>
          </a:bodyPr>
          <a:lstStyle/>
          <a:p>
            <a:r>
              <a:rPr kumimoji="1" lang="zh-CN" altLang="en-US" sz="2400" b="1">
                <a:solidFill>
                  <a:srgbClr val="000000"/>
                </a:solidFill>
                <a:latin typeface="楷体_GB2312"/>
                <a:ea typeface="楷体_GB2312"/>
                <a:cs typeface="楷体_GB2312"/>
              </a:rPr>
              <a:t>因为 </a:t>
            </a:r>
          </a:p>
        </p:txBody>
      </p:sp>
      <p:graphicFrame>
        <p:nvGraphicFramePr>
          <p:cNvPr id="37895" name="Object 31"/>
          <p:cNvGraphicFramePr>
            <a:graphicFrameLocks noChangeAspect="1"/>
          </p:cNvGraphicFramePr>
          <p:nvPr/>
        </p:nvGraphicFramePr>
        <p:xfrm>
          <a:off x="2438400" y="1765300"/>
          <a:ext cx="1727200" cy="977900"/>
        </p:xfrm>
        <a:graphic>
          <a:graphicData uri="http://schemas.openxmlformats.org/presentationml/2006/ole">
            <mc:AlternateContent xmlns:mc="http://schemas.openxmlformats.org/markup-compatibility/2006">
              <mc:Choice xmlns:v="urn:schemas-microsoft-com:vml" Requires="v">
                <p:oleObj spid="_x0000_s6449" name="Equation" r:id="rId5" imgW="41452800" imgH="23469600" progId="Equations">
                  <p:embed/>
                </p:oleObj>
              </mc:Choice>
              <mc:Fallback>
                <p:oleObj name="Equation" r:id="rId5" imgW="41452800" imgH="23469600" progId="Equations">
                  <p:embed/>
                  <p:pic>
                    <p:nvPicPr>
                      <p:cNvPr id="0" name="图片 6174" descr="image24"/>
                      <p:cNvPicPr>
                        <a:picLocks noChangeAspect="1"/>
                      </p:cNvPicPr>
                      <p:nvPr/>
                    </p:nvPicPr>
                    <p:blipFill>
                      <a:blip r:embed="rId6"/>
                      <a:stretch>
                        <a:fillRect/>
                      </a:stretch>
                    </p:blipFill>
                    <p:spPr>
                      <a:xfrm>
                        <a:off x="2438400" y="1765300"/>
                        <a:ext cx="1727200" cy="977900"/>
                      </a:xfrm>
                      <a:prstGeom prst="rect">
                        <a:avLst/>
                      </a:prstGeom>
                      <a:noFill/>
                      <a:ln w="9525">
                        <a:noFill/>
                      </a:ln>
                    </p:spPr>
                  </p:pic>
                </p:oleObj>
              </mc:Fallback>
            </mc:AlternateContent>
          </a:graphicData>
        </a:graphic>
      </p:graphicFrame>
      <p:graphicFrame>
        <p:nvGraphicFramePr>
          <p:cNvPr id="37896" name="Object 32"/>
          <p:cNvGraphicFramePr>
            <a:graphicFrameLocks noChangeAspect="1"/>
          </p:cNvGraphicFramePr>
          <p:nvPr/>
        </p:nvGraphicFramePr>
        <p:xfrm>
          <a:off x="4267200" y="2057400"/>
          <a:ext cx="2565400" cy="393700"/>
        </p:xfrm>
        <a:graphic>
          <a:graphicData uri="http://schemas.openxmlformats.org/presentationml/2006/ole">
            <mc:AlternateContent xmlns:mc="http://schemas.openxmlformats.org/markup-compatibility/2006">
              <mc:Choice xmlns:v="urn:schemas-microsoft-com:vml" Requires="v">
                <p:oleObj spid="_x0000_s6450" name="Equation" r:id="rId7" imgW="61569600" imgH="9448800" progId="Equations">
                  <p:embed/>
                </p:oleObj>
              </mc:Choice>
              <mc:Fallback>
                <p:oleObj name="Equation" r:id="rId7" imgW="61569600" imgH="9448800" progId="Equations">
                  <p:embed/>
                  <p:pic>
                    <p:nvPicPr>
                      <p:cNvPr id="0" name="图片 6175" descr="image25"/>
                      <p:cNvPicPr>
                        <a:picLocks noChangeAspect="1"/>
                      </p:cNvPicPr>
                      <p:nvPr/>
                    </p:nvPicPr>
                    <p:blipFill>
                      <a:blip r:embed="rId8"/>
                      <a:stretch>
                        <a:fillRect/>
                      </a:stretch>
                    </p:blipFill>
                    <p:spPr>
                      <a:xfrm>
                        <a:off x="4267200" y="2057400"/>
                        <a:ext cx="2565400" cy="393700"/>
                      </a:xfrm>
                      <a:prstGeom prst="rect">
                        <a:avLst/>
                      </a:prstGeom>
                      <a:noFill/>
                      <a:ln w="9525">
                        <a:noFill/>
                      </a:ln>
                    </p:spPr>
                  </p:pic>
                </p:oleObj>
              </mc:Fallback>
            </mc:AlternateContent>
          </a:graphicData>
        </a:graphic>
      </p:graphicFrame>
      <p:graphicFrame>
        <p:nvGraphicFramePr>
          <p:cNvPr id="37897" name="Object 33"/>
          <p:cNvGraphicFramePr>
            <a:graphicFrameLocks noChangeAspect="1"/>
          </p:cNvGraphicFramePr>
          <p:nvPr/>
        </p:nvGraphicFramePr>
        <p:xfrm>
          <a:off x="2438400" y="2851150"/>
          <a:ext cx="4356100" cy="977900"/>
        </p:xfrm>
        <a:graphic>
          <a:graphicData uri="http://schemas.openxmlformats.org/presentationml/2006/ole">
            <mc:AlternateContent xmlns:mc="http://schemas.openxmlformats.org/markup-compatibility/2006">
              <mc:Choice xmlns:v="urn:schemas-microsoft-com:vml" Requires="v">
                <p:oleObj spid="_x0000_s6451" name="Equation" r:id="rId9" imgW="104546400" imgH="23469600" progId="Equations">
                  <p:embed/>
                </p:oleObj>
              </mc:Choice>
              <mc:Fallback>
                <p:oleObj name="Equation" r:id="rId9" imgW="104546400" imgH="23469600" progId="Equations">
                  <p:embed/>
                  <p:pic>
                    <p:nvPicPr>
                      <p:cNvPr id="0" name="图片 6176" descr="image26"/>
                      <p:cNvPicPr>
                        <a:picLocks noChangeAspect="1"/>
                      </p:cNvPicPr>
                      <p:nvPr/>
                    </p:nvPicPr>
                    <p:blipFill>
                      <a:blip r:embed="rId10"/>
                      <a:stretch>
                        <a:fillRect/>
                      </a:stretch>
                    </p:blipFill>
                    <p:spPr>
                      <a:xfrm>
                        <a:off x="2438400" y="2851150"/>
                        <a:ext cx="4356100" cy="977900"/>
                      </a:xfrm>
                      <a:prstGeom prst="rect">
                        <a:avLst/>
                      </a:prstGeom>
                      <a:noFill/>
                      <a:ln w="9525">
                        <a:noFill/>
                      </a:ln>
                    </p:spPr>
                  </p:pic>
                </p:oleObj>
              </mc:Fallback>
            </mc:AlternateContent>
          </a:graphicData>
        </a:graphic>
      </p:graphicFrame>
      <p:graphicFrame>
        <p:nvGraphicFramePr>
          <p:cNvPr id="37898" name="Object 34"/>
          <p:cNvGraphicFramePr>
            <a:graphicFrameLocks noChangeAspect="1"/>
          </p:cNvGraphicFramePr>
          <p:nvPr/>
        </p:nvGraphicFramePr>
        <p:xfrm>
          <a:off x="2438400" y="3860800"/>
          <a:ext cx="3886200" cy="977900"/>
        </p:xfrm>
        <a:graphic>
          <a:graphicData uri="http://schemas.openxmlformats.org/presentationml/2006/ole">
            <mc:AlternateContent xmlns:mc="http://schemas.openxmlformats.org/markup-compatibility/2006">
              <mc:Choice xmlns:v="urn:schemas-microsoft-com:vml" Requires="v">
                <p:oleObj spid="_x0000_s6452" name="Equation" r:id="rId11" imgW="93268800" imgH="23469600" progId="Equations">
                  <p:embed/>
                </p:oleObj>
              </mc:Choice>
              <mc:Fallback>
                <p:oleObj name="Equation" r:id="rId11" imgW="93268800" imgH="23469600" progId="Equations">
                  <p:embed/>
                  <p:pic>
                    <p:nvPicPr>
                      <p:cNvPr id="0" name="图片 6177" descr="image27"/>
                      <p:cNvPicPr>
                        <a:picLocks noChangeAspect="1"/>
                      </p:cNvPicPr>
                      <p:nvPr/>
                    </p:nvPicPr>
                    <p:blipFill>
                      <a:blip r:embed="rId12"/>
                      <a:stretch>
                        <a:fillRect/>
                      </a:stretch>
                    </p:blipFill>
                    <p:spPr>
                      <a:xfrm>
                        <a:off x="2438400" y="3860800"/>
                        <a:ext cx="3886200" cy="977900"/>
                      </a:xfrm>
                      <a:prstGeom prst="rect">
                        <a:avLst/>
                      </a:prstGeom>
                      <a:noFill/>
                      <a:ln w="9525">
                        <a:noFill/>
                      </a:ln>
                    </p:spPr>
                  </p:pic>
                </p:oleObj>
              </mc:Fallback>
            </mc:AlternateContent>
          </a:graphicData>
        </a:graphic>
      </p:graphicFrame>
      <p:sp>
        <p:nvSpPr>
          <p:cNvPr id="37899" name="Text Box 11"/>
          <p:cNvSpPr txBox="1">
            <a:spLocks noChangeArrowheads="1"/>
          </p:cNvSpPr>
          <p:nvPr/>
        </p:nvSpPr>
        <p:spPr bwMode="auto">
          <a:xfrm>
            <a:off x="838200" y="5373688"/>
            <a:ext cx="946150" cy="457200"/>
          </a:xfrm>
          <a:prstGeom prst="rect">
            <a:avLst/>
          </a:prstGeom>
          <a:noFill/>
          <a:ln w="9525">
            <a:noFill/>
            <a:miter lim="800000"/>
          </a:ln>
        </p:spPr>
        <p:txBody>
          <a:bodyPr wrap="none">
            <a:spAutoFit/>
          </a:bodyPr>
          <a:lstStyle/>
          <a:p>
            <a:r>
              <a:rPr kumimoji="1" lang="zh-CN" altLang="en-US" sz="2400" b="1">
                <a:solidFill>
                  <a:srgbClr val="000000"/>
                </a:solidFill>
                <a:latin typeface="楷体_GB2312"/>
                <a:ea typeface="楷体_GB2312"/>
                <a:cs typeface="楷体_GB2312"/>
              </a:rPr>
              <a:t>所以 </a:t>
            </a:r>
          </a:p>
        </p:txBody>
      </p:sp>
      <p:graphicFrame>
        <p:nvGraphicFramePr>
          <p:cNvPr id="37900" name="Object 35"/>
          <p:cNvGraphicFramePr>
            <a:graphicFrameLocks noChangeAspect="1"/>
          </p:cNvGraphicFramePr>
          <p:nvPr/>
        </p:nvGraphicFramePr>
        <p:xfrm>
          <a:off x="1692275" y="5157788"/>
          <a:ext cx="2482850" cy="892175"/>
        </p:xfrm>
        <a:graphic>
          <a:graphicData uri="http://schemas.openxmlformats.org/presentationml/2006/ole">
            <mc:AlternateContent xmlns:mc="http://schemas.openxmlformats.org/markup-compatibility/2006">
              <mc:Choice xmlns:v="urn:schemas-microsoft-com:vml" Requires="v">
                <p:oleObj spid="_x0000_s6453" name="Equation" r:id="rId13" imgW="27127200" imgH="9753600" progId="">
                  <p:embed/>
                </p:oleObj>
              </mc:Choice>
              <mc:Fallback>
                <p:oleObj name="Equation" r:id="rId13" imgW="27127200" imgH="9753600" progId="">
                  <p:embed/>
                  <p:pic>
                    <p:nvPicPr>
                      <p:cNvPr id="0" name="图片 6178" descr="image28"/>
                      <p:cNvPicPr>
                        <a:picLocks noChangeAspect="1"/>
                      </p:cNvPicPr>
                      <p:nvPr/>
                    </p:nvPicPr>
                    <p:blipFill>
                      <a:blip r:embed="rId14"/>
                      <a:stretch>
                        <a:fillRect/>
                      </a:stretch>
                    </p:blipFill>
                    <p:spPr>
                      <a:xfrm>
                        <a:off x="1692275" y="5157788"/>
                        <a:ext cx="2482850" cy="892175"/>
                      </a:xfrm>
                      <a:prstGeom prst="rect">
                        <a:avLst/>
                      </a:prstGeom>
                      <a:noFill/>
                      <a:ln w="9525">
                        <a:noFill/>
                      </a:ln>
                    </p:spPr>
                  </p:pic>
                </p:oleObj>
              </mc:Fallback>
            </mc:AlternateContent>
          </a:graphicData>
        </a:graphic>
      </p:graphicFrame>
      <p:graphicFrame>
        <p:nvGraphicFramePr>
          <p:cNvPr id="37901" name="Object 36"/>
          <p:cNvGraphicFramePr>
            <a:graphicFrameLocks noChangeAspect="1"/>
          </p:cNvGraphicFramePr>
          <p:nvPr/>
        </p:nvGraphicFramePr>
        <p:xfrm>
          <a:off x="4841875" y="5157788"/>
          <a:ext cx="2817813" cy="892175"/>
        </p:xfrm>
        <a:graphic>
          <a:graphicData uri="http://schemas.openxmlformats.org/presentationml/2006/ole">
            <mc:AlternateContent xmlns:mc="http://schemas.openxmlformats.org/markup-compatibility/2006">
              <mc:Choice xmlns:v="urn:schemas-microsoft-com:vml" Requires="v">
                <p:oleObj spid="_x0000_s6454" name="Equation" r:id="rId15" imgW="30784800" imgH="9753600" progId="">
                  <p:embed/>
                </p:oleObj>
              </mc:Choice>
              <mc:Fallback>
                <p:oleObj name="Equation" r:id="rId15" imgW="30784800" imgH="9753600" progId="">
                  <p:embed/>
                  <p:pic>
                    <p:nvPicPr>
                      <p:cNvPr id="0" name="图片 6179" descr="image29"/>
                      <p:cNvPicPr>
                        <a:picLocks noChangeAspect="1"/>
                      </p:cNvPicPr>
                      <p:nvPr/>
                    </p:nvPicPr>
                    <p:blipFill>
                      <a:blip r:embed="rId16"/>
                      <a:stretch>
                        <a:fillRect/>
                      </a:stretch>
                    </p:blipFill>
                    <p:spPr>
                      <a:xfrm>
                        <a:off x="4841875" y="5157788"/>
                        <a:ext cx="2817813" cy="892175"/>
                      </a:xfrm>
                      <a:prstGeom prst="rect">
                        <a:avLst/>
                      </a:prstGeom>
                      <a:noFill/>
                      <a:ln w="9525">
                        <a:noFill/>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893">
                                            <p:txEl>
                                              <p:pRg st="0" end="0"/>
                                            </p:txEl>
                                          </p:spTgt>
                                        </p:tgtEl>
                                        <p:attrNameLst>
                                          <p:attrName>style.visibility</p:attrName>
                                        </p:attrNameLst>
                                      </p:cBhvr>
                                      <p:to>
                                        <p:strVal val="visible"/>
                                      </p:to>
                                    </p:set>
                                    <p:animEffect transition="in" filter="wipe(left)">
                                      <p:cBhvr>
                                        <p:cTn id="7" dur="500"/>
                                        <p:tgtEl>
                                          <p:spTgt spid="3789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7894">
                                            <p:txEl>
                                              <p:pRg st="0" end="0"/>
                                            </p:txEl>
                                          </p:spTgt>
                                        </p:tgtEl>
                                        <p:attrNameLst>
                                          <p:attrName>style.visibility</p:attrName>
                                        </p:attrNameLst>
                                      </p:cBhvr>
                                      <p:to>
                                        <p:strVal val="visible"/>
                                      </p:to>
                                    </p:set>
                                    <p:animEffect transition="in" filter="wipe(left)">
                                      <p:cBhvr>
                                        <p:cTn id="12" dur="500"/>
                                        <p:tgtEl>
                                          <p:spTgt spid="3789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7895"/>
                                        </p:tgtEl>
                                        <p:attrNameLst>
                                          <p:attrName>style.visibility</p:attrName>
                                        </p:attrNameLst>
                                      </p:cBhvr>
                                      <p:to>
                                        <p:strVal val="visible"/>
                                      </p:to>
                                    </p:set>
                                    <p:animEffect transition="in" filter="wipe(left)">
                                      <p:cBhvr>
                                        <p:cTn id="17" dur="500"/>
                                        <p:tgtEl>
                                          <p:spTgt spid="3789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7896"/>
                                        </p:tgtEl>
                                        <p:attrNameLst>
                                          <p:attrName>style.visibility</p:attrName>
                                        </p:attrNameLst>
                                      </p:cBhvr>
                                      <p:to>
                                        <p:strVal val="visible"/>
                                      </p:to>
                                    </p:set>
                                    <p:animEffect transition="in" filter="wipe(left)">
                                      <p:cBhvr>
                                        <p:cTn id="22" dur="500"/>
                                        <p:tgtEl>
                                          <p:spTgt spid="3789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7897"/>
                                        </p:tgtEl>
                                        <p:attrNameLst>
                                          <p:attrName>style.visibility</p:attrName>
                                        </p:attrNameLst>
                                      </p:cBhvr>
                                      <p:to>
                                        <p:strVal val="visible"/>
                                      </p:to>
                                    </p:set>
                                    <p:animEffect transition="in" filter="wipe(left)">
                                      <p:cBhvr>
                                        <p:cTn id="27" dur="500"/>
                                        <p:tgtEl>
                                          <p:spTgt spid="3789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7898"/>
                                        </p:tgtEl>
                                        <p:attrNameLst>
                                          <p:attrName>style.visibility</p:attrName>
                                        </p:attrNameLst>
                                      </p:cBhvr>
                                      <p:to>
                                        <p:strVal val="visible"/>
                                      </p:to>
                                    </p:set>
                                    <p:animEffect transition="in" filter="wipe(left)">
                                      <p:cBhvr>
                                        <p:cTn id="32" dur="500"/>
                                        <p:tgtEl>
                                          <p:spTgt spid="3789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7899">
                                            <p:txEl>
                                              <p:pRg st="0" end="0"/>
                                            </p:txEl>
                                          </p:spTgt>
                                        </p:tgtEl>
                                        <p:attrNameLst>
                                          <p:attrName>style.visibility</p:attrName>
                                        </p:attrNameLst>
                                      </p:cBhvr>
                                      <p:to>
                                        <p:strVal val="visible"/>
                                      </p:to>
                                    </p:set>
                                    <p:animEffect transition="in" filter="wipe(left)">
                                      <p:cBhvr>
                                        <p:cTn id="37" dur="500"/>
                                        <p:tgtEl>
                                          <p:spTgt spid="37899">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7900"/>
                                        </p:tgtEl>
                                        <p:attrNameLst>
                                          <p:attrName>style.visibility</p:attrName>
                                        </p:attrNameLst>
                                      </p:cBhvr>
                                      <p:to>
                                        <p:strVal val="visible"/>
                                      </p:to>
                                    </p:set>
                                    <p:animEffect transition="in" filter="wipe(left)">
                                      <p:cBhvr>
                                        <p:cTn id="42" dur="500"/>
                                        <p:tgtEl>
                                          <p:spTgt spid="3790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7901"/>
                                        </p:tgtEl>
                                        <p:attrNameLst>
                                          <p:attrName>style.visibility</p:attrName>
                                        </p:attrNameLst>
                                      </p:cBhvr>
                                      <p:to>
                                        <p:strVal val="visible"/>
                                      </p:to>
                                    </p:set>
                                    <p:animEffect transition="in" filter="wipe(left)">
                                      <p:cBhvr>
                                        <p:cTn id="47" dur="500"/>
                                        <p:tgtEl>
                                          <p:spTgt spid="379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3" grpId="0" build="p" autoUpdateAnimBg="0"/>
      <p:bldP spid="37894" grpId="0" build="p" autoUpdateAnimBg="0"/>
      <p:bldP spid="37899"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0" name="Rectangle 2"/>
          <p:cNvSpPr>
            <a:spLocks noGrp="1" noChangeArrowheads="1"/>
          </p:cNvSpPr>
          <p:nvPr>
            <p:ph type="title"/>
          </p:nvPr>
        </p:nvSpPr>
        <p:spPr>
          <a:xfrm>
            <a:off x="457200" y="115888"/>
            <a:ext cx="8229600" cy="1371600"/>
          </a:xfrm>
        </p:spPr>
        <p:txBody>
          <a:bodyPr/>
          <a:lstStyle/>
          <a:p>
            <a:pPr eaLnBrk="1" hangingPunct="1"/>
            <a:r>
              <a:rPr kumimoji="1" lang="zh-CN" altLang="en-US" sz="3600" b="1">
                <a:solidFill>
                  <a:srgbClr val="6666FF"/>
                </a:solidFill>
                <a:latin typeface="楷体_GB2312"/>
                <a:ea typeface="楷体_GB2312"/>
                <a:cs typeface="楷体_GB2312"/>
              </a:rPr>
              <a:t>二、三阶行列式</a:t>
            </a:r>
          </a:p>
        </p:txBody>
      </p:sp>
      <p:sp>
        <p:nvSpPr>
          <p:cNvPr id="7191" name="Text Box 3"/>
          <p:cNvSpPr txBox="1">
            <a:spLocks noChangeArrowheads="1"/>
          </p:cNvSpPr>
          <p:nvPr/>
        </p:nvSpPr>
        <p:spPr bwMode="auto">
          <a:xfrm>
            <a:off x="609600" y="1258888"/>
            <a:ext cx="4832350" cy="457200"/>
          </a:xfrm>
          <a:prstGeom prst="rect">
            <a:avLst/>
          </a:prstGeom>
          <a:noFill/>
          <a:ln w="9525">
            <a:noFill/>
            <a:miter lim="800000"/>
          </a:ln>
        </p:spPr>
        <p:txBody>
          <a:bodyPr wrap="none">
            <a:spAutoFit/>
          </a:bodyPr>
          <a:lstStyle/>
          <a:p>
            <a:pPr>
              <a:spcBef>
                <a:spcPct val="50000"/>
              </a:spcBef>
            </a:pPr>
            <a:r>
              <a:rPr kumimoji="1" lang="zh-CN" altLang="en-US" sz="2400" b="1">
                <a:solidFill>
                  <a:srgbClr val="3333FF"/>
                </a:solidFill>
                <a:latin typeface="Times New Roman" panose="02020603050405020304" pitchFamily="18" charset="0"/>
                <a:ea typeface="楷体_GB2312"/>
                <a:cs typeface="楷体_GB2312"/>
              </a:rPr>
              <a:t>定义</a:t>
            </a:r>
            <a:r>
              <a:rPr kumimoji="1" lang="zh-CN" altLang="en-US" sz="2400" b="1">
                <a:solidFill>
                  <a:srgbClr val="0000FF"/>
                </a:solidFill>
                <a:latin typeface="Times New Roman" panose="02020603050405020304" pitchFamily="18" charset="0"/>
                <a:ea typeface="楷体_GB2312"/>
                <a:cs typeface="楷体_GB2312"/>
              </a:rPr>
              <a:t>   </a:t>
            </a:r>
            <a:r>
              <a:rPr kumimoji="1" lang="zh-CN" altLang="en-US" sz="2400" b="1">
                <a:solidFill>
                  <a:srgbClr val="000000"/>
                </a:solidFill>
                <a:latin typeface="Times New Roman" panose="02020603050405020304" pitchFamily="18" charset="0"/>
                <a:ea typeface="楷体_GB2312"/>
                <a:cs typeface="楷体_GB2312"/>
              </a:rPr>
              <a:t>设有</a:t>
            </a:r>
            <a:r>
              <a:rPr kumimoji="1" lang="en-US" altLang="zh-CN" sz="2400" b="1">
                <a:solidFill>
                  <a:srgbClr val="000000"/>
                </a:solidFill>
                <a:latin typeface="Times New Roman" panose="02020603050405020304" pitchFamily="18" charset="0"/>
                <a:ea typeface="楷体_GB2312"/>
                <a:cs typeface="楷体_GB2312"/>
              </a:rPr>
              <a:t>9</a:t>
            </a:r>
            <a:r>
              <a:rPr kumimoji="1" lang="zh-CN" altLang="en-US" sz="2400" b="1">
                <a:solidFill>
                  <a:srgbClr val="000000"/>
                </a:solidFill>
                <a:latin typeface="Times New Roman" panose="02020603050405020304" pitchFamily="18" charset="0"/>
                <a:ea typeface="楷体_GB2312"/>
                <a:cs typeface="楷体_GB2312"/>
              </a:rPr>
              <a:t>个数排成</a:t>
            </a:r>
            <a:r>
              <a:rPr kumimoji="1" lang="en-US" altLang="zh-CN" sz="2400" b="1">
                <a:solidFill>
                  <a:srgbClr val="000000"/>
                </a:solidFill>
                <a:latin typeface="Times New Roman" panose="02020603050405020304" pitchFamily="18" charset="0"/>
                <a:ea typeface="楷体_GB2312"/>
                <a:cs typeface="楷体_GB2312"/>
              </a:rPr>
              <a:t>3</a:t>
            </a:r>
            <a:r>
              <a:rPr kumimoji="1" lang="zh-CN" altLang="en-US" sz="2400" b="1">
                <a:solidFill>
                  <a:srgbClr val="000000"/>
                </a:solidFill>
                <a:latin typeface="Times New Roman" panose="02020603050405020304" pitchFamily="18" charset="0"/>
                <a:ea typeface="楷体_GB2312"/>
                <a:cs typeface="楷体_GB2312"/>
              </a:rPr>
              <a:t>行</a:t>
            </a:r>
            <a:r>
              <a:rPr kumimoji="1" lang="en-US" altLang="zh-CN" sz="2400" b="1">
                <a:solidFill>
                  <a:srgbClr val="000000"/>
                </a:solidFill>
                <a:latin typeface="Times New Roman" panose="02020603050405020304" pitchFamily="18" charset="0"/>
                <a:ea typeface="楷体_GB2312"/>
                <a:cs typeface="楷体_GB2312"/>
              </a:rPr>
              <a:t>3</a:t>
            </a:r>
            <a:r>
              <a:rPr kumimoji="1" lang="zh-CN" altLang="en-US" sz="2400" b="1">
                <a:solidFill>
                  <a:srgbClr val="000000"/>
                </a:solidFill>
                <a:latin typeface="Times New Roman" panose="02020603050405020304" pitchFamily="18" charset="0"/>
                <a:ea typeface="楷体_GB2312"/>
                <a:cs typeface="楷体_GB2312"/>
              </a:rPr>
              <a:t>列的数表</a:t>
            </a:r>
          </a:p>
        </p:txBody>
      </p:sp>
      <p:sp>
        <p:nvSpPr>
          <p:cNvPr id="7192" name="AutoShape 4"/>
          <p:cNvSpPr>
            <a:spLocks noChangeArrowheads="1"/>
          </p:cNvSpPr>
          <p:nvPr/>
        </p:nvSpPr>
        <p:spPr bwMode="auto">
          <a:xfrm>
            <a:off x="5580063" y="2205038"/>
            <a:ext cx="2881312" cy="647700"/>
          </a:xfrm>
          <a:prstGeom prst="roundRect">
            <a:avLst>
              <a:gd name="adj" fmla="val 16667"/>
            </a:avLst>
          </a:prstGeom>
          <a:noFill/>
          <a:ln w="28575">
            <a:solidFill>
              <a:schemeClr val="hlink"/>
            </a:solidFill>
            <a:round/>
          </a:ln>
        </p:spPr>
        <p:txBody>
          <a:bodyPr anchor="ctr" anchorCtr="1"/>
          <a:lstStyle/>
          <a:p>
            <a:pPr algn="ctr"/>
            <a:r>
              <a:rPr lang="zh-CN" altLang="en-US" sz="2400" b="1">
                <a:solidFill>
                  <a:srgbClr val="FF0000"/>
                </a:solidFill>
                <a:ea typeface="楷体_GB2312"/>
                <a:cs typeface="楷体_GB2312"/>
              </a:rPr>
              <a:t>原则：横行竖列</a:t>
            </a:r>
          </a:p>
        </p:txBody>
      </p:sp>
      <p:sp>
        <p:nvSpPr>
          <p:cNvPr id="38917" name="Text Box 5"/>
          <p:cNvSpPr txBox="1">
            <a:spLocks noChangeArrowheads="1"/>
          </p:cNvSpPr>
          <p:nvPr/>
        </p:nvSpPr>
        <p:spPr bwMode="auto">
          <a:xfrm>
            <a:off x="609600" y="3052763"/>
            <a:ext cx="1658938" cy="457200"/>
          </a:xfrm>
          <a:prstGeom prst="rect">
            <a:avLst/>
          </a:prstGeom>
          <a:noFill/>
          <a:ln w="9525">
            <a:noFill/>
            <a:miter lim="800000"/>
          </a:ln>
        </p:spPr>
        <p:txBody>
          <a:bodyPr wrap="none"/>
          <a:lstStyle/>
          <a:p>
            <a:r>
              <a:rPr kumimoji="1" lang="zh-CN" altLang="en-US" sz="2400" b="1">
                <a:solidFill>
                  <a:srgbClr val="000000"/>
                </a:solidFill>
                <a:latin typeface="楷体_GB2312"/>
                <a:ea typeface="楷体_GB2312"/>
                <a:cs typeface="楷体_GB2312"/>
              </a:rPr>
              <a:t>引进记号</a:t>
            </a:r>
          </a:p>
        </p:txBody>
      </p:sp>
      <p:sp>
        <p:nvSpPr>
          <p:cNvPr id="38918" name="Text Box 6"/>
          <p:cNvSpPr txBox="1">
            <a:spLocks noChangeArrowheads="1"/>
          </p:cNvSpPr>
          <p:nvPr/>
        </p:nvSpPr>
        <p:spPr bwMode="auto">
          <a:xfrm>
            <a:off x="704850" y="5538788"/>
            <a:ext cx="2482850" cy="457200"/>
          </a:xfrm>
          <a:prstGeom prst="rect">
            <a:avLst/>
          </a:prstGeom>
          <a:noFill/>
          <a:ln w="9525">
            <a:noFill/>
            <a:miter lim="800000"/>
          </a:ln>
        </p:spPr>
        <p:txBody>
          <a:bodyPr wrap="none">
            <a:spAutoFit/>
          </a:bodyPr>
          <a:lstStyle/>
          <a:p>
            <a:r>
              <a:rPr kumimoji="1" lang="zh-CN" altLang="en-US" sz="2400" b="1">
                <a:solidFill>
                  <a:srgbClr val="000000"/>
                </a:solidFill>
                <a:latin typeface="楷体_GB2312"/>
                <a:ea typeface="楷体_GB2312"/>
                <a:cs typeface="楷体_GB2312"/>
              </a:rPr>
              <a:t>称为</a:t>
            </a:r>
            <a:r>
              <a:rPr kumimoji="1" lang="zh-CN" altLang="en-US" sz="2400" b="1">
                <a:solidFill>
                  <a:srgbClr val="FF0000"/>
                </a:solidFill>
                <a:latin typeface="楷体_GB2312"/>
                <a:ea typeface="楷体_GB2312"/>
                <a:cs typeface="楷体_GB2312"/>
              </a:rPr>
              <a:t>三阶行列式</a:t>
            </a:r>
            <a:r>
              <a:rPr kumimoji="1" lang="en-US" altLang="zh-CN" sz="2400" b="1">
                <a:solidFill>
                  <a:srgbClr val="000000"/>
                </a:solidFill>
                <a:latin typeface="楷体_GB2312"/>
                <a:ea typeface="楷体_GB2312"/>
                <a:cs typeface="楷体_GB2312"/>
              </a:rPr>
              <a:t>.</a:t>
            </a:r>
          </a:p>
        </p:txBody>
      </p:sp>
      <p:graphicFrame>
        <p:nvGraphicFramePr>
          <p:cNvPr id="38919" name="Object 18"/>
          <p:cNvGraphicFramePr>
            <a:graphicFrameLocks noChangeAspect="1"/>
          </p:cNvGraphicFramePr>
          <p:nvPr/>
        </p:nvGraphicFramePr>
        <p:xfrm>
          <a:off x="1885950" y="3616325"/>
          <a:ext cx="2038350" cy="1563688"/>
        </p:xfrm>
        <a:graphic>
          <a:graphicData uri="http://schemas.openxmlformats.org/presentationml/2006/ole">
            <mc:AlternateContent xmlns:mc="http://schemas.openxmlformats.org/markup-compatibility/2006">
              <mc:Choice xmlns:v="urn:schemas-microsoft-com:vml" Requires="v">
                <p:oleObj spid="_x0000_s7343" name="Equation" r:id="rId3" imgW="22250400" imgH="17068800" progId="">
                  <p:embed/>
                </p:oleObj>
              </mc:Choice>
              <mc:Fallback>
                <p:oleObj name="Equation" r:id="rId3" imgW="22250400" imgH="17068800" progId="">
                  <p:embed/>
                  <p:pic>
                    <p:nvPicPr>
                      <p:cNvPr id="0" name="图片 7168" descr="image30"/>
                      <p:cNvPicPr>
                        <a:picLocks noChangeAspect="1"/>
                      </p:cNvPicPr>
                      <p:nvPr/>
                    </p:nvPicPr>
                    <p:blipFill>
                      <a:blip r:embed="rId4"/>
                      <a:stretch>
                        <a:fillRect/>
                      </a:stretch>
                    </p:blipFill>
                    <p:spPr>
                      <a:xfrm>
                        <a:off x="1885950" y="3616325"/>
                        <a:ext cx="2038350" cy="1563688"/>
                      </a:xfrm>
                      <a:prstGeom prst="rect">
                        <a:avLst/>
                      </a:prstGeom>
                      <a:noFill/>
                      <a:ln w="9525">
                        <a:noFill/>
                      </a:ln>
                    </p:spPr>
                  </p:pic>
                </p:oleObj>
              </mc:Fallback>
            </mc:AlternateContent>
          </a:graphicData>
        </a:graphic>
      </p:graphicFrame>
      <p:graphicFrame>
        <p:nvGraphicFramePr>
          <p:cNvPr id="38920" name="Object 19"/>
          <p:cNvGraphicFramePr>
            <a:graphicFrameLocks noChangeAspect="1"/>
          </p:cNvGraphicFramePr>
          <p:nvPr/>
        </p:nvGraphicFramePr>
        <p:xfrm>
          <a:off x="3933825" y="4265613"/>
          <a:ext cx="349250" cy="285750"/>
        </p:xfrm>
        <a:graphic>
          <a:graphicData uri="http://schemas.openxmlformats.org/presentationml/2006/ole">
            <mc:AlternateContent xmlns:mc="http://schemas.openxmlformats.org/markup-compatibility/2006">
              <mc:Choice xmlns:v="urn:schemas-microsoft-com:vml" Requires="v">
                <p:oleObj spid="_x0000_s7344" name="Equation" r:id="rId5" imgW="3352800" imgH="2743200" progId="">
                  <p:embed/>
                </p:oleObj>
              </mc:Choice>
              <mc:Fallback>
                <p:oleObj name="Equation" r:id="rId5" imgW="3352800" imgH="2743200" progId="">
                  <p:embed/>
                  <p:pic>
                    <p:nvPicPr>
                      <p:cNvPr id="0" name="图片 7186" descr="image31"/>
                      <p:cNvPicPr>
                        <a:picLocks noChangeAspect="1"/>
                      </p:cNvPicPr>
                      <p:nvPr/>
                    </p:nvPicPr>
                    <p:blipFill>
                      <a:blip r:embed="rId6"/>
                      <a:stretch>
                        <a:fillRect/>
                      </a:stretch>
                    </p:blipFill>
                    <p:spPr>
                      <a:xfrm>
                        <a:off x="3933825" y="4265613"/>
                        <a:ext cx="349250" cy="285750"/>
                      </a:xfrm>
                      <a:prstGeom prst="rect">
                        <a:avLst/>
                      </a:prstGeom>
                      <a:noFill/>
                      <a:ln w="9525">
                        <a:noFill/>
                      </a:ln>
                    </p:spPr>
                  </p:pic>
                </p:oleObj>
              </mc:Fallback>
            </mc:AlternateContent>
          </a:graphicData>
        </a:graphic>
      </p:graphicFrame>
      <p:graphicFrame>
        <p:nvGraphicFramePr>
          <p:cNvPr id="38921" name="Object 20"/>
          <p:cNvGraphicFramePr>
            <a:graphicFrameLocks noChangeAspect="1"/>
          </p:cNvGraphicFramePr>
          <p:nvPr/>
        </p:nvGraphicFramePr>
        <p:xfrm>
          <a:off x="4295775" y="4124325"/>
          <a:ext cx="4308475" cy="1008063"/>
        </p:xfrm>
        <a:graphic>
          <a:graphicData uri="http://schemas.openxmlformats.org/presentationml/2006/ole">
            <mc:AlternateContent xmlns:mc="http://schemas.openxmlformats.org/markup-compatibility/2006">
              <mc:Choice xmlns:v="urn:schemas-microsoft-com:vml" Requires="v">
                <p:oleObj spid="_x0000_s7345" name="Equation" r:id="rId7" imgW="46939200" imgH="10972800" progId="">
                  <p:embed/>
                </p:oleObj>
              </mc:Choice>
              <mc:Fallback>
                <p:oleObj name="Equation" r:id="rId7" imgW="46939200" imgH="10972800" progId="">
                  <p:embed/>
                  <p:pic>
                    <p:nvPicPr>
                      <p:cNvPr id="0" name="图片 7187" descr="image32"/>
                      <p:cNvPicPr>
                        <a:picLocks noChangeAspect="1"/>
                      </p:cNvPicPr>
                      <p:nvPr/>
                    </p:nvPicPr>
                    <p:blipFill>
                      <a:blip r:embed="rId8"/>
                      <a:stretch>
                        <a:fillRect/>
                      </a:stretch>
                    </p:blipFill>
                    <p:spPr>
                      <a:xfrm>
                        <a:off x="4295775" y="4124325"/>
                        <a:ext cx="4308475" cy="1008063"/>
                      </a:xfrm>
                      <a:prstGeom prst="rect">
                        <a:avLst/>
                      </a:prstGeom>
                      <a:noFill/>
                      <a:ln w="9525">
                        <a:noFill/>
                      </a:ln>
                    </p:spPr>
                  </p:pic>
                </p:oleObj>
              </mc:Fallback>
            </mc:AlternateContent>
          </a:graphicData>
        </a:graphic>
      </p:graphicFrame>
      <p:graphicFrame>
        <p:nvGraphicFramePr>
          <p:cNvPr id="7189" name="Object 21"/>
          <p:cNvGraphicFramePr>
            <a:graphicFrameLocks noChangeAspect="1"/>
          </p:cNvGraphicFramePr>
          <p:nvPr/>
        </p:nvGraphicFramePr>
        <p:xfrm>
          <a:off x="2916238" y="1719263"/>
          <a:ext cx="1928812" cy="1509712"/>
        </p:xfrm>
        <a:graphic>
          <a:graphicData uri="http://schemas.openxmlformats.org/presentationml/2006/ole">
            <mc:AlternateContent xmlns:mc="http://schemas.openxmlformats.org/markup-compatibility/2006">
              <mc:Choice xmlns:v="urn:schemas-microsoft-com:vml" Requires="v">
                <p:oleObj spid="_x0000_s7346" name="Equation" r:id="rId9" imgW="21031200" imgH="16459200" progId="">
                  <p:embed/>
                </p:oleObj>
              </mc:Choice>
              <mc:Fallback>
                <p:oleObj name="Equation" r:id="rId9" imgW="21031200" imgH="16459200" progId="">
                  <p:embed/>
                  <p:pic>
                    <p:nvPicPr>
                      <p:cNvPr id="0" name="图片 7188" descr="image33"/>
                      <p:cNvPicPr>
                        <a:picLocks noChangeAspect="1"/>
                      </p:cNvPicPr>
                      <p:nvPr/>
                    </p:nvPicPr>
                    <p:blipFill>
                      <a:blip r:embed="rId10"/>
                      <a:stretch>
                        <a:fillRect/>
                      </a:stretch>
                    </p:blipFill>
                    <p:spPr>
                      <a:xfrm>
                        <a:off x="2916238" y="1719263"/>
                        <a:ext cx="1928812" cy="1509712"/>
                      </a:xfrm>
                      <a:prstGeom prst="rect">
                        <a:avLst/>
                      </a:prstGeom>
                      <a:noFill/>
                      <a:ln w="9525">
                        <a:noFill/>
                      </a:ln>
                    </p:spPr>
                  </p:pic>
                </p:oleObj>
              </mc:Fallback>
            </mc:AlternateContent>
          </a:graphicData>
        </a:graphic>
      </p:graphicFrame>
      <p:sp>
        <p:nvSpPr>
          <p:cNvPr id="38923" name="Line 11"/>
          <p:cNvSpPr>
            <a:spLocks noChangeShapeType="1"/>
          </p:cNvSpPr>
          <p:nvPr/>
        </p:nvSpPr>
        <p:spPr bwMode="auto">
          <a:xfrm>
            <a:off x="2200275" y="3860800"/>
            <a:ext cx="1219200" cy="965200"/>
          </a:xfrm>
          <a:prstGeom prst="line">
            <a:avLst/>
          </a:prstGeom>
          <a:noFill/>
          <a:ln w="28575">
            <a:solidFill>
              <a:srgbClr val="FF0000"/>
            </a:solidFill>
            <a:round/>
          </a:ln>
        </p:spPr>
        <p:txBody>
          <a:bodyPr/>
          <a:lstStyle/>
          <a:p>
            <a:endParaRPr lang="zh-CN" altLang="en-US"/>
          </a:p>
        </p:txBody>
      </p:sp>
      <p:sp>
        <p:nvSpPr>
          <p:cNvPr id="38924" name="Line 12"/>
          <p:cNvSpPr>
            <a:spLocks noChangeShapeType="1"/>
          </p:cNvSpPr>
          <p:nvPr/>
        </p:nvSpPr>
        <p:spPr bwMode="auto">
          <a:xfrm flipV="1">
            <a:off x="2124075" y="3903663"/>
            <a:ext cx="1219200" cy="965200"/>
          </a:xfrm>
          <a:prstGeom prst="line">
            <a:avLst/>
          </a:prstGeom>
          <a:noFill/>
          <a:ln w="28575">
            <a:solidFill>
              <a:srgbClr val="3333FF"/>
            </a:solidFill>
            <a:prstDash val="dash"/>
            <a:round/>
          </a:ln>
        </p:spPr>
        <p:txBody>
          <a:bodyPr/>
          <a:lstStyle/>
          <a:p>
            <a:endParaRPr lang="zh-CN" altLang="en-US"/>
          </a:p>
        </p:txBody>
      </p:sp>
      <p:sp>
        <p:nvSpPr>
          <p:cNvPr id="38925" name="AutoShape 13"/>
          <p:cNvSpPr>
            <a:spLocks noChangeArrowheads="1"/>
          </p:cNvSpPr>
          <p:nvPr/>
        </p:nvSpPr>
        <p:spPr bwMode="auto">
          <a:xfrm>
            <a:off x="295275" y="3789363"/>
            <a:ext cx="1539875" cy="515937"/>
          </a:xfrm>
          <a:prstGeom prst="roundRect">
            <a:avLst>
              <a:gd name="adj" fmla="val 16667"/>
            </a:avLst>
          </a:prstGeom>
          <a:noFill/>
          <a:ln w="28575">
            <a:solidFill>
              <a:srgbClr val="FF0000"/>
            </a:solidFill>
            <a:round/>
          </a:ln>
        </p:spPr>
        <p:txBody>
          <a:bodyPr wrap="none"/>
          <a:lstStyle/>
          <a:p>
            <a:pPr algn="ctr"/>
            <a:r>
              <a:rPr lang="zh-CN" altLang="en-US" sz="2400" b="1">
                <a:solidFill>
                  <a:srgbClr val="000000"/>
                </a:solidFill>
                <a:ea typeface="楷体_GB2312"/>
                <a:cs typeface="楷体_GB2312"/>
              </a:rPr>
              <a:t>主对角线 </a:t>
            </a:r>
          </a:p>
        </p:txBody>
      </p:sp>
      <p:sp>
        <p:nvSpPr>
          <p:cNvPr id="38926" name="AutoShape 14"/>
          <p:cNvSpPr>
            <a:spLocks noChangeArrowheads="1"/>
          </p:cNvSpPr>
          <p:nvPr/>
        </p:nvSpPr>
        <p:spPr bwMode="auto">
          <a:xfrm>
            <a:off x="295275" y="4508500"/>
            <a:ext cx="1539875" cy="515938"/>
          </a:xfrm>
          <a:prstGeom prst="roundRect">
            <a:avLst>
              <a:gd name="adj" fmla="val 16667"/>
            </a:avLst>
          </a:prstGeom>
          <a:noFill/>
          <a:ln w="28575">
            <a:solidFill>
              <a:srgbClr val="3333FF"/>
            </a:solidFill>
            <a:prstDash val="lgDash"/>
            <a:round/>
          </a:ln>
        </p:spPr>
        <p:txBody>
          <a:bodyPr wrap="none"/>
          <a:lstStyle/>
          <a:p>
            <a:pPr algn="ctr"/>
            <a:r>
              <a:rPr lang="zh-CN" altLang="en-US" sz="2400" b="1">
                <a:solidFill>
                  <a:srgbClr val="000000"/>
                </a:solidFill>
                <a:ea typeface="楷体_GB2312"/>
                <a:cs typeface="楷体_GB2312"/>
              </a:rPr>
              <a:t>副对角线 </a:t>
            </a:r>
          </a:p>
        </p:txBody>
      </p:sp>
      <p:sp>
        <p:nvSpPr>
          <p:cNvPr id="38927" name="AutoShape 15"/>
          <p:cNvSpPr>
            <a:spLocks noChangeArrowheads="1"/>
          </p:cNvSpPr>
          <p:nvPr/>
        </p:nvSpPr>
        <p:spPr bwMode="auto">
          <a:xfrm>
            <a:off x="4859338" y="5589588"/>
            <a:ext cx="3744912" cy="1008062"/>
          </a:xfrm>
          <a:prstGeom prst="roundRect">
            <a:avLst>
              <a:gd name="adj" fmla="val 16667"/>
            </a:avLst>
          </a:prstGeom>
          <a:noFill/>
          <a:ln w="28575">
            <a:solidFill>
              <a:schemeClr val="hlink"/>
            </a:solidFill>
            <a:round/>
          </a:ln>
        </p:spPr>
        <p:txBody>
          <a:bodyPr/>
          <a:lstStyle/>
          <a:p>
            <a:r>
              <a:rPr lang="zh-CN" altLang="en-US" sz="2400" b="1">
                <a:solidFill>
                  <a:srgbClr val="FF0000"/>
                </a:solidFill>
                <a:ea typeface="楷体_GB2312"/>
                <a:cs typeface="楷体_GB2312"/>
              </a:rPr>
              <a:t>二阶行列式的对角线法则并不适用！</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8917"/>
                                        </p:tgtEl>
                                        <p:attrNameLst>
                                          <p:attrName>style.visibility</p:attrName>
                                        </p:attrNameLst>
                                      </p:cBhvr>
                                      <p:to>
                                        <p:strVal val="visible"/>
                                      </p:to>
                                    </p:set>
                                    <p:animEffect transition="in" filter="fade">
                                      <p:cBhvr>
                                        <p:cTn id="7" dur="1000"/>
                                        <p:tgtEl>
                                          <p:spTgt spid="38917"/>
                                        </p:tgtEl>
                                      </p:cBhvr>
                                    </p:animEffect>
                                    <p:anim calcmode="lin" valueType="num">
                                      <p:cBhvr>
                                        <p:cTn id="8" dur="1000" fill="hold"/>
                                        <p:tgtEl>
                                          <p:spTgt spid="38917"/>
                                        </p:tgtEl>
                                        <p:attrNameLst>
                                          <p:attrName>ppt_x</p:attrName>
                                        </p:attrNameLst>
                                      </p:cBhvr>
                                      <p:tavLst>
                                        <p:tav tm="0">
                                          <p:val>
                                            <p:strVal val="#ppt_x"/>
                                          </p:val>
                                        </p:tav>
                                        <p:tav tm="100000">
                                          <p:val>
                                            <p:strVal val="#ppt_x"/>
                                          </p:val>
                                        </p:tav>
                                      </p:tavLst>
                                    </p:anim>
                                    <p:anim calcmode="lin" valueType="num">
                                      <p:cBhvr>
                                        <p:cTn id="9" dur="1000" fill="hold"/>
                                        <p:tgtEl>
                                          <p:spTgt spid="3891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8919"/>
                                        </p:tgtEl>
                                        <p:attrNameLst>
                                          <p:attrName>style.visibility</p:attrName>
                                        </p:attrNameLst>
                                      </p:cBhvr>
                                      <p:to>
                                        <p:strVal val="visible"/>
                                      </p:to>
                                    </p:set>
                                    <p:animEffect transition="in" filter="fade">
                                      <p:cBhvr>
                                        <p:cTn id="12" dur="1000"/>
                                        <p:tgtEl>
                                          <p:spTgt spid="38919"/>
                                        </p:tgtEl>
                                      </p:cBhvr>
                                    </p:animEffect>
                                    <p:anim calcmode="lin" valueType="num">
                                      <p:cBhvr>
                                        <p:cTn id="13" dur="1000" fill="hold"/>
                                        <p:tgtEl>
                                          <p:spTgt spid="38919"/>
                                        </p:tgtEl>
                                        <p:attrNameLst>
                                          <p:attrName>ppt_x</p:attrName>
                                        </p:attrNameLst>
                                      </p:cBhvr>
                                      <p:tavLst>
                                        <p:tav tm="0">
                                          <p:val>
                                            <p:strVal val="#ppt_x"/>
                                          </p:val>
                                        </p:tav>
                                        <p:tav tm="100000">
                                          <p:val>
                                            <p:strVal val="#ppt_x"/>
                                          </p:val>
                                        </p:tav>
                                      </p:tavLst>
                                    </p:anim>
                                    <p:anim calcmode="lin" valueType="num">
                                      <p:cBhvr>
                                        <p:cTn id="14" dur="1000" fill="hold"/>
                                        <p:tgtEl>
                                          <p:spTgt spid="3891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38920"/>
                                        </p:tgtEl>
                                        <p:attrNameLst>
                                          <p:attrName>style.visibility</p:attrName>
                                        </p:attrNameLst>
                                      </p:cBhvr>
                                      <p:to>
                                        <p:strVal val="visible"/>
                                      </p:to>
                                    </p:set>
                                    <p:animEffect transition="in" filter="wipe(left)">
                                      <p:cBhvr>
                                        <p:cTn id="19" dur="500"/>
                                        <p:tgtEl>
                                          <p:spTgt spid="38920"/>
                                        </p:tgtEl>
                                      </p:cBhvr>
                                    </p:animEffect>
                                  </p:childTnLst>
                                </p:cTn>
                              </p:par>
                            </p:childTnLst>
                          </p:cTn>
                        </p:par>
                        <p:par>
                          <p:cTn id="20" fill="hold">
                            <p:stCondLst>
                              <p:cond delay="500"/>
                            </p:stCondLst>
                            <p:childTnLst>
                              <p:par>
                                <p:cTn id="21" presetID="22" presetClass="entr" presetSubtype="8" fill="hold" nodeType="afterEffect">
                                  <p:stCondLst>
                                    <p:cond delay="0"/>
                                  </p:stCondLst>
                                  <p:childTnLst>
                                    <p:set>
                                      <p:cBhvr>
                                        <p:cTn id="22" dur="1" fill="hold">
                                          <p:stCondLst>
                                            <p:cond delay="0"/>
                                          </p:stCondLst>
                                        </p:cTn>
                                        <p:tgtEl>
                                          <p:spTgt spid="38921"/>
                                        </p:tgtEl>
                                        <p:attrNameLst>
                                          <p:attrName>style.visibility</p:attrName>
                                        </p:attrNameLst>
                                      </p:cBhvr>
                                      <p:to>
                                        <p:strVal val="visible"/>
                                      </p:to>
                                    </p:set>
                                    <p:animEffect transition="in" filter="wipe(left)">
                                      <p:cBhvr>
                                        <p:cTn id="23" dur="500"/>
                                        <p:tgtEl>
                                          <p:spTgt spid="38921"/>
                                        </p:tgtEl>
                                      </p:cBhvr>
                                    </p:animEffect>
                                  </p:childTnLst>
                                </p:cTn>
                              </p:par>
                            </p:childTnLst>
                          </p:cTn>
                        </p:par>
                      </p:childTnLst>
                    </p:cTn>
                  </p:par>
                  <p:par>
                    <p:cTn id="24" fill="hold">
                      <p:stCondLst>
                        <p:cond delay="indefinite"/>
                      </p:stCondLst>
                      <p:childTnLst>
                        <p:par>
                          <p:cTn id="25" fill="hold">
                            <p:stCondLst>
                              <p:cond delay="0"/>
                            </p:stCondLst>
                            <p:childTnLst>
                              <p:par>
                                <p:cTn id="26" presetID="26" presetClass="entr" presetSubtype="0" fill="hold" grpId="0" nodeType="clickEffect">
                                  <p:stCondLst>
                                    <p:cond delay="0"/>
                                  </p:stCondLst>
                                  <p:childTnLst>
                                    <p:set>
                                      <p:cBhvr>
                                        <p:cTn id="27" dur="1" fill="hold">
                                          <p:stCondLst>
                                            <p:cond delay="0"/>
                                          </p:stCondLst>
                                        </p:cTn>
                                        <p:tgtEl>
                                          <p:spTgt spid="38918"/>
                                        </p:tgtEl>
                                        <p:attrNameLst>
                                          <p:attrName>style.visibility</p:attrName>
                                        </p:attrNameLst>
                                      </p:cBhvr>
                                      <p:to>
                                        <p:strVal val="visible"/>
                                      </p:to>
                                    </p:set>
                                    <p:animEffect transition="in" filter="wipe(down)">
                                      <p:cBhvr>
                                        <p:cTn id="28" dur="580">
                                          <p:stCondLst>
                                            <p:cond delay="0"/>
                                          </p:stCondLst>
                                        </p:cTn>
                                        <p:tgtEl>
                                          <p:spTgt spid="38918"/>
                                        </p:tgtEl>
                                      </p:cBhvr>
                                    </p:animEffect>
                                    <p:anim calcmode="lin" valueType="num">
                                      <p:cBhvr>
                                        <p:cTn id="29" dur="1822" tmFilter="0,0; 0.14,0.36; 0.43,0.73; 0.71,0.91; 1.0,1.0">
                                          <p:stCondLst>
                                            <p:cond delay="0"/>
                                          </p:stCondLst>
                                        </p:cTn>
                                        <p:tgtEl>
                                          <p:spTgt spid="38918"/>
                                        </p:tgtEl>
                                        <p:attrNameLst>
                                          <p:attrName>ppt_x</p:attrName>
                                        </p:attrNameLst>
                                      </p:cBhvr>
                                      <p:tavLst>
                                        <p:tav tm="0">
                                          <p:val>
                                            <p:strVal val="#ppt_x-0.25"/>
                                          </p:val>
                                        </p:tav>
                                        <p:tav tm="100000">
                                          <p:val>
                                            <p:strVal val="#ppt_x"/>
                                          </p:val>
                                        </p:tav>
                                      </p:tavLst>
                                    </p:anim>
                                    <p:anim calcmode="lin" valueType="num">
                                      <p:cBhvr>
                                        <p:cTn id="30" dur="664" tmFilter="0.0,0.0; 0.25,0.07; 0.50,0.2; 0.75,0.467; 1.0,1.0">
                                          <p:stCondLst>
                                            <p:cond delay="0"/>
                                          </p:stCondLst>
                                        </p:cTn>
                                        <p:tgtEl>
                                          <p:spTgt spid="38918"/>
                                        </p:tgtEl>
                                        <p:attrNameLst>
                                          <p:attrName>ppt_y</p:attrName>
                                        </p:attrNameLst>
                                      </p:cBhvr>
                                      <p:tavLst>
                                        <p:tav tm="0" fmla="#ppt_y-sin(pi*$)/3">
                                          <p:val>
                                            <p:fltVal val="0.5"/>
                                          </p:val>
                                        </p:tav>
                                        <p:tav tm="100000">
                                          <p:val>
                                            <p:fltVal val="1"/>
                                          </p:val>
                                        </p:tav>
                                      </p:tavLst>
                                    </p:anim>
                                    <p:anim calcmode="lin" valueType="num">
                                      <p:cBhvr>
                                        <p:cTn id="31" dur="664" tmFilter="0, 0; 0.125,0.2665; 0.25,0.4; 0.375,0.465; 0.5,0.5;  0.625,0.535; 0.75,0.6; 0.875,0.7335; 1,1">
                                          <p:stCondLst>
                                            <p:cond delay="664"/>
                                          </p:stCondLst>
                                        </p:cTn>
                                        <p:tgtEl>
                                          <p:spTgt spid="38918"/>
                                        </p:tgtEl>
                                        <p:attrNameLst>
                                          <p:attrName>ppt_y</p:attrName>
                                        </p:attrNameLst>
                                      </p:cBhvr>
                                      <p:tavLst>
                                        <p:tav tm="0" fmla="#ppt_y-sin(pi*$)/9">
                                          <p:val>
                                            <p:fltVal val="0"/>
                                          </p:val>
                                        </p:tav>
                                        <p:tav tm="100000">
                                          <p:val>
                                            <p:fltVal val="1"/>
                                          </p:val>
                                        </p:tav>
                                      </p:tavLst>
                                    </p:anim>
                                    <p:anim calcmode="lin" valueType="num">
                                      <p:cBhvr>
                                        <p:cTn id="32" dur="332" tmFilter="0, 0; 0.125,0.2665; 0.25,0.4; 0.375,0.465; 0.5,0.5;  0.625,0.535; 0.75,0.6; 0.875,0.7335; 1,1">
                                          <p:stCondLst>
                                            <p:cond delay="1324"/>
                                          </p:stCondLst>
                                        </p:cTn>
                                        <p:tgtEl>
                                          <p:spTgt spid="38918"/>
                                        </p:tgtEl>
                                        <p:attrNameLst>
                                          <p:attrName>ppt_y</p:attrName>
                                        </p:attrNameLst>
                                      </p:cBhvr>
                                      <p:tavLst>
                                        <p:tav tm="0" fmla="#ppt_y-sin(pi*$)/27">
                                          <p:val>
                                            <p:fltVal val="0"/>
                                          </p:val>
                                        </p:tav>
                                        <p:tav tm="100000">
                                          <p:val>
                                            <p:fltVal val="1"/>
                                          </p:val>
                                        </p:tav>
                                      </p:tavLst>
                                    </p:anim>
                                    <p:anim calcmode="lin" valueType="num">
                                      <p:cBhvr>
                                        <p:cTn id="33" dur="164" tmFilter="0, 0; 0.125,0.2665; 0.25,0.4; 0.375,0.465; 0.5,0.5;  0.625,0.535; 0.75,0.6; 0.875,0.7335; 1,1">
                                          <p:stCondLst>
                                            <p:cond delay="1656"/>
                                          </p:stCondLst>
                                        </p:cTn>
                                        <p:tgtEl>
                                          <p:spTgt spid="38918"/>
                                        </p:tgtEl>
                                        <p:attrNameLst>
                                          <p:attrName>ppt_y</p:attrName>
                                        </p:attrNameLst>
                                      </p:cBhvr>
                                      <p:tavLst>
                                        <p:tav tm="0" fmla="#ppt_y-sin(pi*$)/81">
                                          <p:val>
                                            <p:fltVal val="0"/>
                                          </p:val>
                                        </p:tav>
                                        <p:tav tm="100000">
                                          <p:val>
                                            <p:fltVal val="1"/>
                                          </p:val>
                                        </p:tav>
                                      </p:tavLst>
                                    </p:anim>
                                    <p:animScale>
                                      <p:cBhvr>
                                        <p:cTn id="34" dur="26">
                                          <p:stCondLst>
                                            <p:cond delay="650"/>
                                          </p:stCondLst>
                                        </p:cTn>
                                        <p:tgtEl>
                                          <p:spTgt spid="38918"/>
                                        </p:tgtEl>
                                      </p:cBhvr>
                                      <p:to x="100000" y="60000"/>
                                    </p:animScale>
                                    <p:animScale>
                                      <p:cBhvr>
                                        <p:cTn id="35" dur="166" decel="50000">
                                          <p:stCondLst>
                                            <p:cond delay="676"/>
                                          </p:stCondLst>
                                        </p:cTn>
                                        <p:tgtEl>
                                          <p:spTgt spid="38918"/>
                                        </p:tgtEl>
                                      </p:cBhvr>
                                      <p:to x="100000" y="100000"/>
                                    </p:animScale>
                                    <p:animScale>
                                      <p:cBhvr>
                                        <p:cTn id="36" dur="26">
                                          <p:stCondLst>
                                            <p:cond delay="1312"/>
                                          </p:stCondLst>
                                        </p:cTn>
                                        <p:tgtEl>
                                          <p:spTgt spid="38918"/>
                                        </p:tgtEl>
                                      </p:cBhvr>
                                      <p:to x="100000" y="80000"/>
                                    </p:animScale>
                                    <p:animScale>
                                      <p:cBhvr>
                                        <p:cTn id="37" dur="166" decel="50000">
                                          <p:stCondLst>
                                            <p:cond delay="1338"/>
                                          </p:stCondLst>
                                        </p:cTn>
                                        <p:tgtEl>
                                          <p:spTgt spid="38918"/>
                                        </p:tgtEl>
                                      </p:cBhvr>
                                      <p:to x="100000" y="100000"/>
                                    </p:animScale>
                                    <p:animScale>
                                      <p:cBhvr>
                                        <p:cTn id="38" dur="26">
                                          <p:stCondLst>
                                            <p:cond delay="1642"/>
                                          </p:stCondLst>
                                        </p:cTn>
                                        <p:tgtEl>
                                          <p:spTgt spid="38918"/>
                                        </p:tgtEl>
                                      </p:cBhvr>
                                      <p:to x="100000" y="90000"/>
                                    </p:animScale>
                                    <p:animScale>
                                      <p:cBhvr>
                                        <p:cTn id="39" dur="166" decel="50000">
                                          <p:stCondLst>
                                            <p:cond delay="1668"/>
                                          </p:stCondLst>
                                        </p:cTn>
                                        <p:tgtEl>
                                          <p:spTgt spid="38918"/>
                                        </p:tgtEl>
                                      </p:cBhvr>
                                      <p:to x="100000" y="100000"/>
                                    </p:animScale>
                                    <p:animScale>
                                      <p:cBhvr>
                                        <p:cTn id="40" dur="26">
                                          <p:stCondLst>
                                            <p:cond delay="1808"/>
                                          </p:stCondLst>
                                        </p:cTn>
                                        <p:tgtEl>
                                          <p:spTgt spid="38918"/>
                                        </p:tgtEl>
                                      </p:cBhvr>
                                      <p:to x="100000" y="95000"/>
                                    </p:animScale>
                                    <p:animScale>
                                      <p:cBhvr>
                                        <p:cTn id="41" dur="166" decel="50000">
                                          <p:stCondLst>
                                            <p:cond delay="1834"/>
                                          </p:stCondLst>
                                        </p:cTn>
                                        <p:tgtEl>
                                          <p:spTgt spid="38918"/>
                                        </p:tgtEl>
                                      </p:cBhvr>
                                      <p:to x="100000" y="100000"/>
                                    </p:animScale>
                                  </p:childTnLst>
                                </p:cTn>
                              </p:par>
                            </p:childTnLst>
                          </p:cTn>
                        </p:par>
                      </p:childTnLst>
                    </p:cTn>
                  </p:par>
                  <p:par>
                    <p:cTn id="42" fill="hold">
                      <p:stCondLst>
                        <p:cond delay="indefinite"/>
                      </p:stCondLst>
                      <p:childTnLst>
                        <p:par>
                          <p:cTn id="43" fill="hold">
                            <p:stCondLst>
                              <p:cond delay="0"/>
                            </p:stCondLst>
                            <p:childTnLst>
                              <p:par>
                                <p:cTn id="44" presetID="18" presetClass="entr" presetSubtype="6" fill="hold" grpId="0" nodeType="clickEffect">
                                  <p:stCondLst>
                                    <p:cond delay="0"/>
                                  </p:stCondLst>
                                  <p:childTnLst>
                                    <p:set>
                                      <p:cBhvr>
                                        <p:cTn id="45" dur="1" fill="hold">
                                          <p:stCondLst>
                                            <p:cond delay="0"/>
                                          </p:stCondLst>
                                        </p:cTn>
                                        <p:tgtEl>
                                          <p:spTgt spid="38923"/>
                                        </p:tgtEl>
                                        <p:attrNameLst>
                                          <p:attrName>style.visibility</p:attrName>
                                        </p:attrNameLst>
                                      </p:cBhvr>
                                      <p:to>
                                        <p:strVal val="visible"/>
                                      </p:to>
                                    </p:set>
                                    <p:animEffect transition="in" filter="strips(downRight)">
                                      <p:cBhvr>
                                        <p:cTn id="46" dur="500"/>
                                        <p:tgtEl>
                                          <p:spTgt spid="38923"/>
                                        </p:tgtEl>
                                      </p:cBhvr>
                                    </p:animEffect>
                                  </p:childTnLst>
                                </p:cTn>
                              </p:par>
                            </p:childTnLst>
                          </p:cTn>
                        </p:par>
                        <p:par>
                          <p:cTn id="47" fill="hold">
                            <p:stCondLst>
                              <p:cond delay="500"/>
                            </p:stCondLst>
                            <p:childTnLst>
                              <p:par>
                                <p:cTn id="48" presetID="3" presetClass="entr" presetSubtype="10" fill="hold" grpId="0" nodeType="afterEffect">
                                  <p:stCondLst>
                                    <p:cond delay="0"/>
                                  </p:stCondLst>
                                  <p:childTnLst>
                                    <p:set>
                                      <p:cBhvr>
                                        <p:cTn id="49" dur="1" fill="hold">
                                          <p:stCondLst>
                                            <p:cond delay="0"/>
                                          </p:stCondLst>
                                        </p:cTn>
                                        <p:tgtEl>
                                          <p:spTgt spid="38925"/>
                                        </p:tgtEl>
                                        <p:attrNameLst>
                                          <p:attrName>style.visibility</p:attrName>
                                        </p:attrNameLst>
                                      </p:cBhvr>
                                      <p:to>
                                        <p:strVal val="visible"/>
                                      </p:to>
                                    </p:set>
                                    <p:animEffect transition="in" filter="blinds(horizontal)">
                                      <p:cBhvr>
                                        <p:cTn id="50" dur="500"/>
                                        <p:tgtEl>
                                          <p:spTgt spid="38925"/>
                                        </p:tgtEl>
                                      </p:cBhvr>
                                    </p:animEffect>
                                  </p:childTnLst>
                                </p:cTn>
                              </p:par>
                            </p:childTnLst>
                          </p:cTn>
                        </p:par>
                      </p:childTnLst>
                    </p:cTn>
                  </p:par>
                  <p:par>
                    <p:cTn id="51" fill="hold">
                      <p:stCondLst>
                        <p:cond delay="indefinite"/>
                      </p:stCondLst>
                      <p:childTnLst>
                        <p:par>
                          <p:cTn id="52" fill="hold">
                            <p:stCondLst>
                              <p:cond delay="0"/>
                            </p:stCondLst>
                            <p:childTnLst>
                              <p:par>
                                <p:cTn id="53" presetID="18" presetClass="entr" presetSubtype="9" fill="hold" grpId="0" nodeType="clickEffect">
                                  <p:stCondLst>
                                    <p:cond delay="0"/>
                                  </p:stCondLst>
                                  <p:childTnLst>
                                    <p:set>
                                      <p:cBhvr>
                                        <p:cTn id="54" dur="1" fill="hold">
                                          <p:stCondLst>
                                            <p:cond delay="0"/>
                                          </p:stCondLst>
                                        </p:cTn>
                                        <p:tgtEl>
                                          <p:spTgt spid="38924"/>
                                        </p:tgtEl>
                                        <p:attrNameLst>
                                          <p:attrName>style.visibility</p:attrName>
                                        </p:attrNameLst>
                                      </p:cBhvr>
                                      <p:to>
                                        <p:strVal val="visible"/>
                                      </p:to>
                                    </p:set>
                                    <p:animEffect transition="in" filter="strips(upLeft)">
                                      <p:cBhvr>
                                        <p:cTn id="55" dur="500"/>
                                        <p:tgtEl>
                                          <p:spTgt spid="38924"/>
                                        </p:tgtEl>
                                      </p:cBhvr>
                                    </p:animEffect>
                                  </p:childTnLst>
                                </p:cTn>
                              </p:par>
                            </p:childTnLst>
                          </p:cTn>
                        </p:par>
                        <p:par>
                          <p:cTn id="56" fill="hold">
                            <p:stCondLst>
                              <p:cond delay="500"/>
                            </p:stCondLst>
                            <p:childTnLst>
                              <p:par>
                                <p:cTn id="57" presetID="12" presetClass="entr" presetSubtype="4" fill="hold" grpId="0" nodeType="afterEffect">
                                  <p:stCondLst>
                                    <p:cond delay="0"/>
                                  </p:stCondLst>
                                  <p:childTnLst>
                                    <p:set>
                                      <p:cBhvr>
                                        <p:cTn id="58" dur="1" fill="hold">
                                          <p:stCondLst>
                                            <p:cond delay="0"/>
                                          </p:stCondLst>
                                        </p:cTn>
                                        <p:tgtEl>
                                          <p:spTgt spid="38926"/>
                                        </p:tgtEl>
                                        <p:attrNameLst>
                                          <p:attrName>style.visibility</p:attrName>
                                        </p:attrNameLst>
                                      </p:cBhvr>
                                      <p:to>
                                        <p:strVal val="visible"/>
                                      </p:to>
                                    </p:set>
                                    <p:animEffect transition="in" filter="slide(fromBottom)">
                                      <p:cBhvr>
                                        <p:cTn id="59" dur="500"/>
                                        <p:tgtEl>
                                          <p:spTgt spid="38926"/>
                                        </p:tgtEl>
                                      </p:cBhvr>
                                    </p:animEffect>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grpId="0" nodeType="clickEffect">
                                  <p:stCondLst>
                                    <p:cond delay="0"/>
                                  </p:stCondLst>
                                  <p:childTnLst>
                                    <p:set>
                                      <p:cBhvr>
                                        <p:cTn id="63" dur="1" fill="hold">
                                          <p:stCondLst>
                                            <p:cond delay="0"/>
                                          </p:stCondLst>
                                        </p:cTn>
                                        <p:tgtEl>
                                          <p:spTgt spid="38927"/>
                                        </p:tgtEl>
                                        <p:attrNameLst>
                                          <p:attrName>style.visibility</p:attrName>
                                        </p:attrNameLst>
                                      </p:cBhvr>
                                      <p:to>
                                        <p:strVal val="visible"/>
                                      </p:to>
                                    </p:set>
                                    <p:animEffect transition="in" filter="dissolve">
                                      <p:cBhvr>
                                        <p:cTn id="64" dur="500"/>
                                        <p:tgtEl>
                                          <p:spTgt spid="389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p:bldP spid="38918" grpId="0"/>
      <p:bldP spid="38923" grpId="0" animBg="1"/>
      <p:bldP spid="38924" grpId="0" animBg="1"/>
      <p:bldP spid="38925" grpId="0" animBg="1"/>
      <p:bldP spid="38926" grpId="0" animBg="1"/>
      <p:bldP spid="3892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9" name="Text Box 2"/>
          <p:cNvSpPr txBox="1">
            <a:spLocks noChangeArrowheads="1"/>
          </p:cNvSpPr>
          <p:nvPr/>
        </p:nvSpPr>
        <p:spPr bwMode="auto">
          <a:xfrm>
            <a:off x="323850" y="871538"/>
            <a:ext cx="3041650" cy="519112"/>
          </a:xfrm>
          <a:prstGeom prst="rect">
            <a:avLst/>
          </a:prstGeom>
          <a:noFill/>
          <a:ln w="9525">
            <a:noFill/>
            <a:miter lim="800000"/>
          </a:ln>
        </p:spPr>
        <p:txBody>
          <a:bodyPr wrap="none"/>
          <a:lstStyle/>
          <a:p>
            <a:r>
              <a:rPr kumimoji="1" lang="zh-CN" altLang="en-US" sz="2800" b="1">
                <a:solidFill>
                  <a:srgbClr val="000000"/>
                </a:solidFill>
                <a:latin typeface="Times New Roman" panose="02020603050405020304" pitchFamily="18" charset="0"/>
                <a:ea typeface="楷体_GB2312"/>
                <a:cs typeface="楷体_GB2312"/>
              </a:rPr>
              <a:t>三阶行列式的计算 </a:t>
            </a:r>
          </a:p>
        </p:txBody>
      </p:sp>
      <p:sp>
        <p:nvSpPr>
          <p:cNvPr id="39939" name="Text Box 3"/>
          <p:cNvSpPr txBox="1">
            <a:spLocks noChangeArrowheads="1"/>
          </p:cNvSpPr>
          <p:nvPr/>
        </p:nvSpPr>
        <p:spPr bwMode="auto">
          <a:xfrm>
            <a:off x="3276600" y="893763"/>
            <a:ext cx="2681288" cy="519112"/>
          </a:xfrm>
          <a:prstGeom prst="rect">
            <a:avLst/>
          </a:prstGeom>
          <a:noFill/>
          <a:ln w="9525">
            <a:noFill/>
            <a:miter lim="800000"/>
          </a:ln>
        </p:spPr>
        <p:txBody>
          <a:bodyPr wrap="none"/>
          <a:lstStyle/>
          <a:p>
            <a:r>
              <a:rPr kumimoji="1" lang="en-US" altLang="zh-CN" sz="2800" b="1">
                <a:solidFill>
                  <a:srgbClr val="000000"/>
                </a:solidFill>
                <a:latin typeface="Times New Roman" panose="02020603050405020304" pitchFamily="18" charset="0"/>
                <a:ea typeface="楷体_GB2312"/>
                <a:cs typeface="楷体_GB2312"/>
              </a:rPr>
              <a:t>——</a:t>
            </a:r>
            <a:r>
              <a:rPr kumimoji="1" lang="zh-CN" altLang="en-US" sz="2800" b="1">
                <a:solidFill>
                  <a:srgbClr val="FF0000"/>
                </a:solidFill>
                <a:latin typeface="楷体_GB2312"/>
                <a:ea typeface="楷体_GB2312"/>
                <a:cs typeface="楷体_GB2312"/>
              </a:rPr>
              <a:t>对角线法则 </a:t>
            </a:r>
            <a:endParaRPr kumimoji="1" lang="zh-CN" altLang="en-US" sz="2800" b="1">
              <a:solidFill>
                <a:srgbClr val="000000"/>
              </a:solidFill>
              <a:latin typeface="Times New Roman" panose="02020603050405020304" pitchFamily="18" charset="0"/>
              <a:ea typeface="楷体_GB2312"/>
              <a:cs typeface="楷体_GB2312"/>
            </a:endParaRPr>
          </a:p>
        </p:txBody>
      </p:sp>
      <p:graphicFrame>
        <p:nvGraphicFramePr>
          <p:cNvPr id="8222" name="Object 30"/>
          <p:cNvGraphicFramePr>
            <a:graphicFrameLocks noChangeAspect="1"/>
          </p:cNvGraphicFramePr>
          <p:nvPr/>
        </p:nvGraphicFramePr>
        <p:xfrm>
          <a:off x="641350" y="1557338"/>
          <a:ext cx="3016250" cy="1778000"/>
        </p:xfrm>
        <a:graphic>
          <a:graphicData uri="http://schemas.openxmlformats.org/presentationml/2006/ole">
            <mc:AlternateContent xmlns:mc="http://schemas.openxmlformats.org/markup-compatibility/2006">
              <mc:Choice xmlns:v="urn:schemas-microsoft-com:vml" Requires="v">
                <p:oleObj spid="_x0000_s8496" name="Equation" r:id="rId3" imgW="28956000" imgH="17068800" progId="">
                  <p:embed/>
                </p:oleObj>
              </mc:Choice>
              <mc:Fallback>
                <p:oleObj name="Equation" r:id="rId3" imgW="28956000" imgH="17068800" progId="">
                  <p:embed/>
                  <p:pic>
                    <p:nvPicPr>
                      <p:cNvPr id="0" name="图片 8192" descr="image34"/>
                      <p:cNvPicPr>
                        <a:picLocks noChangeAspect="1"/>
                      </p:cNvPicPr>
                      <p:nvPr/>
                    </p:nvPicPr>
                    <p:blipFill>
                      <a:blip r:embed="rId4"/>
                      <a:stretch>
                        <a:fillRect/>
                      </a:stretch>
                    </p:blipFill>
                    <p:spPr>
                      <a:xfrm>
                        <a:off x="641350" y="1557338"/>
                        <a:ext cx="3016250" cy="1778000"/>
                      </a:xfrm>
                      <a:prstGeom prst="rect">
                        <a:avLst/>
                      </a:prstGeom>
                      <a:noFill/>
                      <a:ln w="9525">
                        <a:noFill/>
                      </a:ln>
                    </p:spPr>
                  </p:pic>
                </p:oleObj>
              </mc:Fallback>
            </mc:AlternateContent>
          </a:graphicData>
        </a:graphic>
      </p:graphicFrame>
      <p:sp>
        <p:nvSpPr>
          <p:cNvPr id="39941" name="Line 5"/>
          <p:cNvSpPr>
            <a:spLocks noChangeShapeType="1"/>
          </p:cNvSpPr>
          <p:nvPr/>
        </p:nvSpPr>
        <p:spPr bwMode="auto">
          <a:xfrm>
            <a:off x="1860550" y="1993900"/>
            <a:ext cx="1219200" cy="965200"/>
          </a:xfrm>
          <a:prstGeom prst="line">
            <a:avLst/>
          </a:prstGeom>
          <a:noFill/>
          <a:ln w="28575">
            <a:solidFill>
              <a:srgbClr val="FF0000"/>
            </a:solidFill>
            <a:round/>
          </a:ln>
        </p:spPr>
        <p:txBody>
          <a:bodyPr/>
          <a:lstStyle/>
          <a:p>
            <a:endParaRPr lang="zh-CN" altLang="en-US"/>
          </a:p>
        </p:txBody>
      </p:sp>
      <p:sp>
        <p:nvSpPr>
          <p:cNvPr id="39942" name="Line 6"/>
          <p:cNvSpPr>
            <a:spLocks noChangeShapeType="1"/>
          </p:cNvSpPr>
          <p:nvPr/>
        </p:nvSpPr>
        <p:spPr bwMode="auto">
          <a:xfrm flipV="1">
            <a:off x="1784350" y="2006600"/>
            <a:ext cx="1219200" cy="965200"/>
          </a:xfrm>
          <a:prstGeom prst="line">
            <a:avLst/>
          </a:prstGeom>
          <a:noFill/>
          <a:ln w="28575">
            <a:solidFill>
              <a:srgbClr val="3333FF"/>
            </a:solidFill>
            <a:prstDash val="dash"/>
            <a:round/>
          </a:ln>
        </p:spPr>
        <p:txBody>
          <a:bodyPr/>
          <a:lstStyle/>
          <a:p>
            <a:endParaRPr lang="zh-CN" altLang="en-US"/>
          </a:p>
        </p:txBody>
      </p:sp>
      <p:grpSp>
        <p:nvGrpSpPr>
          <p:cNvPr id="39943" name="Group 7"/>
          <p:cNvGrpSpPr/>
          <p:nvPr/>
        </p:nvGrpSpPr>
        <p:grpSpPr bwMode="auto">
          <a:xfrm>
            <a:off x="1708150" y="1828800"/>
            <a:ext cx="2819400" cy="1997075"/>
            <a:chOff x="2448" y="1440"/>
            <a:chExt cx="1776" cy="1258"/>
          </a:xfrm>
        </p:grpSpPr>
        <p:grpSp>
          <p:nvGrpSpPr>
            <p:cNvPr id="8249" name="Group 8"/>
            <p:cNvGrpSpPr/>
            <p:nvPr/>
          </p:nvGrpSpPr>
          <p:grpSpPr bwMode="auto">
            <a:xfrm>
              <a:off x="3360" y="1440"/>
              <a:ext cx="864" cy="1248"/>
              <a:chOff x="3360" y="1440"/>
              <a:chExt cx="864" cy="1248"/>
            </a:xfrm>
          </p:grpSpPr>
          <p:sp>
            <p:nvSpPr>
              <p:cNvPr id="8251" name="Line 9"/>
              <p:cNvSpPr>
                <a:spLocks noChangeShapeType="1"/>
              </p:cNvSpPr>
              <p:nvPr/>
            </p:nvSpPr>
            <p:spPr bwMode="auto">
              <a:xfrm>
                <a:off x="3360" y="1440"/>
                <a:ext cx="864" cy="720"/>
              </a:xfrm>
              <a:prstGeom prst="line">
                <a:avLst/>
              </a:prstGeom>
              <a:noFill/>
              <a:ln w="28575">
                <a:solidFill>
                  <a:srgbClr val="FF0000"/>
                </a:solidFill>
                <a:round/>
              </a:ln>
            </p:spPr>
            <p:txBody>
              <a:bodyPr/>
              <a:lstStyle/>
              <a:p>
                <a:endParaRPr lang="zh-CN" altLang="en-US"/>
              </a:p>
            </p:txBody>
          </p:sp>
          <p:sp>
            <p:nvSpPr>
              <p:cNvPr id="8252" name="Line 10"/>
              <p:cNvSpPr>
                <a:spLocks noChangeShapeType="1"/>
              </p:cNvSpPr>
              <p:nvPr/>
            </p:nvSpPr>
            <p:spPr bwMode="auto">
              <a:xfrm flipV="1">
                <a:off x="3552" y="2156"/>
                <a:ext cx="672" cy="532"/>
              </a:xfrm>
              <a:prstGeom prst="line">
                <a:avLst/>
              </a:prstGeom>
              <a:noFill/>
              <a:ln w="28575">
                <a:solidFill>
                  <a:srgbClr val="FF0000"/>
                </a:solidFill>
                <a:round/>
              </a:ln>
            </p:spPr>
            <p:txBody>
              <a:bodyPr/>
              <a:lstStyle/>
              <a:p>
                <a:endParaRPr lang="zh-CN" altLang="en-US"/>
              </a:p>
            </p:txBody>
          </p:sp>
        </p:grpSp>
        <p:sp>
          <p:nvSpPr>
            <p:cNvPr id="8250" name="Line 11"/>
            <p:cNvSpPr>
              <a:spLocks noChangeShapeType="1"/>
            </p:cNvSpPr>
            <p:nvPr/>
          </p:nvSpPr>
          <p:spPr bwMode="auto">
            <a:xfrm>
              <a:off x="2448" y="1824"/>
              <a:ext cx="1104" cy="874"/>
            </a:xfrm>
            <a:prstGeom prst="line">
              <a:avLst/>
            </a:prstGeom>
            <a:noFill/>
            <a:ln w="28575">
              <a:solidFill>
                <a:srgbClr val="FF0000"/>
              </a:solidFill>
              <a:round/>
            </a:ln>
          </p:spPr>
          <p:txBody>
            <a:bodyPr/>
            <a:lstStyle/>
            <a:p>
              <a:endParaRPr lang="zh-CN" altLang="en-US"/>
            </a:p>
          </p:txBody>
        </p:sp>
      </p:grpSp>
      <p:grpSp>
        <p:nvGrpSpPr>
          <p:cNvPr id="39948" name="Group 12"/>
          <p:cNvGrpSpPr/>
          <p:nvPr/>
        </p:nvGrpSpPr>
        <p:grpSpPr bwMode="auto">
          <a:xfrm>
            <a:off x="107950" y="1862138"/>
            <a:ext cx="3048000" cy="2176462"/>
            <a:chOff x="1440" y="1413"/>
            <a:chExt cx="1920" cy="1371"/>
          </a:xfrm>
        </p:grpSpPr>
        <p:sp>
          <p:nvSpPr>
            <p:cNvPr id="8246" name="Line 13"/>
            <p:cNvSpPr>
              <a:spLocks noChangeShapeType="1"/>
            </p:cNvSpPr>
            <p:nvPr/>
          </p:nvSpPr>
          <p:spPr bwMode="auto">
            <a:xfrm flipV="1">
              <a:off x="2208" y="1872"/>
              <a:ext cx="1152" cy="912"/>
            </a:xfrm>
            <a:prstGeom prst="line">
              <a:avLst/>
            </a:prstGeom>
            <a:noFill/>
            <a:ln w="28575">
              <a:solidFill>
                <a:srgbClr val="3333FF"/>
              </a:solidFill>
              <a:prstDash val="dash"/>
              <a:round/>
            </a:ln>
          </p:spPr>
          <p:txBody>
            <a:bodyPr/>
            <a:lstStyle/>
            <a:p>
              <a:endParaRPr lang="zh-CN" altLang="en-US"/>
            </a:p>
          </p:txBody>
        </p:sp>
        <p:sp>
          <p:nvSpPr>
            <p:cNvPr id="8247" name="Line 14"/>
            <p:cNvSpPr>
              <a:spLocks noChangeShapeType="1"/>
            </p:cNvSpPr>
            <p:nvPr/>
          </p:nvSpPr>
          <p:spPr bwMode="auto">
            <a:xfrm flipV="1">
              <a:off x="1488" y="1413"/>
              <a:ext cx="921" cy="729"/>
            </a:xfrm>
            <a:prstGeom prst="line">
              <a:avLst/>
            </a:prstGeom>
            <a:noFill/>
            <a:ln w="28575">
              <a:solidFill>
                <a:srgbClr val="3333FF"/>
              </a:solidFill>
              <a:prstDash val="dash"/>
              <a:round/>
            </a:ln>
          </p:spPr>
          <p:txBody>
            <a:bodyPr/>
            <a:lstStyle/>
            <a:p>
              <a:endParaRPr lang="zh-CN" altLang="en-US"/>
            </a:p>
          </p:txBody>
        </p:sp>
        <p:sp>
          <p:nvSpPr>
            <p:cNvPr id="8248" name="Line 15"/>
            <p:cNvSpPr>
              <a:spLocks noChangeShapeType="1"/>
            </p:cNvSpPr>
            <p:nvPr/>
          </p:nvSpPr>
          <p:spPr bwMode="auto">
            <a:xfrm>
              <a:off x="1440" y="2160"/>
              <a:ext cx="768" cy="608"/>
            </a:xfrm>
            <a:prstGeom prst="line">
              <a:avLst/>
            </a:prstGeom>
            <a:noFill/>
            <a:ln w="28575">
              <a:solidFill>
                <a:srgbClr val="3333FF"/>
              </a:solidFill>
              <a:prstDash val="dash"/>
              <a:round/>
            </a:ln>
          </p:spPr>
          <p:txBody>
            <a:bodyPr/>
            <a:lstStyle/>
            <a:p>
              <a:endParaRPr lang="zh-CN" altLang="en-US"/>
            </a:p>
          </p:txBody>
        </p:sp>
      </p:grpSp>
      <p:grpSp>
        <p:nvGrpSpPr>
          <p:cNvPr id="39952" name="Group 16"/>
          <p:cNvGrpSpPr/>
          <p:nvPr/>
        </p:nvGrpSpPr>
        <p:grpSpPr bwMode="auto">
          <a:xfrm>
            <a:off x="869950" y="1785938"/>
            <a:ext cx="2286000" cy="2176462"/>
            <a:chOff x="1920" y="1413"/>
            <a:chExt cx="1440" cy="1371"/>
          </a:xfrm>
        </p:grpSpPr>
        <p:sp>
          <p:nvSpPr>
            <p:cNvPr id="8243" name="Line 17"/>
            <p:cNvSpPr>
              <a:spLocks noChangeShapeType="1"/>
            </p:cNvSpPr>
            <p:nvPr/>
          </p:nvSpPr>
          <p:spPr bwMode="auto">
            <a:xfrm flipV="1">
              <a:off x="2688" y="2252"/>
              <a:ext cx="672" cy="532"/>
            </a:xfrm>
            <a:prstGeom prst="line">
              <a:avLst/>
            </a:prstGeom>
            <a:noFill/>
            <a:ln w="28575">
              <a:solidFill>
                <a:srgbClr val="3333FF"/>
              </a:solidFill>
              <a:prstDash val="dash"/>
              <a:round/>
            </a:ln>
          </p:spPr>
          <p:txBody>
            <a:bodyPr/>
            <a:lstStyle/>
            <a:p>
              <a:endParaRPr lang="zh-CN" altLang="en-US"/>
            </a:p>
          </p:txBody>
        </p:sp>
        <p:sp>
          <p:nvSpPr>
            <p:cNvPr id="8244" name="Line 18"/>
            <p:cNvSpPr>
              <a:spLocks noChangeShapeType="1"/>
            </p:cNvSpPr>
            <p:nvPr/>
          </p:nvSpPr>
          <p:spPr bwMode="auto">
            <a:xfrm flipV="1">
              <a:off x="1968" y="1413"/>
              <a:ext cx="921" cy="729"/>
            </a:xfrm>
            <a:prstGeom prst="line">
              <a:avLst/>
            </a:prstGeom>
            <a:noFill/>
            <a:ln w="28575">
              <a:solidFill>
                <a:srgbClr val="3333FF"/>
              </a:solidFill>
              <a:prstDash val="dash"/>
              <a:round/>
            </a:ln>
          </p:spPr>
          <p:txBody>
            <a:bodyPr/>
            <a:lstStyle/>
            <a:p>
              <a:endParaRPr lang="zh-CN" altLang="en-US"/>
            </a:p>
          </p:txBody>
        </p:sp>
        <p:sp>
          <p:nvSpPr>
            <p:cNvPr id="8245" name="Line 19"/>
            <p:cNvSpPr>
              <a:spLocks noChangeShapeType="1"/>
            </p:cNvSpPr>
            <p:nvPr/>
          </p:nvSpPr>
          <p:spPr bwMode="auto">
            <a:xfrm>
              <a:off x="1920" y="2160"/>
              <a:ext cx="768" cy="608"/>
            </a:xfrm>
            <a:prstGeom prst="line">
              <a:avLst/>
            </a:prstGeom>
            <a:noFill/>
            <a:ln w="28575">
              <a:solidFill>
                <a:srgbClr val="3333FF"/>
              </a:solidFill>
              <a:prstDash val="dash"/>
              <a:round/>
            </a:ln>
          </p:spPr>
          <p:txBody>
            <a:bodyPr/>
            <a:lstStyle/>
            <a:p>
              <a:endParaRPr lang="zh-CN" altLang="en-US"/>
            </a:p>
          </p:txBody>
        </p:sp>
      </p:grpSp>
      <p:graphicFrame>
        <p:nvGraphicFramePr>
          <p:cNvPr id="39956" name="Object 31"/>
          <p:cNvGraphicFramePr>
            <a:graphicFrameLocks noChangeAspect="1"/>
          </p:cNvGraphicFramePr>
          <p:nvPr/>
        </p:nvGraphicFramePr>
        <p:xfrm>
          <a:off x="4262438" y="4079875"/>
          <a:ext cx="1622425" cy="573088"/>
        </p:xfrm>
        <a:graphic>
          <a:graphicData uri="http://schemas.openxmlformats.org/presentationml/2006/ole">
            <mc:AlternateContent xmlns:mc="http://schemas.openxmlformats.org/markup-compatibility/2006">
              <mc:Choice xmlns:v="urn:schemas-microsoft-com:vml" Requires="v">
                <p:oleObj spid="_x0000_s8497" name="Equation" r:id="rId5" imgW="15544800" imgH="5486400" progId="">
                  <p:embed/>
                </p:oleObj>
              </mc:Choice>
              <mc:Fallback>
                <p:oleObj name="Equation" r:id="rId5" imgW="15544800" imgH="5486400" progId="">
                  <p:embed/>
                  <p:pic>
                    <p:nvPicPr>
                      <p:cNvPr id="0" name="图片 8222" descr="image35"/>
                      <p:cNvPicPr>
                        <a:picLocks noChangeAspect="1"/>
                      </p:cNvPicPr>
                      <p:nvPr/>
                    </p:nvPicPr>
                    <p:blipFill>
                      <a:blip r:embed="rId6"/>
                      <a:stretch>
                        <a:fillRect/>
                      </a:stretch>
                    </p:blipFill>
                    <p:spPr>
                      <a:xfrm>
                        <a:off x="4262438" y="4079875"/>
                        <a:ext cx="1622425" cy="573088"/>
                      </a:xfrm>
                      <a:prstGeom prst="rect">
                        <a:avLst/>
                      </a:prstGeom>
                      <a:noFill/>
                      <a:ln w="9525">
                        <a:noFill/>
                      </a:ln>
                    </p:spPr>
                  </p:pic>
                </p:oleObj>
              </mc:Fallback>
            </mc:AlternateContent>
          </a:graphicData>
        </a:graphic>
      </p:graphicFrame>
      <p:grpSp>
        <p:nvGrpSpPr>
          <p:cNvPr id="39957" name="Group 21"/>
          <p:cNvGrpSpPr/>
          <p:nvPr/>
        </p:nvGrpSpPr>
        <p:grpSpPr bwMode="auto">
          <a:xfrm>
            <a:off x="1708150" y="1857375"/>
            <a:ext cx="2133600" cy="2008188"/>
            <a:chOff x="2448" y="1458"/>
            <a:chExt cx="1344" cy="1265"/>
          </a:xfrm>
        </p:grpSpPr>
        <p:sp>
          <p:nvSpPr>
            <p:cNvPr id="8239" name="Line 22"/>
            <p:cNvSpPr>
              <a:spLocks noChangeShapeType="1"/>
            </p:cNvSpPr>
            <p:nvPr/>
          </p:nvSpPr>
          <p:spPr bwMode="auto">
            <a:xfrm>
              <a:off x="2448" y="2191"/>
              <a:ext cx="672" cy="532"/>
            </a:xfrm>
            <a:prstGeom prst="line">
              <a:avLst/>
            </a:prstGeom>
            <a:noFill/>
            <a:ln w="28575">
              <a:solidFill>
                <a:srgbClr val="FF0000"/>
              </a:solidFill>
              <a:round/>
            </a:ln>
          </p:spPr>
          <p:txBody>
            <a:bodyPr/>
            <a:lstStyle/>
            <a:p>
              <a:endParaRPr lang="zh-CN" altLang="en-US"/>
            </a:p>
          </p:txBody>
        </p:sp>
        <p:grpSp>
          <p:nvGrpSpPr>
            <p:cNvPr id="2" name="Group 23"/>
            <p:cNvGrpSpPr/>
            <p:nvPr/>
          </p:nvGrpSpPr>
          <p:grpSpPr bwMode="auto">
            <a:xfrm>
              <a:off x="2919" y="1458"/>
              <a:ext cx="873" cy="1248"/>
              <a:chOff x="2919" y="1458"/>
              <a:chExt cx="873" cy="1248"/>
            </a:xfrm>
          </p:grpSpPr>
          <p:sp>
            <p:nvSpPr>
              <p:cNvPr id="3" name="Line 24"/>
              <p:cNvSpPr>
                <a:spLocks noChangeShapeType="1"/>
              </p:cNvSpPr>
              <p:nvPr/>
            </p:nvSpPr>
            <p:spPr bwMode="auto">
              <a:xfrm>
                <a:off x="2919" y="1458"/>
                <a:ext cx="873" cy="702"/>
              </a:xfrm>
              <a:prstGeom prst="line">
                <a:avLst/>
              </a:prstGeom>
              <a:noFill/>
              <a:ln w="28575">
                <a:solidFill>
                  <a:srgbClr val="FF0000"/>
                </a:solidFill>
                <a:round/>
              </a:ln>
            </p:spPr>
            <p:txBody>
              <a:bodyPr/>
              <a:lstStyle/>
              <a:p>
                <a:endParaRPr lang="zh-CN" altLang="en-US"/>
              </a:p>
            </p:txBody>
          </p:sp>
          <p:sp>
            <p:nvSpPr>
              <p:cNvPr id="8242" name="Line 25"/>
              <p:cNvSpPr>
                <a:spLocks noChangeShapeType="1"/>
              </p:cNvSpPr>
              <p:nvPr/>
            </p:nvSpPr>
            <p:spPr bwMode="auto">
              <a:xfrm flipV="1">
                <a:off x="3120" y="2160"/>
                <a:ext cx="672" cy="546"/>
              </a:xfrm>
              <a:prstGeom prst="line">
                <a:avLst/>
              </a:prstGeom>
              <a:noFill/>
              <a:ln w="28575">
                <a:solidFill>
                  <a:srgbClr val="FF0000"/>
                </a:solidFill>
                <a:round/>
              </a:ln>
            </p:spPr>
            <p:txBody>
              <a:bodyPr/>
              <a:lstStyle/>
              <a:p>
                <a:endParaRPr lang="zh-CN" altLang="en-US"/>
              </a:p>
            </p:txBody>
          </p:sp>
        </p:grpSp>
      </p:grpSp>
      <p:graphicFrame>
        <p:nvGraphicFramePr>
          <p:cNvPr id="39962" name="Object 32"/>
          <p:cNvGraphicFramePr>
            <a:graphicFrameLocks noChangeAspect="1"/>
          </p:cNvGraphicFramePr>
          <p:nvPr/>
        </p:nvGraphicFramePr>
        <p:xfrm>
          <a:off x="1025525" y="4076700"/>
          <a:ext cx="1684338" cy="571500"/>
        </p:xfrm>
        <a:graphic>
          <a:graphicData uri="http://schemas.openxmlformats.org/presentationml/2006/ole">
            <mc:AlternateContent xmlns:mc="http://schemas.openxmlformats.org/markup-compatibility/2006">
              <mc:Choice xmlns:v="urn:schemas-microsoft-com:vml" Requires="v">
                <p:oleObj spid="_x0000_s8498" name="Equation" r:id="rId7" imgW="16154400" imgH="5486400" progId="">
                  <p:embed/>
                </p:oleObj>
              </mc:Choice>
              <mc:Fallback>
                <p:oleObj name="Equation" r:id="rId7" imgW="16154400" imgH="5486400" progId="">
                  <p:embed/>
                  <p:pic>
                    <p:nvPicPr>
                      <p:cNvPr id="0" name="图片 8223" descr="image36"/>
                      <p:cNvPicPr>
                        <a:picLocks noChangeAspect="1"/>
                      </p:cNvPicPr>
                      <p:nvPr/>
                    </p:nvPicPr>
                    <p:blipFill>
                      <a:blip r:embed="rId8"/>
                      <a:stretch>
                        <a:fillRect/>
                      </a:stretch>
                    </p:blipFill>
                    <p:spPr>
                      <a:xfrm>
                        <a:off x="1025525" y="4076700"/>
                        <a:ext cx="1684338" cy="571500"/>
                      </a:xfrm>
                      <a:prstGeom prst="rect">
                        <a:avLst/>
                      </a:prstGeom>
                      <a:noFill/>
                      <a:ln w="9525">
                        <a:noFill/>
                      </a:ln>
                    </p:spPr>
                  </p:pic>
                </p:oleObj>
              </mc:Fallback>
            </mc:AlternateContent>
          </a:graphicData>
        </a:graphic>
      </p:graphicFrame>
      <p:graphicFrame>
        <p:nvGraphicFramePr>
          <p:cNvPr id="39963" name="Object 33"/>
          <p:cNvGraphicFramePr>
            <a:graphicFrameLocks noChangeAspect="1"/>
          </p:cNvGraphicFramePr>
          <p:nvPr/>
        </p:nvGraphicFramePr>
        <p:xfrm>
          <a:off x="2673350" y="4079875"/>
          <a:ext cx="1622425" cy="573088"/>
        </p:xfrm>
        <a:graphic>
          <a:graphicData uri="http://schemas.openxmlformats.org/presentationml/2006/ole">
            <mc:AlternateContent xmlns:mc="http://schemas.openxmlformats.org/markup-compatibility/2006">
              <mc:Choice xmlns:v="urn:schemas-microsoft-com:vml" Requires="v">
                <p:oleObj spid="_x0000_s8499" name="Equation" r:id="rId9" imgW="15544800" imgH="5486400" progId="">
                  <p:embed/>
                </p:oleObj>
              </mc:Choice>
              <mc:Fallback>
                <p:oleObj name="Equation" r:id="rId9" imgW="15544800" imgH="5486400" progId="">
                  <p:embed/>
                  <p:pic>
                    <p:nvPicPr>
                      <p:cNvPr id="0" name="图片 8224" descr="image37"/>
                      <p:cNvPicPr>
                        <a:picLocks noChangeAspect="1"/>
                      </p:cNvPicPr>
                      <p:nvPr/>
                    </p:nvPicPr>
                    <p:blipFill>
                      <a:blip r:embed="rId10"/>
                      <a:stretch>
                        <a:fillRect/>
                      </a:stretch>
                    </p:blipFill>
                    <p:spPr>
                      <a:xfrm>
                        <a:off x="2673350" y="4079875"/>
                        <a:ext cx="1622425" cy="573088"/>
                      </a:xfrm>
                      <a:prstGeom prst="rect">
                        <a:avLst/>
                      </a:prstGeom>
                      <a:noFill/>
                      <a:ln w="9525">
                        <a:noFill/>
                      </a:ln>
                    </p:spPr>
                  </p:pic>
                </p:oleObj>
              </mc:Fallback>
            </mc:AlternateContent>
          </a:graphicData>
        </a:graphic>
      </p:graphicFrame>
      <p:graphicFrame>
        <p:nvGraphicFramePr>
          <p:cNvPr id="39964" name="Object 34"/>
          <p:cNvGraphicFramePr>
            <a:graphicFrameLocks noChangeAspect="1"/>
          </p:cNvGraphicFramePr>
          <p:nvPr/>
        </p:nvGraphicFramePr>
        <p:xfrm>
          <a:off x="1169988" y="4651375"/>
          <a:ext cx="1620837" cy="571500"/>
        </p:xfrm>
        <a:graphic>
          <a:graphicData uri="http://schemas.openxmlformats.org/presentationml/2006/ole">
            <mc:AlternateContent xmlns:mc="http://schemas.openxmlformats.org/markup-compatibility/2006">
              <mc:Choice xmlns:v="urn:schemas-microsoft-com:vml" Requires="v">
                <p:oleObj spid="_x0000_s8500" name="Equation" r:id="rId11" imgW="15544800" imgH="5486400" progId="">
                  <p:embed/>
                </p:oleObj>
              </mc:Choice>
              <mc:Fallback>
                <p:oleObj name="Equation" r:id="rId11" imgW="15544800" imgH="5486400" progId="">
                  <p:embed/>
                  <p:pic>
                    <p:nvPicPr>
                      <p:cNvPr id="0" name="图片 8225" descr="image38"/>
                      <p:cNvPicPr>
                        <a:picLocks noChangeAspect="1"/>
                      </p:cNvPicPr>
                      <p:nvPr/>
                    </p:nvPicPr>
                    <p:blipFill>
                      <a:blip r:embed="rId12"/>
                      <a:stretch>
                        <a:fillRect/>
                      </a:stretch>
                    </p:blipFill>
                    <p:spPr>
                      <a:xfrm>
                        <a:off x="1169988" y="4651375"/>
                        <a:ext cx="1620837" cy="571500"/>
                      </a:xfrm>
                      <a:prstGeom prst="rect">
                        <a:avLst/>
                      </a:prstGeom>
                      <a:noFill/>
                      <a:ln w="9525">
                        <a:noFill/>
                      </a:ln>
                    </p:spPr>
                  </p:pic>
                </p:oleObj>
              </mc:Fallback>
            </mc:AlternateContent>
          </a:graphicData>
        </a:graphic>
      </p:graphicFrame>
      <p:graphicFrame>
        <p:nvGraphicFramePr>
          <p:cNvPr id="39965" name="Object 35"/>
          <p:cNvGraphicFramePr>
            <a:graphicFrameLocks noChangeAspect="1"/>
          </p:cNvGraphicFramePr>
          <p:nvPr/>
        </p:nvGraphicFramePr>
        <p:xfrm>
          <a:off x="2673350" y="4651375"/>
          <a:ext cx="1620838" cy="573088"/>
        </p:xfrm>
        <a:graphic>
          <a:graphicData uri="http://schemas.openxmlformats.org/presentationml/2006/ole">
            <mc:AlternateContent xmlns:mc="http://schemas.openxmlformats.org/markup-compatibility/2006">
              <mc:Choice xmlns:v="urn:schemas-microsoft-com:vml" Requires="v">
                <p:oleObj spid="_x0000_s8501" name="Equation" r:id="rId13" imgW="15544800" imgH="5486400" progId="">
                  <p:embed/>
                </p:oleObj>
              </mc:Choice>
              <mc:Fallback>
                <p:oleObj name="Equation" r:id="rId13" imgW="15544800" imgH="5486400" progId="">
                  <p:embed/>
                  <p:pic>
                    <p:nvPicPr>
                      <p:cNvPr id="0" name="图片 8226" descr="image39"/>
                      <p:cNvPicPr>
                        <a:picLocks noChangeAspect="1"/>
                      </p:cNvPicPr>
                      <p:nvPr/>
                    </p:nvPicPr>
                    <p:blipFill>
                      <a:blip r:embed="rId14"/>
                      <a:stretch>
                        <a:fillRect/>
                      </a:stretch>
                    </p:blipFill>
                    <p:spPr>
                      <a:xfrm>
                        <a:off x="2673350" y="4651375"/>
                        <a:ext cx="1620838" cy="573088"/>
                      </a:xfrm>
                      <a:prstGeom prst="rect">
                        <a:avLst/>
                      </a:prstGeom>
                      <a:noFill/>
                      <a:ln w="9525">
                        <a:noFill/>
                      </a:ln>
                    </p:spPr>
                  </p:pic>
                </p:oleObj>
              </mc:Fallback>
            </mc:AlternateContent>
          </a:graphicData>
        </a:graphic>
      </p:graphicFrame>
      <p:graphicFrame>
        <p:nvGraphicFramePr>
          <p:cNvPr id="39966" name="Object 36"/>
          <p:cNvGraphicFramePr>
            <a:graphicFrameLocks noChangeAspect="1"/>
          </p:cNvGraphicFramePr>
          <p:nvPr/>
        </p:nvGraphicFramePr>
        <p:xfrm>
          <a:off x="4278313" y="4651375"/>
          <a:ext cx="1620837" cy="571500"/>
        </p:xfrm>
        <a:graphic>
          <a:graphicData uri="http://schemas.openxmlformats.org/presentationml/2006/ole">
            <mc:AlternateContent xmlns:mc="http://schemas.openxmlformats.org/markup-compatibility/2006">
              <mc:Choice xmlns:v="urn:schemas-microsoft-com:vml" Requires="v">
                <p:oleObj spid="_x0000_s8502" name="Equation" r:id="rId15" imgW="15544800" imgH="5486400" progId="">
                  <p:embed/>
                </p:oleObj>
              </mc:Choice>
              <mc:Fallback>
                <p:oleObj name="Equation" r:id="rId15" imgW="15544800" imgH="5486400" progId="">
                  <p:embed/>
                  <p:pic>
                    <p:nvPicPr>
                      <p:cNvPr id="0" name="图片 8227" descr="image40"/>
                      <p:cNvPicPr>
                        <a:picLocks noChangeAspect="1"/>
                      </p:cNvPicPr>
                      <p:nvPr/>
                    </p:nvPicPr>
                    <p:blipFill>
                      <a:blip r:embed="rId16"/>
                      <a:stretch>
                        <a:fillRect/>
                      </a:stretch>
                    </p:blipFill>
                    <p:spPr>
                      <a:xfrm>
                        <a:off x="4278313" y="4651375"/>
                        <a:ext cx="1620837" cy="571500"/>
                      </a:xfrm>
                      <a:prstGeom prst="rect">
                        <a:avLst/>
                      </a:prstGeom>
                      <a:noFill/>
                      <a:ln w="9525">
                        <a:noFill/>
                      </a:ln>
                    </p:spPr>
                  </p:pic>
                </p:oleObj>
              </mc:Fallback>
            </mc:AlternateContent>
          </a:graphicData>
        </a:graphic>
      </p:graphicFrame>
      <p:sp>
        <p:nvSpPr>
          <p:cNvPr id="39968" name="Text Box 32"/>
          <p:cNvSpPr txBox="1">
            <a:spLocks noChangeArrowheads="1"/>
          </p:cNvSpPr>
          <p:nvPr/>
        </p:nvSpPr>
        <p:spPr bwMode="auto">
          <a:xfrm>
            <a:off x="4211638" y="3068638"/>
            <a:ext cx="4681537" cy="865187"/>
          </a:xfrm>
          <a:prstGeom prst="rect">
            <a:avLst/>
          </a:prstGeom>
          <a:noFill/>
          <a:ln w="9525">
            <a:noFill/>
            <a:miter lim="800000"/>
          </a:ln>
        </p:spPr>
        <p:txBody>
          <a:bodyPr wrap="none"/>
          <a:lstStyle/>
          <a:p>
            <a:r>
              <a:rPr lang="zh-CN" altLang="en-US" sz="2400" b="1">
                <a:solidFill>
                  <a:srgbClr val="FF0000"/>
                </a:solidFill>
                <a:latin typeface="楷体_GB2312"/>
                <a:ea typeface="楷体_GB2312"/>
                <a:cs typeface="楷体_GB2312"/>
              </a:rPr>
              <a:t>实线上的三个元素的乘积冠正号， </a:t>
            </a:r>
          </a:p>
          <a:p>
            <a:pPr>
              <a:lnSpc>
                <a:spcPct val="120000"/>
              </a:lnSpc>
            </a:pPr>
            <a:r>
              <a:rPr lang="zh-CN" altLang="en-US" sz="2400" b="1">
                <a:solidFill>
                  <a:srgbClr val="0000FF"/>
                </a:solidFill>
                <a:latin typeface="楷体_GB2312"/>
                <a:ea typeface="楷体_GB2312"/>
                <a:cs typeface="楷体_GB2312"/>
              </a:rPr>
              <a:t>虚线上的三个元素的乘积冠负号</a:t>
            </a:r>
            <a:r>
              <a:rPr lang="en-US" altLang="zh-CN" sz="2400" b="1">
                <a:solidFill>
                  <a:srgbClr val="0000FF"/>
                </a:solidFill>
                <a:latin typeface="楷体_GB2312"/>
                <a:ea typeface="楷体_GB2312"/>
                <a:cs typeface="楷体_GB2312"/>
              </a:rPr>
              <a: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39941"/>
                                        </p:tgtEl>
                                        <p:attrNameLst>
                                          <p:attrName>style.visibility</p:attrName>
                                        </p:attrNameLst>
                                      </p:cBhvr>
                                      <p:to>
                                        <p:strVal val="visible"/>
                                      </p:to>
                                    </p:set>
                                    <p:animEffect transition="in" filter="strips(downRight)">
                                      <p:cBhvr>
                                        <p:cTn id="7" dur="500"/>
                                        <p:tgtEl>
                                          <p:spTgt spid="39941"/>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39957"/>
                                        </p:tgtEl>
                                        <p:attrNameLst>
                                          <p:attrName>style.visibility</p:attrName>
                                        </p:attrNameLst>
                                      </p:cBhvr>
                                      <p:to>
                                        <p:strVal val="visible"/>
                                      </p:to>
                                    </p:set>
                                    <p:animEffect transition="in" filter="strips(downRight)">
                                      <p:cBhvr>
                                        <p:cTn id="12" dur="500"/>
                                        <p:tgtEl>
                                          <p:spTgt spid="39957"/>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39943"/>
                                        </p:tgtEl>
                                        <p:attrNameLst>
                                          <p:attrName>style.visibility</p:attrName>
                                        </p:attrNameLst>
                                      </p:cBhvr>
                                      <p:to>
                                        <p:strVal val="visible"/>
                                      </p:to>
                                    </p:set>
                                    <p:animEffect transition="in" filter="strips(downRight)">
                                      <p:cBhvr>
                                        <p:cTn id="17" dur="500"/>
                                        <p:tgtEl>
                                          <p:spTgt spid="39943"/>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9" fill="hold" grpId="0" nodeType="clickEffect">
                                  <p:stCondLst>
                                    <p:cond delay="0"/>
                                  </p:stCondLst>
                                  <p:childTnLst>
                                    <p:set>
                                      <p:cBhvr>
                                        <p:cTn id="21" dur="1" fill="hold">
                                          <p:stCondLst>
                                            <p:cond delay="0"/>
                                          </p:stCondLst>
                                        </p:cTn>
                                        <p:tgtEl>
                                          <p:spTgt spid="39942"/>
                                        </p:tgtEl>
                                        <p:attrNameLst>
                                          <p:attrName>style.visibility</p:attrName>
                                        </p:attrNameLst>
                                      </p:cBhvr>
                                      <p:to>
                                        <p:strVal val="visible"/>
                                      </p:to>
                                    </p:set>
                                    <p:animEffect transition="in" filter="strips(upLeft)">
                                      <p:cBhvr>
                                        <p:cTn id="22" dur="500"/>
                                        <p:tgtEl>
                                          <p:spTgt spid="39942"/>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9" fill="hold" nodeType="clickEffect">
                                  <p:stCondLst>
                                    <p:cond delay="0"/>
                                  </p:stCondLst>
                                  <p:childTnLst>
                                    <p:set>
                                      <p:cBhvr>
                                        <p:cTn id="26" dur="1" fill="hold">
                                          <p:stCondLst>
                                            <p:cond delay="0"/>
                                          </p:stCondLst>
                                        </p:cTn>
                                        <p:tgtEl>
                                          <p:spTgt spid="39952"/>
                                        </p:tgtEl>
                                        <p:attrNameLst>
                                          <p:attrName>style.visibility</p:attrName>
                                        </p:attrNameLst>
                                      </p:cBhvr>
                                      <p:to>
                                        <p:strVal val="visible"/>
                                      </p:to>
                                    </p:set>
                                    <p:animEffect transition="in" filter="strips(upLeft)">
                                      <p:cBhvr>
                                        <p:cTn id="27" dur="500"/>
                                        <p:tgtEl>
                                          <p:spTgt spid="39952"/>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9" fill="hold" nodeType="clickEffect">
                                  <p:stCondLst>
                                    <p:cond delay="0"/>
                                  </p:stCondLst>
                                  <p:childTnLst>
                                    <p:set>
                                      <p:cBhvr>
                                        <p:cTn id="31" dur="1" fill="hold">
                                          <p:stCondLst>
                                            <p:cond delay="0"/>
                                          </p:stCondLst>
                                        </p:cTn>
                                        <p:tgtEl>
                                          <p:spTgt spid="39948"/>
                                        </p:tgtEl>
                                        <p:attrNameLst>
                                          <p:attrName>style.visibility</p:attrName>
                                        </p:attrNameLst>
                                      </p:cBhvr>
                                      <p:to>
                                        <p:strVal val="visible"/>
                                      </p:to>
                                    </p:set>
                                    <p:animEffect transition="in" filter="strips(upLeft)">
                                      <p:cBhvr>
                                        <p:cTn id="32" dur="500"/>
                                        <p:tgtEl>
                                          <p:spTgt spid="39948"/>
                                        </p:tgtEl>
                                      </p:cBhvr>
                                    </p:animEffect>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grpId="0" nodeType="clickEffect">
                                  <p:stCondLst>
                                    <p:cond delay="0"/>
                                  </p:stCondLst>
                                  <p:childTnLst>
                                    <p:set>
                                      <p:cBhvr>
                                        <p:cTn id="36" dur="1" fill="hold">
                                          <p:stCondLst>
                                            <p:cond delay="0"/>
                                          </p:stCondLst>
                                        </p:cTn>
                                        <p:tgtEl>
                                          <p:spTgt spid="39968"/>
                                        </p:tgtEl>
                                        <p:attrNameLst>
                                          <p:attrName>style.visibility</p:attrName>
                                        </p:attrNameLst>
                                      </p:cBhvr>
                                      <p:to>
                                        <p:strVal val="visible"/>
                                      </p:to>
                                    </p:set>
                                    <p:anim calcmode="lin" valueType="num">
                                      <p:cBhvr>
                                        <p:cTn id="37" dur="500" fill="hold"/>
                                        <p:tgtEl>
                                          <p:spTgt spid="39968"/>
                                        </p:tgtEl>
                                        <p:attrNameLst>
                                          <p:attrName>ppt_w</p:attrName>
                                        </p:attrNameLst>
                                      </p:cBhvr>
                                      <p:tavLst>
                                        <p:tav tm="0">
                                          <p:val>
                                            <p:fltVal val="0"/>
                                          </p:val>
                                        </p:tav>
                                        <p:tav tm="100000">
                                          <p:val>
                                            <p:strVal val="#ppt_w"/>
                                          </p:val>
                                        </p:tav>
                                      </p:tavLst>
                                    </p:anim>
                                    <p:anim calcmode="lin" valueType="num">
                                      <p:cBhvr>
                                        <p:cTn id="38" dur="500" fill="hold"/>
                                        <p:tgtEl>
                                          <p:spTgt spid="39968"/>
                                        </p:tgtEl>
                                        <p:attrNameLst>
                                          <p:attrName>ppt_h</p:attrName>
                                        </p:attrNameLst>
                                      </p:cBhvr>
                                      <p:tavLst>
                                        <p:tav tm="0">
                                          <p:val>
                                            <p:flt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35" presetClass="emph" presetSubtype="0" repeatCount="3000" fill="hold" grpId="1" nodeType="clickEffect">
                                  <p:stCondLst>
                                    <p:cond delay="0"/>
                                  </p:stCondLst>
                                  <p:childTnLst>
                                    <p:anim calcmode="discrete" valueType="str">
                                      <p:cBhvr>
                                        <p:cTn id="42" dur="1000" fill="hold"/>
                                        <p:tgtEl>
                                          <p:spTgt spid="39941"/>
                                        </p:tgtEl>
                                        <p:attrNameLst>
                                          <p:attrName>style.visibility</p:attrName>
                                        </p:attrNameLst>
                                      </p:cBhvr>
                                      <p:tavLst>
                                        <p:tav tm="0">
                                          <p:val>
                                            <p:strVal val="hidden"/>
                                          </p:val>
                                        </p:tav>
                                        <p:tav tm="50000">
                                          <p:val>
                                            <p:strVal val="visible"/>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9962"/>
                                        </p:tgtEl>
                                        <p:attrNameLst>
                                          <p:attrName>style.visibility</p:attrName>
                                        </p:attrNameLst>
                                      </p:cBhvr>
                                      <p:to>
                                        <p:strVal val="visible"/>
                                      </p:to>
                                    </p:set>
                                    <p:animEffect transition="in" filter="wipe(left)">
                                      <p:cBhvr>
                                        <p:cTn id="47" dur="500"/>
                                        <p:tgtEl>
                                          <p:spTgt spid="39962"/>
                                        </p:tgtEl>
                                      </p:cBhvr>
                                    </p:animEffect>
                                  </p:childTnLst>
                                </p:cTn>
                              </p:par>
                            </p:childTnLst>
                          </p:cTn>
                        </p:par>
                      </p:childTnLst>
                    </p:cTn>
                  </p:par>
                  <p:par>
                    <p:cTn id="48" fill="hold">
                      <p:stCondLst>
                        <p:cond delay="indefinite"/>
                      </p:stCondLst>
                      <p:childTnLst>
                        <p:par>
                          <p:cTn id="49" fill="hold">
                            <p:stCondLst>
                              <p:cond delay="0"/>
                            </p:stCondLst>
                            <p:childTnLst>
                              <p:par>
                                <p:cTn id="50" presetID="35" presetClass="emph" presetSubtype="0" repeatCount="3000" fill="hold" nodeType="clickEffect">
                                  <p:stCondLst>
                                    <p:cond delay="0"/>
                                  </p:stCondLst>
                                  <p:childTnLst>
                                    <p:anim calcmode="discrete" valueType="str">
                                      <p:cBhvr>
                                        <p:cTn id="51" dur="1000" fill="hold"/>
                                        <p:tgtEl>
                                          <p:spTgt spid="39957"/>
                                        </p:tgtEl>
                                        <p:attrNameLst>
                                          <p:attrName>style.visibility</p:attrName>
                                        </p:attrNameLst>
                                      </p:cBhvr>
                                      <p:tavLst>
                                        <p:tav tm="0">
                                          <p:val>
                                            <p:strVal val="hidden"/>
                                          </p:val>
                                        </p:tav>
                                        <p:tav tm="50000">
                                          <p:val>
                                            <p:strVal val="visible"/>
                                          </p:val>
                                        </p:tav>
                                      </p:tavLst>
                                    </p:anim>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39963"/>
                                        </p:tgtEl>
                                        <p:attrNameLst>
                                          <p:attrName>style.visibility</p:attrName>
                                        </p:attrNameLst>
                                      </p:cBhvr>
                                      <p:to>
                                        <p:strVal val="visible"/>
                                      </p:to>
                                    </p:set>
                                    <p:animEffect transition="in" filter="wipe(left)">
                                      <p:cBhvr>
                                        <p:cTn id="56" dur="500"/>
                                        <p:tgtEl>
                                          <p:spTgt spid="39963"/>
                                        </p:tgtEl>
                                      </p:cBhvr>
                                    </p:animEffect>
                                  </p:childTnLst>
                                </p:cTn>
                              </p:par>
                            </p:childTnLst>
                          </p:cTn>
                        </p:par>
                      </p:childTnLst>
                    </p:cTn>
                  </p:par>
                  <p:par>
                    <p:cTn id="57" fill="hold">
                      <p:stCondLst>
                        <p:cond delay="indefinite"/>
                      </p:stCondLst>
                      <p:childTnLst>
                        <p:par>
                          <p:cTn id="58" fill="hold">
                            <p:stCondLst>
                              <p:cond delay="0"/>
                            </p:stCondLst>
                            <p:childTnLst>
                              <p:par>
                                <p:cTn id="59" presetID="35" presetClass="emph" presetSubtype="0" repeatCount="3000" fill="hold" nodeType="clickEffect">
                                  <p:stCondLst>
                                    <p:cond delay="0"/>
                                  </p:stCondLst>
                                  <p:childTnLst>
                                    <p:anim calcmode="discrete" valueType="str">
                                      <p:cBhvr>
                                        <p:cTn id="60" dur="1000" fill="hold"/>
                                        <p:tgtEl>
                                          <p:spTgt spid="39943"/>
                                        </p:tgtEl>
                                        <p:attrNameLst>
                                          <p:attrName>style.visibility</p:attrName>
                                        </p:attrNameLst>
                                      </p:cBhvr>
                                      <p:tavLst>
                                        <p:tav tm="0">
                                          <p:val>
                                            <p:strVal val="hidden"/>
                                          </p:val>
                                        </p:tav>
                                        <p:tav tm="50000">
                                          <p:val>
                                            <p:strVal val="visible"/>
                                          </p:val>
                                        </p:tav>
                                      </p:tavLst>
                                    </p:anim>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39956"/>
                                        </p:tgtEl>
                                        <p:attrNameLst>
                                          <p:attrName>style.visibility</p:attrName>
                                        </p:attrNameLst>
                                      </p:cBhvr>
                                      <p:to>
                                        <p:strVal val="visible"/>
                                      </p:to>
                                    </p:set>
                                    <p:animEffect transition="in" filter="wipe(left)">
                                      <p:cBhvr>
                                        <p:cTn id="65" dur="500"/>
                                        <p:tgtEl>
                                          <p:spTgt spid="39956"/>
                                        </p:tgtEl>
                                      </p:cBhvr>
                                    </p:animEffect>
                                  </p:childTnLst>
                                </p:cTn>
                              </p:par>
                            </p:childTnLst>
                          </p:cTn>
                        </p:par>
                      </p:childTnLst>
                    </p:cTn>
                  </p:par>
                  <p:par>
                    <p:cTn id="66" fill="hold">
                      <p:stCondLst>
                        <p:cond delay="indefinite"/>
                      </p:stCondLst>
                      <p:childTnLst>
                        <p:par>
                          <p:cTn id="67" fill="hold">
                            <p:stCondLst>
                              <p:cond delay="0"/>
                            </p:stCondLst>
                            <p:childTnLst>
                              <p:par>
                                <p:cTn id="68" presetID="35" presetClass="emph" presetSubtype="0" repeatCount="3000" fill="hold" grpId="1" nodeType="clickEffect">
                                  <p:stCondLst>
                                    <p:cond delay="0"/>
                                  </p:stCondLst>
                                  <p:childTnLst>
                                    <p:anim calcmode="discrete" valueType="str">
                                      <p:cBhvr>
                                        <p:cTn id="69" dur="1000" fill="hold"/>
                                        <p:tgtEl>
                                          <p:spTgt spid="39942"/>
                                        </p:tgtEl>
                                        <p:attrNameLst>
                                          <p:attrName>style.visibility</p:attrName>
                                        </p:attrNameLst>
                                      </p:cBhvr>
                                      <p:tavLst>
                                        <p:tav tm="0">
                                          <p:val>
                                            <p:strVal val="hidden"/>
                                          </p:val>
                                        </p:tav>
                                        <p:tav tm="50000">
                                          <p:val>
                                            <p:strVal val="visible"/>
                                          </p:val>
                                        </p:tav>
                                      </p:tavLst>
                                    </p:anim>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39964"/>
                                        </p:tgtEl>
                                        <p:attrNameLst>
                                          <p:attrName>style.visibility</p:attrName>
                                        </p:attrNameLst>
                                      </p:cBhvr>
                                      <p:to>
                                        <p:strVal val="visible"/>
                                      </p:to>
                                    </p:set>
                                    <p:animEffect transition="in" filter="wipe(left)">
                                      <p:cBhvr>
                                        <p:cTn id="74" dur="500"/>
                                        <p:tgtEl>
                                          <p:spTgt spid="39964"/>
                                        </p:tgtEl>
                                      </p:cBhvr>
                                    </p:animEffect>
                                  </p:childTnLst>
                                </p:cTn>
                              </p:par>
                            </p:childTnLst>
                          </p:cTn>
                        </p:par>
                      </p:childTnLst>
                    </p:cTn>
                  </p:par>
                  <p:par>
                    <p:cTn id="75" fill="hold">
                      <p:stCondLst>
                        <p:cond delay="indefinite"/>
                      </p:stCondLst>
                      <p:childTnLst>
                        <p:par>
                          <p:cTn id="76" fill="hold">
                            <p:stCondLst>
                              <p:cond delay="0"/>
                            </p:stCondLst>
                            <p:childTnLst>
                              <p:par>
                                <p:cTn id="77" presetID="35" presetClass="emph" presetSubtype="0" repeatCount="3000" fill="hold" nodeType="clickEffect">
                                  <p:stCondLst>
                                    <p:cond delay="0"/>
                                  </p:stCondLst>
                                  <p:childTnLst>
                                    <p:anim calcmode="discrete" valueType="str">
                                      <p:cBhvr>
                                        <p:cTn id="78" dur="1000" fill="hold"/>
                                        <p:tgtEl>
                                          <p:spTgt spid="39952"/>
                                        </p:tgtEl>
                                        <p:attrNameLst>
                                          <p:attrName>style.visibility</p:attrName>
                                        </p:attrNameLst>
                                      </p:cBhvr>
                                      <p:tavLst>
                                        <p:tav tm="0">
                                          <p:val>
                                            <p:strVal val="hidden"/>
                                          </p:val>
                                        </p:tav>
                                        <p:tav tm="50000">
                                          <p:val>
                                            <p:strVal val="visible"/>
                                          </p:val>
                                        </p:tav>
                                      </p:tavLst>
                                    </p:anim>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39965"/>
                                        </p:tgtEl>
                                        <p:attrNameLst>
                                          <p:attrName>style.visibility</p:attrName>
                                        </p:attrNameLst>
                                      </p:cBhvr>
                                      <p:to>
                                        <p:strVal val="visible"/>
                                      </p:to>
                                    </p:set>
                                    <p:animEffect transition="in" filter="wipe(left)">
                                      <p:cBhvr>
                                        <p:cTn id="83" dur="500"/>
                                        <p:tgtEl>
                                          <p:spTgt spid="39965"/>
                                        </p:tgtEl>
                                      </p:cBhvr>
                                    </p:animEffect>
                                  </p:childTnLst>
                                </p:cTn>
                              </p:par>
                            </p:childTnLst>
                          </p:cTn>
                        </p:par>
                      </p:childTnLst>
                    </p:cTn>
                  </p:par>
                  <p:par>
                    <p:cTn id="84" fill="hold">
                      <p:stCondLst>
                        <p:cond delay="indefinite"/>
                      </p:stCondLst>
                      <p:childTnLst>
                        <p:par>
                          <p:cTn id="85" fill="hold">
                            <p:stCondLst>
                              <p:cond delay="0"/>
                            </p:stCondLst>
                            <p:childTnLst>
                              <p:par>
                                <p:cTn id="86" presetID="35" presetClass="emph" presetSubtype="0" repeatCount="3000" fill="hold" nodeType="clickEffect">
                                  <p:stCondLst>
                                    <p:cond delay="0"/>
                                  </p:stCondLst>
                                  <p:childTnLst>
                                    <p:anim calcmode="discrete" valueType="str">
                                      <p:cBhvr>
                                        <p:cTn id="87" dur="1000" fill="hold"/>
                                        <p:tgtEl>
                                          <p:spTgt spid="39948"/>
                                        </p:tgtEl>
                                        <p:attrNameLst>
                                          <p:attrName>style.visibility</p:attrName>
                                        </p:attrNameLst>
                                      </p:cBhvr>
                                      <p:tavLst>
                                        <p:tav tm="0">
                                          <p:val>
                                            <p:strVal val="hidden"/>
                                          </p:val>
                                        </p:tav>
                                        <p:tav tm="50000">
                                          <p:val>
                                            <p:strVal val="visible"/>
                                          </p:val>
                                        </p:tav>
                                      </p:tavLst>
                                    </p:anim>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39966"/>
                                        </p:tgtEl>
                                        <p:attrNameLst>
                                          <p:attrName>style.visibility</p:attrName>
                                        </p:attrNameLst>
                                      </p:cBhvr>
                                      <p:to>
                                        <p:strVal val="visible"/>
                                      </p:to>
                                    </p:set>
                                    <p:animEffect transition="in" filter="wipe(left)">
                                      <p:cBhvr>
                                        <p:cTn id="92" dur="500"/>
                                        <p:tgtEl>
                                          <p:spTgt spid="39966"/>
                                        </p:tgtEl>
                                      </p:cBhvr>
                                    </p:animEffect>
                                  </p:childTnLst>
                                </p:cTn>
                              </p:par>
                            </p:childTnLst>
                          </p:cTn>
                        </p:par>
                      </p:childTnLst>
                    </p:cTn>
                  </p:par>
                  <p:par>
                    <p:cTn id="93" fill="hold">
                      <p:stCondLst>
                        <p:cond delay="indefinite"/>
                      </p:stCondLst>
                      <p:childTnLst>
                        <p:par>
                          <p:cTn id="94" fill="hold">
                            <p:stCondLst>
                              <p:cond delay="0"/>
                            </p:stCondLst>
                            <p:childTnLst>
                              <p:par>
                                <p:cTn id="95" presetID="2" presetClass="entr" presetSubtype="2" fill="hold" grpId="0" nodeType="clickEffect">
                                  <p:stCondLst>
                                    <p:cond delay="0"/>
                                  </p:stCondLst>
                                  <p:childTnLst>
                                    <p:set>
                                      <p:cBhvr>
                                        <p:cTn id="96" dur="1" fill="hold">
                                          <p:stCondLst>
                                            <p:cond delay="0"/>
                                          </p:stCondLst>
                                        </p:cTn>
                                        <p:tgtEl>
                                          <p:spTgt spid="39939"/>
                                        </p:tgtEl>
                                        <p:attrNameLst>
                                          <p:attrName>style.visibility</p:attrName>
                                        </p:attrNameLst>
                                      </p:cBhvr>
                                      <p:to>
                                        <p:strVal val="visible"/>
                                      </p:to>
                                    </p:set>
                                    <p:anim calcmode="lin" valueType="num">
                                      <p:cBhvr additive="base">
                                        <p:cTn id="97" dur="500" fill="hold"/>
                                        <p:tgtEl>
                                          <p:spTgt spid="39939"/>
                                        </p:tgtEl>
                                        <p:attrNameLst>
                                          <p:attrName>ppt_x</p:attrName>
                                        </p:attrNameLst>
                                      </p:cBhvr>
                                      <p:tavLst>
                                        <p:tav tm="0">
                                          <p:val>
                                            <p:strVal val="1+#ppt_w/2"/>
                                          </p:val>
                                        </p:tav>
                                        <p:tav tm="100000">
                                          <p:val>
                                            <p:strVal val="#ppt_x"/>
                                          </p:val>
                                        </p:tav>
                                      </p:tavLst>
                                    </p:anim>
                                    <p:anim calcmode="lin" valueType="num">
                                      <p:cBhvr additive="base">
                                        <p:cTn id="98" dur="500" fill="hold"/>
                                        <p:tgtEl>
                                          <p:spTgt spid="399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p:bldP spid="39941" grpId="0" animBg="1"/>
      <p:bldP spid="39941" grpId="1" animBg="1"/>
      <p:bldP spid="39942" grpId="0" animBg="1"/>
      <p:bldP spid="39942" grpId="1" animBg="1"/>
      <p:bldP spid="3996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6" name="Object 2"/>
          <p:cNvGraphicFramePr>
            <a:graphicFrameLocks noChangeAspect="1"/>
          </p:cNvGraphicFramePr>
          <p:nvPr>
            <p:extLst>
              <p:ext uri="{D42A27DB-BD31-4B8C-83A1-F6EECF244321}">
                <p14:modId xmlns:p14="http://schemas.microsoft.com/office/powerpoint/2010/main" val="2979268050"/>
              </p:ext>
            </p:extLst>
          </p:nvPr>
        </p:nvGraphicFramePr>
        <p:xfrm>
          <a:off x="3266603" y="1268413"/>
          <a:ext cx="3249613" cy="1595437"/>
        </p:xfrm>
        <a:graphic>
          <a:graphicData uri="http://schemas.openxmlformats.org/presentationml/2006/ole">
            <mc:AlternateContent xmlns:mc="http://schemas.openxmlformats.org/markup-compatibility/2006">
              <mc:Choice xmlns:v="urn:schemas-microsoft-com:vml" Requires="v">
                <p:oleObj spid="_x0000_s407842" name="Equation" r:id="rId3" imgW="1447560" imgH="711000" progId="Equation.DSMT4">
                  <p:embed/>
                </p:oleObj>
              </mc:Choice>
              <mc:Fallback>
                <p:oleObj name="Equation" r:id="rId3" imgW="1447560" imgH="711000" progId="Equation.DSMT4">
                  <p:embed/>
                  <p:pic>
                    <p:nvPicPr>
                      <p:cNvPr id="16386" name="Object 2"/>
                      <p:cNvPicPr>
                        <a:picLocks noChangeAspect="1" noChangeArrowheads="1"/>
                      </p:cNvPicPr>
                      <p:nvPr/>
                    </p:nvPicPr>
                    <p:blipFill>
                      <a:blip r:embed="rId4"/>
                      <a:srcRect/>
                      <a:stretch>
                        <a:fillRect/>
                      </a:stretch>
                    </p:blipFill>
                    <p:spPr bwMode="auto">
                      <a:xfrm>
                        <a:off x="3266603" y="1268413"/>
                        <a:ext cx="3249613" cy="1595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7" name="Line 3"/>
          <p:cNvSpPr>
            <a:spLocks noChangeShapeType="1"/>
          </p:cNvSpPr>
          <p:nvPr/>
        </p:nvSpPr>
        <p:spPr bwMode="auto">
          <a:xfrm>
            <a:off x="3398838" y="1484313"/>
            <a:ext cx="1731962" cy="122396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2291" name="Object 4"/>
          <p:cNvGraphicFramePr>
            <a:graphicFrameLocks noChangeAspect="1"/>
          </p:cNvGraphicFramePr>
          <p:nvPr/>
        </p:nvGraphicFramePr>
        <p:xfrm>
          <a:off x="4716463" y="2852738"/>
          <a:ext cx="301625" cy="301625"/>
        </p:xfrm>
        <a:graphic>
          <a:graphicData uri="http://schemas.openxmlformats.org/presentationml/2006/ole">
            <mc:AlternateContent xmlns:mc="http://schemas.openxmlformats.org/markup-compatibility/2006">
              <mc:Choice xmlns:v="urn:schemas-microsoft-com:vml" Requires="v">
                <p:oleObj spid="_x0000_s407843" name="Equation" r:id="rId5" imgW="139680" imgH="139680" progId="Equation.DSMT4">
                  <p:embed/>
                </p:oleObj>
              </mc:Choice>
              <mc:Fallback>
                <p:oleObj name="Equation" r:id="rId5" imgW="139680" imgH="139680" progId="Equation.DSMT4">
                  <p:embed/>
                  <p:pic>
                    <p:nvPicPr>
                      <p:cNvPr id="12291"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16463" y="2852738"/>
                        <a:ext cx="301625" cy="301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9" name="Line 5"/>
          <p:cNvSpPr>
            <a:spLocks noChangeShapeType="1"/>
          </p:cNvSpPr>
          <p:nvPr/>
        </p:nvSpPr>
        <p:spPr bwMode="auto">
          <a:xfrm flipH="1">
            <a:off x="4881563" y="1425575"/>
            <a:ext cx="1582737" cy="1366838"/>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6390" name="Line 6"/>
          <p:cNvSpPr>
            <a:spLocks noChangeShapeType="1"/>
          </p:cNvSpPr>
          <p:nvPr/>
        </p:nvSpPr>
        <p:spPr bwMode="auto">
          <a:xfrm flipH="1">
            <a:off x="4078288" y="1425575"/>
            <a:ext cx="1563687" cy="1366838"/>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6391" name="Line 7"/>
          <p:cNvSpPr>
            <a:spLocks noChangeShapeType="1"/>
          </p:cNvSpPr>
          <p:nvPr/>
        </p:nvSpPr>
        <p:spPr bwMode="auto">
          <a:xfrm flipH="1">
            <a:off x="3398838" y="1425575"/>
            <a:ext cx="1584325" cy="129540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2292" name="Object 8"/>
          <p:cNvGraphicFramePr>
            <a:graphicFrameLocks noChangeAspect="1"/>
          </p:cNvGraphicFramePr>
          <p:nvPr/>
        </p:nvGraphicFramePr>
        <p:xfrm>
          <a:off x="2987675" y="2924175"/>
          <a:ext cx="303213" cy="242888"/>
        </p:xfrm>
        <a:graphic>
          <a:graphicData uri="http://schemas.openxmlformats.org/presentationml/2006/ole">
            <mc:AlternateContent xmlns:mc="http://schemas.openxmlformats.org/markup-compatibility/2006">
              <mc:Choice xmlns:v="urn:schemas-microsoft-com:vml" Requires="v">
                <p:oleObj spid="_x0000_s407844" name="Equation" r:id="rId7" imgW="126720" imgH="101520" progId="Equation.DSMT4">
                  <p:embed/>
                </p:oleObj>
              </mc:Choice>
              <mc:Fallback>
                <p:oleObj name="Equation" r:id="rId7" imgW="126720" imgH="101520" progId="Equation.DSMT4">
                  <p:embed/>
                  <p:pic>
                    <p:nvPicPr>
                      <p:cNvPr id="12292"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87675" y="2924175"/>
                        <a:ext cx="303213" cy="242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02" name="Text Box 9"/>
          <p:cNvSpPr txBox="1">
            <a:spLocks noChangeArrowheads="1"/>
          </p:cNvSpPr>
          <p:nvPr/>
        </p:nvSpPr>
        <p:spPr bwMode="auto">
          <a:xfrm>
            <a:off x="288925" y="549275"/>
            <a:ext cx="32750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4" tIns="45717" rIns="91434" bIns="45717">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3200" b="1">
                <a:latin typeface="宋体" panose="02010600030101010101" pitchFamily="2" charset="-122"/>
              </a:rPr>
              <a:t>或沙路法则</a:t>
            </a:r>
          </a:p>
        </p:txBody>
      </p:sp>
      <p:sp>
        <p:nvSpPr>
          <p:cNvPr id="16394" name="Rectangle 10"/>
          <p:cNvSpPr>
            <a:spLocks noChangeArrowheads="1"/>
          </p:cNvSpPr>
          <p:nvPr/>
        </p:nvSpPr>
        <p:spPr bwMode="auto">
          <a:xfrm>
            <a:off x="341698" y="5517232"/>
            <a:ext cx="8461375" cy="584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34" tIns="45717" rIns="91434" bIns="45717">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3200" b="1" dirty="0">
                <a:solidFill>
                  <a:srgbClr val="FF0000"/>
                </a:solidFill>
                <a:latin typeface="楷体_GB2312"/>
                <a:ea typeface="楷体_GB2312"/>
                <a:cs typeface="楷体_GB2312"/>
              </a:rPr>
              <a:t>注意：</a:t>
            </a:r>
            <a:r>
              <a:rPr kumimoji="1" lang="zh-CN" altLang="en-US" sz="3200" b="1" dirty="0">
                <a:solidFill>
                  <a:srgbClr val="000000"/>
                </a:solidFill>
                <a:latin typeface="楷体_GB2312"/>
                <a:ea typeface="楷体_GB2312"/>
                <a:cs typeface="楷体_GB2312"/>
              </a:rPr>
              <a:t>对角线法则只适用于二阶与三阶行列式</a:t>
            </a:r>
            <a:r>
              <a:rPr kumimoji="1" lang="en-US" altLang="zh-CN" sz="3200" b="1" dirty="0">
                <a:solidFill>
                  <a:srgbClr val="000000"/>
                </a:solidFill>
                <a:latin typeface="楷体_GB2312"/>
                <a:ea typeface="楷体_GB2312"/>
                <a:cs typeface="楷体_GB2312"/>
              </a:rPr>
              <a:t>. </a:t>
            </a:r>
            <a:endParaRPr kumimoji="1" lang="en-US" altLang="zh-CN" sz="3200" b="1" dirty="0">
              <a:latin typeface="宋体" panose="02010600030101010101" pitchFamily="2" charset="-122"/>
            </a:endParaRPr>
          </a:p>
        </p:txBody>
      </p:sp>
      <p:sp>
        <p:nvSpPr>
          <p:cNvPr id="16395" name="Line 11"/>
          <p:cNvSpPr>
            <a:spLocks noChangeShapeType="1"/>
          </p:cNvSpPr>
          <p:nvPr/>
        </p:nvSpPr>
        <p:spPr bwMode="auto">
          <a:xfrm>
            <a:off x="4078288" y="1484313"/>
            <a:ext cx="1657350" cy="122396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6396" name="Line 12"/>
          <p:cNvSpPr>
            <a:spLocks noChangeShapeType="1"/>
          </p:cNvSpPr>
          <p:nvPr/>
        </p:nvSpPr>
        <p:spPr bwMode="auto">
          <a:xfrm>
            <a:off x="4633913" y="1366838"/>
            <a:ext cx="1581150" cy="122396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2293" name="Object 13"/>
          <p:cNvGraphicFramePr>
            <a:graphicFrameLocks noChangeAspect="1"/>
          </p:cNvGraphicFramePr>
          <p:nvPr/>
        </p:nvGraphicFramePr>
        <p:xfrm>
          <a:off x="3635375" y="2924175"/>
          <a:ext cx="303213" cy="242888"/>
        </p:xfrm>
        <a:graphic>
          <a:graphicData uri="http://schemas.openxmlformats.org/presentationml/2006/ole">
            <mc:AlternateContent xmlns:mc="http://schemas.openxmlformats.org/markup-compatibility/2006">
              <mc:Choice xmlns:v="urn:schemas-microsoft-com:vml" Requires="v">
                <p:oleObj spid="_x0000_s407845" name="Equation" r:id="rId9" imgW="126720" imgH="101520" progId="Equation.DSMT4">
                  <p:embed/>
                </p:oleObj>
              </mc:Choice>
              <mc:Fallback>
                <p:oleObj name="Equation" r:id="rId9" imgW="126720" imgH="101520" progId="Equation.DSMT4">
                  <p:embed/>
                  <p:pic>
                    <p:nvPicPr>
                      <p:cNvPr id="12293"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35375" y="2924175"/>
                        <a:ext cx="303213" cy="242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4" name="Object 14"/>
          <p:cNvGraphicFramePr>
            <a:graphicFrameLocks noChangeAspect="1"/>
          </p:cNvGraphicFramePr>
          <p:nvPr/>
        </p:nvGraphicFramePr>
        <p:xfrm>
          <a:off x="4211638" y="2924175"/>
          <a:ext cx="576262" cy="242888"/>
        </p:xfrm>
        <a:graphic>
          <a:graphicData uri="http://schemas.openxmlformats.org/presentationml/2006/ole">
            <mc:AlternateContent xmlns:mc="http://schemas.openxmlformats.org/markup-compatibility/2006">
              <mc:Choice xmlns:v="urn:schemas-microsoft-com:vml" Requires="v">
                <p:oleObj spid="_x0000_s407846" name="Equation" r:id="rId10" imgW="126720" imgH="101520" progId="Equation.DSMT4">
                  <p:embed/>
                </p:oleObj>
              </mc:Choice>
              <mc:Fallback>
                <p:oleObj name="Equation" r:id="rId10" imgW="126720" imgH="101520" progId="Equation.DSMT4">
                  <p:embed/>
                  <p:pic>
                    <p:nvPicPr>
                      <p:cNvPr id="12294"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11638" y="2924175"/>
                        <a:ext cx="576262" cy="242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5" name="Object 15"/>
          <p:cNvGraphicFramePr>
            <a:graphicFrameLocks noChangeAspect="1"/>
          </p:cNvGraphicFramePr>
          <p:nvPr/>
        </p:nvGraphicFramePr>
        <p:xfrm>
          <a:off x="5219700" y="2852738"/>
          <a:ext cx="301625" cy="301625"/>
        </p:xfrm>
        <a:graphic>
          <a:graphicData uri="http://schemas.openxmlformats.org/presentationml/2006/ole">
            <mc:AlternateContent xmlns:mc="http://schemas.openxmlformats.org/markup-compatibility/2006">
              <mc:Choice xmlns:v="urn:schemas-microsoft-com:vml" Requires="v">
                <p:oleObj spid="_x0000_s407847" name="Equation" r:id="rId11" imgW="139680" imgH="139680" progId="Equation.DSMT4">
                  <p:embed/>
                </p:oleObj>
              </mc:Choice>
              <mc:Fallback>
                <p:oleObj name="Equation" r:id="rId11" imgW="139680" imgH="139680" progId="Equation.DSMT4">
                  <p:embed/>
                  <p:pic>
                    <p:nvPicPr>
                      <p:cNvPr id="12295"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19700" y="2852738"/>
                        <a:ext cx="301625" cy="301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6" name="Object 16"/>
          <p:cNvGraphicFramePr>
            <a:graphicFrameLocks noChangeAspect="1"/>
          </p:cNvGraphicFramePr>
          <p:nvPr/>
        </p:nvGraphicFramePr>
        <p:xfrm>
          <a:off x="5724525" y="2852738"/>
          <a:ext cx="301625" cy="301625"/>
        </p:xfrm>
        <a:graphic>
          <a:graphicData uri="http://schemas.openxmlformats.org/presentationml/2006/ole">
            <mc:AlternateContent xmlns:mc="http://schemas.openxmlformats.org/markup-compatibility/2006">
              <mc:Choice xmlns:v="urn:schemas-microsoft-com:vml" Requires="v">
                <p:oleObj spid="_x0000_s407848" name="Equation" r:id="rId12" imgW="139680" imgH="139680" progId="Equation.DSMT4">
                  <p:embed/>
                </p:oleObj>
              </mc:Choice>
              <mc:Fallback>
                <p:oleObj name="Equation" r:id="rId12" imgW="139680" imgH="139680" progId="Equation.DSMT4">
                  <p:embed/>
                  <p:pic>
                    <p:nvPicPr>
                      <p:cNvPr id="12296"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24525" y="2852738"/>
                        <a:ext cx="301625" cy="301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7"/>
          <p:cNvGrpSpPr>
            <a:grpSpLocks/>
          </p:cNvGrpSpPr>
          <p:nvPr/>
        </p:nvGrpSpPr>
        <p:grpSpPr bwMode="auto">
          <a:xfrm>
            <a:off x="1092336" y="3198353"/>
            <a:ext cx="6959328" cy="1414164"/>
            <a:chOff x="774" y="2504"/>
            <a:chExt cx="5114" cy="1089"/>
          </a:xfrm>
        </p:grpSpPr>
        <p:graphicFrame>
          <p:nvGraphicFramePr>
            <p:cNvPr id="12297" name="Object 18"/>
            <p:cNvGraphicFramePr>
              <a:graphicFrameLocks noChangeAspect="1"/>
            </p:cNvGraphicFramePr>
            <p:nvPr>
              <p:extLst>
                <p:ext uri="{D42A27DB-BD31-4B8C-83A1-F6EECF244321}">
                  <p14:modId xmlns:p14="http://schemas.microsoft.com/office/powerpoint/2010/main" val="2293299875"/>
                </p:ext>
              </p:extLst>
            </p:nvPr>
          </p:nvGraphicFramePr>
          <p:xfrm>
            <a:off x="774" y="2504"/>
            <a:ext cx="5114" cy="1055"/>
          </p:xfrm>
          <a:graphic>
            <a:graphicData uri="http://schemas.openxmlformats.org/presentationml/2006/ole">
              <mc:AlternateContent xmlns:mc="http://schemas.openxmlformats.org/markup-compatibility/2006">
                <mc:Choice xmlns:v="urn:schemas-microsoft-com:vml" Requires="v">
                  <p:oleObj spid="_x0000_s407849" name="Equation" r:id="rId13" imgW="2323800" imgH="457200" progId="Equation.DSMT4">
                    <p:embed/>
                  </p:oleObj>
                </mc:Choice>
                <mc:Fallback>
                  <p:oleObj name="Equation" r:id="rId13" imgW="2323800" imgH="457200" progId="Equation.DSMT4">
                    <p:embed/>
                    <p:pic>
                      <p:nvPicPr>
                        <p:cNvPr id="12297" name="Object 18"/>
                        <p:cNvPicPr>
                          <a:picLocks noChangeAspect="1" noChangeArrowheads="1"/>
                        </p:cNvPicPr>
                        <p:nvPr/>
                      </p:nvPicPr>
                      <p:blipFill>
                        <a:blip r:embed="rId14"/>
                        <a:srcRect/>
                        <a:stretch>
                          <a:fillRect/>
                        </a:stretch>
                      </p:blipFill>
                      <p:spPr bwMode="auto">
                        <a:xfrm>
                          <a:off x="774" y="2504"/>
                          <a:ext cx="5114" cy="1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307" name="Line 19"/>
            <p:cNvSpPr>
              <a:spLocks noChangeShapeType="1"/>
            </p:cNvSpPr>
            <p:nvPr/>
          </p:nvSpPr>
          <p:spPr bwMode="auto">
            <a:xfrm flipV="1">
              <a:off x="1099" y="3037"/>
              <a:ext cx="3969" cy="55"/>
            </a:xfrm>
            <a:prstGeom prst="line">
              <a:avLst/>
            </a:prstGeom>
            <a:noFill/>
            <a:ln w="222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08" name="Line 20"/>
            <p:cNvSpPr>
              <a:spLocks noChangeShapeType="1"/>
            </p:cNvSpPr>
            <p:nvPr/>
          </p:nvSpPr>
          <p:spPr bwMode="auto">
            <a:xfrm flipV="1">
              <a:off x="1655" y="3538"/>
              <a:ext cx="4232" cy="55"/>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299213654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6386"/>
                                        </p:tgtEl>
                                        <p:attrNameLst>
                                          <p:attrName>style.visibility</p:attrName>
                                        </p:attrNameLst>
                                      </p:cBhvr>
                                      <p:to>
                                        <p:strVal val="visible"/>
                                      </p:to>
                                    </p:set>
                                    <p:animEffect transition="in" filter="blinds(horizontal)">
                                      <p:cBhvr>
                                        <p:cTn id="7" dur="500"/>
                                        <p:tgtEl>
                                          <p:spTgt spid="163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6387"/>
                                        </p:tgtEl>
                                        <p:attrNameLst>
                                          <p:attrName>style.visibility</p:attrName>
                                        </p:attrNameLst>
                                      </p:cBhvr>
                                      <p:to>
                                        <p:strVal val="visible"/>
                                      </p:to>
                                    </p:set>
                                    <p:animEffect transition="in" filter="blinds(horizontal)">
                                      <p:cBhvr>
                                        <p:cTn id="12" dur="500"/>
                                        <p:tgtEl>
                                          <p:spTgt spid="16387"/>
                                        </p:tgtEl>
                                      </p:cBhvr>
                                    </p:animEffect>
                                  </p:childTnLst>
                                </p:cTn>
                              </p:par>
                              <p:par>
                                <p:cTn id="13" presetID="3" presetClass="entr" presetSubtype="10" fill="hold" nodeType="withEffect">
                                  <p:stCondLst>
                                    <p:cond delay="0"/>
                                  </p:stCondLst>
                                  <p:childTnLst>
                                    <p:set>
                                      <p:cBhvr>
                                        <p:cTn id="14" dur="1" fill="hold">
                                          <p:stCondLst>
                                            <p:cond delay="0"/>
                                          </p:stCondLst>
                                        </p:cTn>
                                        <p:tgtEl>
                                          <p:spTgt spid="16395"/>
                                        </p:tgtEl>
                                        <p:attrNameLst>
                                          <p:attrName>style.visibility</p:attrName>
                                        </p:attrNameLst>
                                      </p:cBhvr>
                                      <p:to>
                                        <p:strVal val="visible"/>
                                      </p:to>
                                    </p:set>
                                    <p:animEffect transition="in" filter="blinds(horizontal)">
                                      <p:cBhvr>
                                        <p:cTn id="15" dur="500"/>
                                        <p:tgtEl>
                                          <p:spTgt spid="16395"/>
                                        </p:tgtEl>
                                      </p:cBhvr>
                                    </p:animEffect>
                                  </p:childTnLst>
                                </p:cTn>
                              </p:par>
                              <p:par>
                                <p:cTn id="16" presetID="3" presetClass="entr" presetSubtype="10" fill="hold" nodeType="withEffect">
                                  <p:stCondLst>
                                    <p:cond delay="0"/>
                                  </p:stCondLst>
                                  <p:childTnLst>
                                    <p:set>
                                      <p:cBhvr>
                                        <p:cTn id="17" dur="1" fill="hold">
                                          <p:stCondLst>
                                            <p:cond delay="0"/>
                                          </p:stCondLst>
                                        </p:cTn>
                                        <p:tgtEl>
                                          <p:spTgt spid="16396"/>
                                        </p:tgtEl>
                                        <p:attrNameLst>
                                          <p:attrName>style.visibility</p:attrName>
                                        </p:attrNameLst>
                                      </p:cBhvr>
                                      <p:to>
                                        <p:strVal val="visible"/>
                                      </p:to>
                                    </p:set>
                                    <p:animEffect transition="in" filter="blinds(horizontal)">
                                      <p:cBhvr>
                                        <p:cTn id="18" dur="500"/>
                                        <p:tgtEl>
                                          <p:spTgt spid="1639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16391"/>
                                        </p:tgtEl>
                                        <p:attrNameLst>
                                          <p:attrName>style.visibility</p:attrName>
                                        </p:attrNameLst>
                                      </p:cBhvr>
                                      <p:to>
                                        <p:strVal val="visible"/>
                                      </p:to>
                                    </p:set>
                                    <p:animEffect transition="in" filter="blinds(horizontal)">
                                      <p:cBhvr>
                                        <p:cTn id="23" dur="500"/>
                                        <p:tgtEl>
                                          <p:spTgt spid="16391"/>
                                        </p:tgtEl>
                                      </p:cBhvr>
                                    </p:animEffect>
                                  </p:childTnLst>
                                </p:cTn>
                              </p:par>
                              <p:par>
                                <p:cTn id="24" presetID="3" presetClass="entr" presetSubtype="10" fill="hold" nodeType="withEffect">
                                  <p:stCondLst>
                                    <p:cond delay="0"/>
                                  </p:stCondLst>
                                  <p:childTnLst>
                                    <p:set>
                                      <p:cBhvr>
                                        <p:cTn id="25" dur="1" fill="hold">
                                          <p:stCondLst>
                                            <p:cond delay="0"/>
                                          </p:stCondLst>
                                        </p:cTn>
                                        <p:tgtEl>
                                          <p:spTgt spid="16390"/>
                                        </p:tgtEl>
                                        <p:attrNameLst>
                                          <p:attrName>style.visibility</p:attrName>
                                        </p:attrNameLst>
                                      </p:cBhvr>
                                      <p:to>
                                        <p:strVal val="visible"/>
                                      </p:to>
                                    </p:set>
                                    <p:animEffect transition="in" filter="blinds(horizontal)">
                                      <p:cBhvr>
                                        <p:cTn id="26" dur="500"/>
                                        <p:tgtEl>
                                          <p:spTgt spid="16390"/>
                                        </p:tgtEl>
                                      </p:cBhvr>
                                    </p:animEffect>
                                  </p:childTnLst>
                                </p:cTn>
                              </p:par>
                              <p:par>
                                <p:cTn id="27" presetID="3" presetClass="entr" presetSubtype="10" fill="hold" nodeType="withEffect">
                                  <p:stCondLst>
                                    <p:cond delay="0"/>
                                  </p:stCondLst>
                                  <p:childTnLst>
                                    <p:set>
                                      <p:cBhvr>
                                        <p:cTn id="28" dur="1" fill="hold">
                                          <p:stCondLst>
                                            <p:cond delay="0"/>
                                          </p:stCondLst>
                                        </p:cTn>
                                        <p:tgtEl>
                                          <p:spTgt spid="16389"/>
                                        </p:tgtEl>
                                        <p:attrNameLst>
                                          <p:attrName>style.visibility</p:attrName>
                                        </p:attrNameLst>
                                      </p:cBhvr>
                                      <p:to>
                                        <p:strVal val="visible"/>
                                      </p:to>
                                    </p:set>
                                    <p:animEffect transition="in" filter="blinds(horizontal)">
                                      <p:cBhvr>
                                        <p:cTn id="29" dur="500"/>
                                        <p:tgtEl>
                                          <p:spTgt spid="16389"/>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nodeType="click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blinds(horizontal)">
                                      <p:cBhvr>
                                        <p:cTn id="34" dur="500"/>
                                        <p:tgtEl>
                                          <p:spTgt spid="2"/>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6394"/>
                                        </p:tgtEl>
                                        <p:attrNameLst>
                                          <p:attrName>style.visibility</p:attrName>
                                        </p:attrNameLst>
                                      </p:cBhvr>
                                      <p:to>
                                        <p:strVal val="visible"/>
                                      </p:to>
                                    </p:set>
                                    <p:animEffect transition="in" filter="blinds(horizontal)">
                                      <p:cBhvr>
                                        <p:cTn id="39" dur="500"/>
                                        <p:tgtEl>
                                          <p:spTgt spid="163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42" name="Object 26"/>
          <p:cNvGraphicFramePr>
            <a:graphicFrameLocks noChangeAspect="1"/>
          </p:cNvGraphicFramePr>
          <p:nvPr/>
        </p:nvGraphicFramePr>
        <p:xfrm>
          <a:off x="3759200" y="879475"/>
          <a:ext cx="2181225" cy="1538288"/>
        </p:xfrm>
        <a:graphic>
          <a:graphicData uri="http://schemas.openxmlformats.org/presentationml/2006/ole">
            <mc:AlternateContent xmlns:mc="http://schemas.openxmlformats.org/markup-compatibility/2006">
              <mc:Choice xmlns:v="urn:schemas-microsoft-com:vml" Requires="v">
                <p:oleObj spid="_x0000_s9477" name="Equation" r:id="rId3" imgW="23774400" imgH="16764000" progId="">
                  <p:embed/>
                </p:oleObj>
              </mc:Choice>
              <mc:Fallback>
                <p:oleObj name="Equation" r:id="rId3" imgW="23774400" imgH="16764000" progId="">
                  <p:embed/>
                  <p:pic>
                    <p:nvPicPr>
                      <p:cNvPr id="0" name="图片 9216" descr="image41"/>
                      <p:cNvPicPr>
                        <a:picLocks noChangeAspect="1"/>
                      </p:cNvPicPr>
                      <p:nvPr/>
                    </p:nvPicPr>
                    <p:blipFill>
                      <a:blip r:embed="rId4"/>
                      <a:stretch>
                        <a:fillRect/>
                      </a:stretch>
                    </p:blipFill>
                    <p:spPr>
                      <a:xfrm>
                        <a:off x="3759200" y="879475"/>
                        <a:ext cx="2181225" cy="1538288"/>
                      </a:xfrm>
                      <a:prstGeom prst="rect">
                        <a:avLst/>
                      </a:prstGeom>
                      <a:noFill/>
                      <a:ln w="9525">
                        <a:noFill/>
                      </a:ln>
                    </p:spPr>
                  </p:pic>
                </p:oleObj>
              </mc:Fallback>
            </mc:AlternateContent>
          </a:graphicData>
        </a:graphic>
      </p:graphicFrame>
      <p:sp>
        <p:nvSpPr>
          <p:cNvPr id="9248" name="Text Box 3"/>
          <p:cNvSpPr txBox="1">
            <a:spLocks noChangeArrowheads="1"/>
          </p:cNvSpPr>
          <p:nvPr/>
        </p:nvSpPr>
        <p:spPr bwMode="auto">
          <a:xfrm>
            <a:off x="914400" y="1352550"/>
            <a:ext cx="3009900" cy="519113"/>
          </a:xfrm>
          <a:prstGeom prst="rect">
            <a:avLst/>
          </a:prstGeom>
          <a:noFill/>
          <a:ln w="9525">
            <a:noFill/>
            <a:miter lim="800000"/>
          </a:ln>
        </p:spPr>
        <p:txBody>
          <a:bodyPr wrap="none"/>
          <a:lstStyle/>
          <a:p>
            <a:pPr>
              <a:spcBef>
                <a:spcPct val="50000"/>
              </a:spcBef>
            </a:pPr>
            <a:r>
              <a:rPr kumimoji="1" lang="zh-CN" altLang="en-US" sz="2800" b="1">
                <a:solidFill>
                  <a:srgbClr val="3333FF"/>
                </a:solidFill>
                <a:latin typeface="楷体_GB2312"/>
                <a:ea typeface="楷体_GB2312"/>
                <a:cs typeface="楷体_GB2312"/>
              </a:rPr>
              <a:t>例</a:t>
            </a:r>
            <a:r>
              <a:rPr kumimoji="1" lang="en-US" altLang="zh-CN" sz="2800" b="1">
                <a:solidFill>
                  <a:srgbClr val="3333FF"/>
                </a:solidFill>
                <a:latin typeface="Times New Roman" panose="02020603050405020304" pitchFamily="18" charset="0"/>
                <a:ea typeface="楷体_GB2312"/>
                <a:cs typeface="楷体_GB2312"/>
              </a:rPr>
              <a:t>2</a:t>
            </a:r>
            <a:r>
              <a:rPr kumimoji="1" lang="en-US" altLang="zh-CN" sz="2800" b="1">
                <a:solidFill>
                  <a:srgbClr val="000000"/>
                </a:solidFill>
                <a:latin typeface="楷体_GB2312"/>
                <a:ea typeface="楷体_GB2312"/>
                <a:cs typeface="楷体_GB2312"/>
              </a:rPr>
              <a:t> </a:t>
            </a:r>
            <a:r>
              <a:rPr kumimoji="1" lang="zh-CN" altLang="en-US" sz="2800" b="1">
                <a:solidFill>
                  <a:srgbClr val="000000"/>
                </a:solidFill>
                <a:latin typeface="楷体_GB2312"/>
                <a:ea typeface="楷体_GB2312"/>
                <a:cs typeface="楷体_GB2312"/>
              </a:rPr>
              <a:t>计算行列式  </a:t>
            </a:r>
          </a:p>
        </p:txBody>
      </p:sp>
      <p:sp>
        <p:nvSpPr>
          <p:cNvPr id="40964" name="Text Box 4"/>
          <p:cNvSpPr txBox="1">
            <a:spLocks noChangeArrowheads="1"/>
          </p:cNvSpPr>
          <p:nvPr/>
        </p:nvSpPr>
        <p:spPr bwMode="auto">
          <a:xfrm>
            <a:off x="838200" y="2590800"/>
            <a:ext cx="838200" cy="519113"/>
          </a:xfrm>
          <a:prstGeom prst="rect">
            <a:avLst/>
          </a:prstGeom>
          <a:noFill/>
          <a:ln w="9525">
            <a:noFill/>
            <a:miter lim="800000"/>
          </a:ln>
        </p:spPr>
        <p:txBody>
          <a:bodyPr>
            <a:spAutoFit/>
          </a:bodyPr>
          <a:lstStyle/>
          <a:p>
            <a:pPr>
              <a:spcBef>
                <a:spcPct val="50000"/>
              </a:spcBef>
            </a:pPr>
            <a:r>
              <a:rPr kumimoji="1" lang="zh-CN" altLang="en-US" sz="2800" b="1">
                <a:solidFill>
                  <a:srgbClr val="3333FF"/>
                </a:solidFill>
                <a:latin typeface="楷体_GB2312"/>
                <a:ea typeface="楷体_GB2312"/>
                <a:cs typeface="楷体_GB2312"/>
              </a:rPr>
              <a:t>解</a:t>
            </a:r>
          </a:p>
        </p:txBody>
      </p:sp>
      <p:sp>
        <p:nvSpPr>
          <p:cNvPr id="40965" name="Text Box 5"/>
          <p:cNvSpPr txBox="1">
            <a:spLocks noChangeArrowheads="1"/>
          </p:cNvSpPr>
          <p:nvPr/>
        </p:nvSpPr>
        <p:spPr bwMode="auto">
          <a:xfrm>
            <a:off x="1676400" y="2590800"/>
            <a:ext cx="3276600" cy="519113"/>
          </a:xfrm>
          <a:prstGeom prst="rect">
            <a:avLst/>
          </a:prstGeom>
          <a:noFill/>
          <a:ln w="9525">
            <a:noFill/>
            <a:miter lim="800000"/>
          </a:ln>
        </p:spPr>
        <p:txBody>
          <a:bodyPr>
            <a:spAutoFit/>
          </a:bodyPr>
          <a:lstStyle/>
          <a:p>
            <a:pPr>
              <a:spcBef>
                <a:spcPct val="50000"/>
              </a:spcBef>
            </a:pPr>
            <a:r>
              <a:rPr kumimoji="1" lang="zh-CN" altLang="en-US" sz="2800" b="1">
                <a:solidFill>
                  <a:srgbClr val="000000"/>
                </a:solidFill>
                <a:latin typeface="楷体_GB2312"/>
                <a:ea typeface="楷体_GB2312"/>
                <a:cs typeface="楷体_GB2312"/>
              </a:rPr>
              <a:t>按对角线法则，有</a:t>
            </a:r>
          </a:p>
        </p:txBody>
      </p:sp>
      <p:graphicFrame>
        <p:nvGraphicFramePr>
          <p:cNvPr id="40966" name="Object 27"/>
          <p:cNvGraphicFramePr>
            <a:graphicFrameLocks noChangeAspect="1"/>
          </p:cNvGraphicFramePr>
          <p:nvPr/>
        </p:nvGraphicFramePr>
        <p:xfrm>
          <a:off x="1447800" y="3492500"/>
          <a:ext cx="609600" cy="292100"/>
        </p:xfrm>
        <a:graphic>
          <a:graphicData uri="http://schemas.openxmlformats.org/presentationml/2006/ole">
            <mc:AlternateContent xmlns:mc="http://schemas.openxmlformats.org/markup-compatibility/2006">
              <mc:Choice xmlns:v="urn:schemas-microsoft-com:vml" Requires="v">
                <p:oleObj spid="_x0000_s9478" name="Equation" r:id="rId5" imgW="14630400" imgH="7010400" progId="Equations">
                  <p:embed/>
                </p:oleObj>
              </mc:Choice>
              <mc:Fallback>
                <p:oleObj name="Equation" r:id="rId5" imgW="14630400" imgH="7010400" progId="Equations">
                  <p:embed/>
                  <p:pic>
                    <p:nvPicPr>
                      <p:cNvPr id="0" name="图片 9242" descr="image42"/>
                      <p:cNvPicPr>
                        <a:picLocks noChangeAspect="1"/>
                      </p:cNvPicPr>
                      <p:nvPr/>
                    </p:nvPicPr>
                    <p:blipFill>
                      <a:blip r:embed="rId6"/>
                      <a:stretch>
                        <a:fillRect/>
                      </a:stretch>
                    </p:blipFill>
                    <p:spPr>
                      <a:xfrm>
                        <a:off x="1447800" y="3492500"/>
                        <a:ext cx="609600" cy="292100"/>
                      </a:xfrm>
                      <a:prstGeom prst="rect">
                        <a:avLst/>
                      </a:prstGeom>
                      <a:noFill/>
                      <a:ln w="9525">
                        <a:noFill/>
                      </a:ln>
                    </p:spPr>
                  </p:pic>
                </p:oleObj>
              </mc:Fallback>
            </mc:AlternateContent>
          </a:graphicData>
        </a:graphic>
      </p:graphicFrame>
      <p:graphicFrame>
        <p:nvGraphicFramePr>
          <p:cNvPr id="40967" name="Object 28"/>
          <p:cNvGraphicFramePr>
            <a:graphicFrameLocks noChangeAspect="1"/>
          </p:cNvGraphicFramePr>
          <p:nvPr/>
        </p:nvGraphicFramePr>
        <p:xfrm>
          <a:off x="2133600" y="3492500"/>
          <a:ext cx="5829300" cy="393700"/>
        </p:xfrm>
        <a:graphic>
          <a:graphicData uri="http://schemas.openxmlformats.org/presentationml/2006/ole">
            <mc:AlternateContent xmlns:mc="http://schemas.openxmlformats.org/markup-compatibility/2006">
              <mc:Choice xmlns:v="urn:schemas-microsoft-com:vml" Requires="v">
                <p:oleObj spid="_x0000_s9479" name="Equation" r:id="rId7" imgW="139903200" imgH="9448800" progId="">
                  <p:embed/>
                </p:oleObj>
              </mc:Choice>
              <mc:Fallback>
                <p:oleObj name="Equation" r:id="rId7" imgW="139903200" imgH="9448800" progId="">
                  <p:embed/>
                  <p:pic>
                    <p:nvPicPr>
                      <p:cNvPr id="0" name="图片 9243" descr="image43"/>
                      <p:cNvPicPr>
                        <a:picLocks noChangeAspect="1"/>
                      </p:cNvPicPr>
                      <p:nvPr/>
                    </p:nvPicPr>
                    <p:blipFill>
                      <a:blip r:embed="rId8"/>
                      <a:stretch>
                        <a:fillRect/>
                      </a:stretch>
                    </p:blipFill>
                    <p:spPr>
                      <a:xfrm>
                        <a:off x="2133600" y="3492500"/>
                        <a:ext cx="5829300" cy="393700"/>
                      </a:xfrm>
                      <a:prstGeom prst="rect">
                        <a:avLst/>
                      </a:prstGeom>
                      <a:noFill/>
                      <a:ln w="9525">
                        <a:noFill/>
                      </a:ln>
                    </p:spPr>
                  </p:pic>
                </p:oleObj>
              </mc:Fallback>
            </mc:AlternateContent>
          </a:graphicData>
        </a:graphic>
      </p:graphicFrame>
      <p:graphicFrame>
        <p:nvGraphicFramePr>
          <p:cNvPr id="40968" name="Object 29"/>
          <p:cNvGraphicFramePr>
            <a:graphicFrameLocks noChangeAspect="1"/>
          </p:cNvGraphicFramePr>
          <p:nvPr/>
        </p:nvGraphicFramePr>
        <p:xfrm>
          <a:off x="2209800" y="4178300"/>
          <a:ext cx="6096000" cy="393700"/>
        </p:xfrm>
        <a:graphic>
          <a:graphicData uri="http://schemas.openxmlformats.org/presentationml/2006/ole">
            <mc:AlternateContent xmlns:mc="http://schemas.openxmlformats.org/markup-compatibility/2006">
              <mc:Choice xmlns:v="urn:schemas-microsoft-com:vml" Requires="v">
                <p:oleObj spid="_x0000_s9480" name="Equation" r:id="rId9" imgW="146304000" imgH="9448800" progId="Equations">
                  <p:embed/>
                </p:oleObj>
              </mc:Choice>
              <mc:Fallback>
                <p:oleObj name="Equation" r:id="rId9" imgW="146304000" imgH="9448800" progId="Equations">
                  <p:embed/>
                  <p:pic>
                    <p:nvPicPr>
                      <p:cNvPr id="0" name="图片 9244" descr="image44"/>
                      <p:cNvPicPr>
                        <a:picLocks noChangeAspect="1"/>
                      </p:cNvPicPr>
                      <p:nvPr/>
                    </p:nvPicPr>
                    <p:blipFill>
                      <a:blip r:embed="rId10"/>
                      <a:stretch>
                        <a:fillRect/>
                      </a:stretch>
                    </p:blipFill>
                    <p:spPr>
                      <a:xfrm>
                        <a:off x="2209800" y="4178300"/>
                        <a:ext cx="6096000" cy="393700"/>
                      </a:xfrm>
                      <a:prstGeom prst="rect">
                        <a:avLst/>
                      </a:prstGeom>
                      <a:noFill/>
                      <a:ln w="9525">
                        <a:noFill/>
                      </a:ln>
                    </p:spPr>
                  </p:pic>
                </p:oleObj>
              </mc:Fallback>
            </mc:AlternateContent>
          </a:graphicData>
        </a:graphic>
      </p:graphicFrame>
      <p:graphicFrame>
        <p:nvGraphicFramePr>
          <p:cNvPr id="40969" name="Object 30"/>
          <p:cNvGraphicFramePr>
            <a:graphicFrameLocks noChangeAspect="1"/>
          </p:cNvGraphicFramePr>
          <p:nvPr/>
        </p:nvGraphicFramePr>
        <p:xfrm>
          <a:off x="1828800" y="4864100"/>
          <a:ext cx="3632200" cy="317500"/>
        </p:xfrm>
        <a:graphic>
          <a:graphicData uri="http://schemas.openxmlformats.org/presentationml/2006/ole">
            <mc:AlternateContent xmlns:mc="http://schemas.openxmlformats.org/markup-compatibility/2006">
              <mc:Choice xmlns:v="urn:schemas-microsoft-com:vml" Requires="v">
                <p:oleObj spid="_x0000_s9481" name="Equation" r:id="rId11" imgW="87172800" imgH="7620000" progId="Equations">
                  <p:embed/>
                </p:oleObj>
              </mc:Choice>
              <mc:Fallback>
                <p:oleObj name="Equation" r:id="rId11" imgW="87172800" imgH="7620000" progId="Equations">
                  <p:embed/>
                  <p:pic>
                    <p:nvPicPr>
                      <p:cNvPr id="0" name="图片 9245" descr="image45"/>
                      <p:cNvPicPr>
                        <a:picLocks noChangeAspect="1"/>
                      </p:cNvPicPr>
                      <p:nvPr/>
                    </p:nvPicPr>
                    <p:blipFill>
                      <a:blip r:embed="rId12"/>
                      <a:stretch>
                        <a:fillRect/>
                      </a:stretch>
                    </p:blipFill>
                    <p:spPr>
                      <a:xfrm>
                        <a:off x="1828800" y="4864100"/>
                        <a:ext cx="3632200" cy="317500"/>
                      </a:xfrm>
                      <a:prstGeom prst="rect">
                        <a:avLst/>
                      </a:prstGeom>
                      <a:noFill/>
                      <a:ln w="9525">
                        <a:noFill/>
                      </a:ln>
                    </p:spPr>
                  </p:pic>
                </p:oleObj>
              </mc:Fallback>
            </mc:AlternateContent>
          </a:graphicData>
        </a:graphic>
      </p:graphicFrame>
      <p:graphicFrame>
        <p:nvGraphicFramePr>
          <p:cNvPr id="40970" name="Object 31"/>
          <p:cNvGraphicFramePr>
            <a:graphicFrameLocks noChangeAspect="1"/>
          </p:cNvGraphicFramePr>
          <p:nvPr/>
        </p:nvGraphicFramePr>
        <p:xfrm>
          <a:off x="1828800" y="5562600"/>
          <a:ext cx="965200" cy="317500"/>
        </p:xfrm>
        <a:graphic>
          <a:graphicData uri="http://schemas.openxmlformats.org/presentationml/2006/ole">
            <mc:AlternateContent xmlns:mc="http://schemas.openxmlformats.org/markup-compatibility/2006">
              <mc:Choice xmlns:v="urn:schemas-microsoft-com:vml" Requires="v">
                <p:oleObj spid="_x0000_s9482" name="Equation" r:id="rId13" imgW="23164800" imgH="7620000" progId="Equations">
                  <p:embed/>
                </p:oleObj>
              </mc:Choice>
              <mc:Fallback>
                <p:oleObj name="Equation" r:id="rId13" imgW="23164800" imgH="7620000" progId="Equations">
                  <p:embed/>
                  <p:pic>
                    <p:nvPicPr>
                      <p:cNvPr id="0" name="图片 9246" descr="image46"/>
                      <p:cNvPicPr>
                        <a:picLocks noChangeAspect="1"/>
                      </p:cNvPicPr>
                      <p:nvPr/>
                    </p:nvPicPr>
                    <p:blipFill>
                      <a:blip r:embed="rId14"/>
                      <a:stretch>
                        <a:fillRect/>
                      </a:stretch>
                    </p:blipFill>
                    <p:spPr>
                      <a:xfrm>
                        <a:off x="1828800" y="5562600"/>
                        <a:ext cx="965200" cy="317500"/>
                      </a:xfrm>
                      <a:prstGeom prst="rect">
                        <a:avLst/>
                      </a:prstGeom>
                      <a:noFill/>
                      <a:ln w="9525">
                        <a:noFill/>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964"/>
                                        </p:tgtEl>
                                        <p:attrNameLst>
                                          <p:attrName>style.visibility</p:attrName>
                                        </p:attrNameLst>
                                      </p:cBhvr>
                                      <p:to>
                                        <p:strVal val="visible"/>
                                      </p:to>
                                    </p:set>
                                    <p:animEffect transition="in" filter="wipe(left)">
                                      <p:cBhvr>
                                        <p:cTn id="7" dur="500"/>
                                        <p:tgtEl>
                                          <p:spTgt spid="4096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0965"/>
                                        </p:tgtEl>
                                        <p:attrNameLst>
                                          <p:attrName>style.visibility</p:attrName>
                                        </p:attrNameLst>
                                      </p:cBhvr>
                                      <p:to>
                                        <p:strVal val="visible"/>
                                      </p:to>
                                    </p:set>
                                    <p:animEffect transition="in" filter="wipe(left)">
                                      <p:cBhvr>
                                        <p:cTn id="12" dur="500"/>
                                        <p:tgtEl>
                                          <p:spTgt spid="4096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0966"/>
                                        </p:tgtEl>
                                        <p:attrNameLst>
                                          <p:attrName>style.visibility</p:attrName>
                                        </p:attrNameLst>
                                      </p:cBhvr>
                                      <p:to>
                                        <p:strVal val="visible"/>
                                      </p:to>
                                    </p:set>
                                    <p:animEffect transition="in" filter="wipe(left)">
                                      <p:cBhvr>
                                        <p:cTn id="17" dur="500"/>
                                        <p:tgtEl>
                                          <p:spTgt spid="4096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0967"/>
                                        </p:tgtEl>
                                        <p:attrNameLst>
                                          <p:attrName>style.visibility</p:attrName>
                                        </p:attrNameLst>
                                      </p:cBhvr>
                                      <p:to>
                                        <p:strVal val="visible"/>
                                      </p:to>
                                    </p:set>
                                    <p:animEffect transition="in" filter="wipe(left)">
                                      <p:cBhvr>
                                        <p:cTn id="22" dur="500"/>
                                        <p:tgtEl>
                                          <p:spTgt spid="4096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0968"/>
                                        </p:tgtEl>
                                        <p:attrNameLst>
                                          <p:attrName>style.visibility</p:attrName>
                                        </p:attrNameLst>
                                      </p:cBhvr>
                                      <p:to>
                                        <p:strVal val="visible"/>
                                      </p:to>
                                    </p:set>
                                    <p:animEffect transition="in" filter="wipe(left)">
                                      <p:cBhvr>
                                        <p:cTn id="27" dur="500"/>
                                        <p:tgtEl>
                                          <p:spTgt spid="4096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0969"/>
                                        </p:tgtEl>
                                        <p:attrNameLst>
                                          <p:attrName>style.visibility</p:attrName>
                                        </p:attrNameLst>
                                      </p:cBhvr>
                                      <p:to>
                                        <p:strVal val="visible"/>
                                      </p:to>
                                    </p:set>
                                    <p:animEffect transition="in" filter="wipe(left)">
                                      <p:cBhvr>
                                        <p:cTn id="32" dur="500"/>
                                        <p:tgtEl>
                                          <p:spTgt spid="4096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0970"/>
                                        </p:tgtEl>
                                        <p:attrNameLst>
                                          <p:attrName>style.visibility</p:attrName>
                                        </p:attrNameLst>
                                      </p:cBhvr>
                                      <p:to>
                                        <p:strVal val="visible"/>
                                      </p:to>
                                    </p:set>
                                    <p:animEffect transition="in" filter="wipe(left)">
                                      <p:cBhvr>
                                        <p:cTn id="37" dur="500"/>
                                        <p:tgtEl>
                                          <p:spTgt spid="409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4" grpId="0" autoUpdateAnimBg="0"/>
      <p:bldP spid="40965"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1892300" y="2806700"/>
            <a:ext cx="3276600" cy="519113"/>
          </a:xfrm>
          <a:prstGeom prst="rect">
            <a:avLst/>
          </a:prstGeom>
          <a:noFill/>
          <a:ln w="9525">
            <a:noFill/>
            <a:miter lim="800000"/>
          </a:ln>
        </p:spPr>
        <p:txBody>
          <a:bodyPr>
            <a:spAutoFit/>
          </a:bodyPr>
          <a:lstStyle/>
          <a:p>
            <a:pPr>
              <a:spcBef>
                <a:spcPct val="50000"/>
              </a:spcBef>
            </a:pPr>
            <a:r>
              <a:rPr kumimoji="1" lang="zh-CN" altLang="en-US" sz="2800" b="1">
                <a:solidFill>
                  <a:srgbClr val="000000"/>
                </a:solidFill>
                <a:latin typeface="Times New Roman" panose="02020603050405020304" pitchFamily="18" charset="0"/>
                <a:ea typeface="楷体_GB2312"/>
                <a:cs typeface="楷体_GB2312"/>
              </a:rPr>
              <a:t>方程左端</a:t>
            </a:r>
          </a:p>
        </p:txBody>
      </p:sp>
      <p:sp>
        <p:nvSpPr>
          <p:cNvPr id="41987" name="Text Box 3"/>
          <p:cNvSpPr txBox="1">
            <a:spLocks noChangeArrowheads="1"/>
          </p:cNvSpPr>
          <p:nvPr/>
        </p:nvSpPr>
        <p:spPr bwMode="auto">
          <a:xfrm>
            <a:off x="1054100" y="2806700"/>
            <a:ext cx="838200" cy="519113"/>
          </a:xfrm>
          <a:prstGeom prst="rect">
            <a:avLst/>
          </a:prstGeom>
          <a:noFill/>
          <a:ln w="9525">
            <a:noFill/>
            <a:miter lim="800000"/>
          </a:ln>
        </p:spPr>
        <p:txBody>
          <a:bodyPr>
            <a:spAutoFit/>
          </a:bodyPr>
          <a:lstStyle/>
          <a:p>
            <a:pPr>
              <a:spcBef>
                <a:spcPct val="50000"/>
              </a:spcBef>
            </a:pPr>
            <a:r>
              <a:rPr kumimoji="1" lang="zh-CN" altLang="en-US" sz="2800" b="1">
                <a:solidFill>
                  <a:srgbClr val="3333FF"/>
                </a:solidFill>
                <a:latin typeface="Times New Roman" panose="02020603050405020304" pitchFamily="18" charset="0"/>
                <a:ea typeface="楷体_GB2312"/>
                <a:cs typeface="楷体_GB2312"/>
              </a:rPr>
              <a:t>解</a:t>
            </a:r>
          </a:p>
        </p:txBody>
      </p:sp>
      <p:sp>
        <p:nvSpPr>
          <p:cNvPr id="41988" name="Text Box 4"/>
          <p:cNvSpPr txBox="1">
            <a:spLocks noChangeArrowheads="1"/>
          </p:cNvSpPr>
          <p:nvPr/>
        </p:nvSpPr>
        <p:spPr bwMode="auto">
          <a:xfrm>
            <a:off x="1892300" y="4581525"/>
            <a:ext cx="3276600" cy="519113"/>
          </a:xfrm>
          <a:prstGeom prst="rect">
            <a:avLst/>
          </a:prstGeom>
          <a:noFill/>
          <a:ln w="9525">
            <a:noFill/>
            <a:miter lim="800000"/>
          </a:ln>
        </p:spPr>
        <p:txBody>
          <a:bodyPr>
            <a:spAutoFit/>
          </a:bodyPr>
          <a:lstStyle/>
          <a:p>
            <a:pPr>
              <a:spcBef>
                <a:spcPct val="50000"/>
              </a:spcBef>
            </a:pPr>
            <a:r>
              <a:rPr kumimoji="1" lang="zh-CN" altLang="en-US" sz="2800" b="1">
                <a:solidFill>
                  <a:srgbClr val="000000"/>
                </a:solidFill>
                <a:latin typeface="Times New Roman" panose="02020603050405020304" pitchFamily="18" charset="0"/>
                <a:ea typeface="楷体_GB2312"/>
                <a:cs typeface="楷体_GB2312"/>
              </a:rPr>
              <a:t>由                         得</a:t>
            </a:r>
          </a:p>
        </p:txBody>
      </p:sp>
      <p:graphicFrame>
        <p:nvGraphicFramePr>
          <p:cNvPr id="10262" name="Object 22"/>
          <p:cNvGraphicFramePr>
            <a:graphicFrameLocks noChangeAspect="1"/>
          </p:cNvGraphicFramePr>
          <p:nvPr/>
        </p:nvGraphicFramePr>
        <p:xfrm>
          <a:off x="3556000" y="1320800"/>
          <a:ext cx="2124075" cy="1536700"/>
        </p:xfrm>
        <a:graphic>
          <a:graphicData uri="http://schemas.openxmlformats.org/presentationml/2006/ole">
            <mc:AlternateContent xmlns:mc="http://schemas.openxmlformats.org/markup-compatibility/2006">
              <mc:Choice xmlns:v="urn:schemas-microsoft-com:vml" Requires="v">
                <p:oleObj spid="_x0000_s10458" name="Equation" r:id="rId3" imgW="23164800" imgH="16764000" progId="">
                  <p:embed/>
                </p:oleObj>
              </mc:Choice>
              <mc:Fallback>
                <p:oleObj name="Equation" r:id="rId3" imgW="23164800" imgH="16764000" progId="">
                  <p:embed/>
                  <p:pic>
                    <p:nvPicPr>
                      <p:cNvPr id="0" name="图片 10240" descr="image47"/>
                      <p:cNvPicPr>
                        <a:picLocks noChangeAspect="1"/>
                      </p:cNvPicPr>
                      <p:nvPr/>
                    </p:nvPicPr>
                    <p:blipFill>
                      <a:blip r:embed="rId4"/>
                      <a:stretch>
                        <a:fillRect/>
                      </a:stretch>
                    </p:blipFill>
                    <p:spPr>
                      <a:xfrm>
                        <a:off x="3556000" y="1320800"/>
                        <a:ext cx="2124075" cy="1536700"/>
                      </a:xfrm>
                      <a:prstGeom prst="rect">
                        <a:avLst/>
                      </a:prstGeom>
                      <a:noFill/>
                      <a:ln w="9525">
                        <a:noFill/>
                      </a:ln>
                    </p:spPr>
                  </p:pic>
                </p:oleObj>
              </mc:Fallback>
            </mc:AlternateContent>
          </a:graphicData>
        </a:graphic>
      </p:graphicFrame>
      <p:sp>
        <p:nvSpPr>
          <p:cNvPr id="10270" name="Text Box 6"/>
          <p:cNvSpPr txBox="1">
            <a:spLocks noChangeArrowheads="1"/>
          </p:cNvSpPr>
          <p:nvPr/>
        </p:nvSpPr>
        <p:spPr bwMode="auto">
          <a:xfrm>
            <a:off x="914400" y="1352550"/>
            <a:ext cx="2505075" cy="519113"/>
          </a:xfrm>
          <a:prstGeom prst="rect">
            <a:avLst/>
          </a:prstGeom>
          <a:noFill/>
          <a:ln w="9525">
            <a:noFill/>
            <a:miter lim="800000"/>
          </a:ln>
        </p:spPr>
        <p:txBody>
          <a:bodyPr wrap="none"/>
          <a:lstStyle/>
          <a:p>
            <a:pPr>
              <a:spcBef>
                <a:spcPct val="50000"/>
              </a:spcBef>
            </a:pPr>
            <a:r>
              <a:rPr kumimoji="1" lang="zh-CN" altLang="en-US" sz="2800" b="1">
                <a:solidFill>
                  <a:srgbClr val="3333FF"/>
                </a:solidFill>
                <a:latin typeface="楷体_GB2312"/>
                <a:ea typeface="楷体_GB2312"/>
                <a:cs typeface="楷体_GB2312"/>
              </a:rPr>
              <a:t>例</a:t>
            </a:r>
            <a:r>
              <a:rPr kumimoji="1" lang="en-US" altLang="zh-CN" sz="2800" b="1">
                <a:solidFill>
                  <a:srgbClr val="3333FF"/>
                </a:solidFill>
                <a:latin typeface="Times New Roman" panose="02020603050405020304" pitchFamily="18" charset="0"/>
                <a:ea typeface="楷体_GB2312"/>
                <a:cs typeface="楷体_GB2312"/>
              </a:rPr>
              <a:t>3</a:t>
            </a:r>
            <a:r>
              <a:rPr kumimoji="1" lang="en-US" altLang="zh-CN" sz="2800" b="1">
                <a:solidFill>
                  <a:srgbClr val="000000"/>
                </a:solidFill>
                <a:latin typeface="楷体_GB2312"/>
                <a:ea typeface="楷体_GB2312"/>
                <a:cs typeface="楷体_GB2312"/>
              </a:rPr>
              <a:t>  </a:t>
            </a:r>
            <a:r>
              <a:rPr kumimoji="1" lang="zh-CN" altLang="en-US" sz="2800" b="1">
                <a:solidFill>
                  <a:srgbClr val="000000"/>
                </a:solidFill>
                <a:latin typeface="楷体_GB2312"/>
                <a:ea typeface="楷体_GB2312"/>
                <a:cs typeface="楷体_GB2312"/>
              </a:rPr>
              <a:t>求解方程 </a:t>
            </a:r>
          </a:p>
        </p:txBody>
      </p:sp>
      <p:graphicFrame>
        <p:nvGraphicFramePr>
          <p:cNvPr id="41991" name="Object 23"/>
          <p:cNvGraphicFramePr>
            <a:graphicFrameLocks noChangeAspect="1"/>
          </p:cNvGraphicFramePr>
          <p:nvPr/>
        </p:nvGraphicFramePr>
        <p:xfrm>
          <a:off x="1651000" y="3429000"/>
          <a:ext cx="4978400" cy="393700"/>
        </p:xfrm>
        <a:graphic>
          <a:graphicData uri="http://schemas.openxmlformats.org/presentationml/2006/ole">
            <mc:AlternateContent xmlns:mc="http://schemas.openxmlformats.org/markup-compatibility/2006">
              <mc:Choice xmlns:v="urn:schemas-microsoft-com:vml" Requires="v">
                <p:oleObj spid="_x0000_s10459" name="Equation" r:id="rId5" imgW="119481600" imgH="9448800" progId="Equations">
                  <p:embed/>
                </p:oleObj>
              </mc:Choice>
              <mc:Fallback>
                <p:oleObj name="Equation" r:id="rId5" imgW="119481600" imgH="9448800" progId="Equations">
                  <p:embed/>
                  <p:pic>
                    <p:nvPicPr>
                      <p:cNvPr id="0" name="图片 10262" descr="image48"/>
                      <p:cNvPicPr>
                        <a:picLocks noChangeAspect="1"/>
                      </p:cNvPicPr>
                      <p:nvPr/>
                    </p:nvPicPr>
                    <p:blipFill>
                      <a:blip r:embed="rId6"/>
                      <a:stretch>
                        <a:fillRect/>
                      </a:stretch>
                    </p:blipFill>
                    <p:spPr>
                      <a:xfrm>
                        <a:off x="1651000" y="3429000"/>
                        <a:ext cx="4978400" cy="393700"/>
                      </a:xfrm>
                      <a:prstGeom prst="rect">
                        <a:avLst/>
                      </a:prstGeom>
                      <a:noFill/>
                      <a:ln w="9525">
                        <a:noFill/>
                      </a:ln>
                    </p:spPr>
                  </p:pic>
                </p:oleObj>
              </mc:Fallback>
            </mc:AlternateContent>
          </a:graphicData>
        </a:graphic>
      </p:graphicFrame>
      <p:graphicFrame>
        <p:nvGraphicFramePr>
          <p:cNvPr id="41992" name="Object 24"/>
          <p:cNvGraphicFramePr>
            <a:graphicFrameLocks noChangeAspect="1"/>
          </p:cNvGraphicFramePr>
          <p:nvPr/>
        </p:nvGraphicFramePr>
        <p:xfrm>
          <a:off x="2038350" y="3994150"/>
          <a:ext cx="2044700" cy="444500"/>
        </p:xfrm>
        <a:graphic>
          <a:graphicData uri="http://schemas.openxmlformats.org/presentationml/2006/ole">
            <mc:AlternateContent xmlns:mc="http://schemas.openxmlformats.org/markup-compatibility/2006">
              <mc:Choice xmlns:v="urn:schemas-microsoft-com:vml" Requires="v">
                <p:oleObj spid="_x0000_s10460" name="Equation" r:id="rId7" imgW="49072800" imgH="10668000" progId="Equations">
                  <p:embed/>
                </p:oleObj>
              </mc:Choice>
              <mc:Fallback>
                <p:oleObj name="Equation" r:id="rId7" imgW="49072800" imgH="10668000" progId="Equations">
                  <p:embed/>
                  <p:pic>
                    <p:nvPicPr>
                      <p:cNvPr id="0" name="图片 10263" descr="image49"/>
                      <p:cNvPicPr>
                        <a:picLocks noChangeAspect="1"/>
                      </p:cNvPicPr>
                      <p:nvPr/>
                    </p:nvPicPr>
                    <p:blipFill>
                      <a:blip r:embed="rId8"/>
                      <a:stretch>
                        <a:fillRect/>
                      </a:stretch>
                    </p:blipFill>
                    <p:spPr>
                      <a:xfrm>
                        <a:off x="2038350" y="3994150"/>
                        <a:ext cx="2044700" cy="444500"/>
                      </a:xfrm>
                      <a:prstGeom prst="rect">
                        <a:avLst/>
                      </a:prstGeom>
                      <a:noFill/>
                      <a:ln w="9525">
                        <a:noFill/>
                      </a:ln>
                    </p:spPr>
                  </p:pic>
                </p:oleObj>
              </mc:Fallback>
            </mc:AlternateContent>
          </a:graphicData>
        </a:graphic>
      </p:graphicFrame>
      <p:graphicFrame>
        <p:nvGraphicFramePr>
          <p:cNvPr id="41993" name="Object 25"/>
          <p:cNvGraphicFramePr>
            <a:graphicFrameLocks noChangeAspect="1"/>
          </p:cNvGraphicFramePr>
          <p:nvPr/>
        </p:nvGraphicFramePr>
        <p:xfrm>
          <a:off x="2373313" y="4597400"/>
          <a:ext cx="2127250" cy="449263"/>
        </p:xfrm>
        <a:graphic>
          <a:graphicData uri="http://schemas.openxmlformats.org/presentationml/2006/ole">
            <mc:AlternateContent xmlns:mc="http://schemas.openxmlformats.org/markup-compatibility/2006">
              <mc:Choice xmlns:v="urn:schemas-microsoft-com:vml" Requires="v">
                <p:oleObj spid="_x0000_s10461" name="Equation" r:id="rId9" imgW="23164800" imgH="4876800" progId="">
                  <p:embed/>
                </p:oleObj>
              </mc:Choice>
              <mc:Fallback>
                <p:oleObj name="Equation" r:id="rId9" imgW="23164800" imgH="4876800" progId="">
                  <p:embed/>
                  <p:pic>
                    <p:nvPicPr>
                      <p:cNvPr id="0" name="图片 10264" descr="image50"/>
                      <p:cNvPicPr>
                        <a:picLocks noChangeAspect="1"/>
                      </p:cNvPicPr>
                      <p:nvPr/>
                    </p:nvPicPr>
                    <p:blipFill>
                      <a:blip r:embed="rId10"/>
                      <a:stretch>
                        <a:fillRect/>
                      </a:stretch>
                    </p:blipFill>
                    <p:spPr>
                      <a:xfrm>
                        <a:off x="2373313" y="4597400"/>
                        <a:ext cx="2127250" cy="449263"/>
                      </a:xfrm>
                      <a:prstGeom prst="rect">
                        <a:avLst/>
                      </a:prstGeom>
                      <a:noFill/>
                      <a:ln w="9525">
                        <a:noFill/>
                      </a:ln>
                    </p:spPr>
                  </p:pic>
                </p:oleObj>
              </mc:Fallback>
            </mc:AlternateContent>
          </a:graphicData>
        </a:graphic>
      </p:graphicFrame>
      <p:graphicFrame>
        <p:nvGraphicFramePr>
          <p:cNvPr id="41994" name="Object 26"/>
          <p:cNvGraphicFramePr>
            <a:graphicFrameLocks noChangeAspect="1"/>
          </p:cNvGraphicFramePr>
          <p:nvPr/>
        </p:nvGraphicFramePr>
        <p:xfrm>
          <a:off x="2235200" y="5307013"/>
          <a:ext cx="2184400" cy="431800"/>
        </p:xfrm>
        <a:graphic>
          <a:graphicData uri="http://schemas.openxmlformats.org/presentationml/2006/ole">
            <mc:AlternateContent xmlns:mc="http://schemas.openxmlformats.org/markup-compatibility/2006">
              <mc:Choice xmlns:v="urn:schemas-microsoft-com:vml" Requires="v">
                <p:oleObj spid="_x0000_s10462" name="Equation" r:id="rId11" imgW="52425600" imgH="10363200" progId="Equations">
                  <p:embed/>
                </p:oleObj>
              </mc:Choice>
              <mc:Fallback>
                <p:oleObj name="Equation" r:id="rId11" imgW="52425600" imgH="10363200" progId="Equations">
                  <p:embed/>
                  <p:pic>
                    <p:nvPicPr>
                      <p:cNvPr id="0" name="图片 10265" descr="image51"/>
                      <p:cNvPicPr>
                        <a:picLocks noChangeAspect="1"/>
                      </p:cNvPicPr>
                      <p:nvPr/>
                    </p:nvPicPr>
                    <p:blipFill>
                      <a:blip r:embed="rId12"/>
                      <a:stretch>
                        <a:fillRect/>
                      </a:stretch>
                    </p:blipFill>
                    <p:spPr>
                      <a:xfrm>
                        <a:off x="2235200" y="5307013"/>
                        <a:ext cx="2184400" cy="431800"/>
                      </a:xfrm>
                      <a:prstGeom prst="rect">
                        <a:avLst/>
                      </a:prstGeom>
                      <a:noFill/>
                      <a:ln w="9525">
                        <a:noFill/>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987"/>
                                        </p:tgtEl>
                                        <p:attrNameLst>
                                          <p:attrName>style.visibility</p:attrName>
                                        </p:attrNameLst>
                                      </p:cBhvr>
                                      <p:to>
                                        <p:strVal val="visible"/>
                                      </p:to>
                                    </p:set>
                                    <p:animEffect transition="in" filter="wipe(left)">
                                      <p:cBhvr>
                                        <p:cTn id="7" dur="500"/>
                                        <p:tgtEl>
                                          <p:spTgt spid="4198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1986"/>
                                        </p:tgtEl>
                                        <p:attrNameLst>
                                          <p:attrName>style.visibility</p:attrName>
                                        </p:attrNameLst>
                                      </p:cBhvr>
                                      <p:to>
                                        <p:strVal val="visible"/>
                                      </p:to>
                                    </p:set>
                                    <p:animEffect transition="in" filter="wipe(left)">
                                      <p:cBhvr>
                                        <p:cTn id="12" dur="500"/>
                                        <p:tgtEl>
                                          <p:spTgt spid="4198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1991"/>
                                        </p:tgtEl>
                                        <p:attrNameLst>
                                          <p:attrName>style.visibility</p:attrName>
                                        </p:attrNameLst>
                                      </p:cBhvr>
                                      <p:to>
                                        <p:strVal val="visible"/>
                                      </p:to>
                                    </p:set>
                                    <p:animEffect transition="in" filter="wipe(left)">
                                      <p:cBhvr>
                                        <p:cTn id="17" dur="2000"/>
                                        <p:tgtEl>
                                          <p:spTgt spid="4199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1992"/>
                                        </p:tgtEl>
                                        <p:attrNameLst>
                                          <p:attrName>style.visibility</p:attrName>
                                        </p:attrNameLst>
                                      </p:cBhvr>
                                      <p:to>
                                        <p:strVal val="visible"/>
                                      </p:to>
                                    </p:set>
                                    <p:animEffect transition="in" filter="wipe(left)">
                                      <p:cBhvr>
                                        <p:cTn id="22" dur="500"/>
                                        <p:tgtEl>
                                          <p:spTgt spid="4199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1988"/>
                                        </p:tgtEl>
                                        <p:attrNameLst>
                                          <p:attrName>style.visibility</p:attrName>
                                        </p:attrNameLst>
                                      </p:cBhvr>
                                      <p:to>
                                        <p:strVal val="visible"/>
                                      </p:to>
                                    </p:set>
                                    <p:animEffect transition="in" filter="wipe(left)">
                                      <p:cBhvr>
                                        <p:cTn id="27" dur="500"/>
                                        <p:tgtEl>
                                          <p:spTgt spid="41988"/>
                                        </p:tgtEl>
                                      </p:cBhvr>
                                    </p:animEffect>
                                  </p:childTnLst>
                                </p:cTn>
                              </p:par>
                              <p:par>
                                <p:cTn id="28" presetID="22" presetClass="entr" presetSubtype="8" fill="hold" nodeType="withEffect">
                                  <p:stCondLst>
                                    <p:cond delay="0"/>
                                  </p:stCondLst>
                                  <p:childTnLst>
                                    <p:set>
                                      <p:cBhvr>
                                        <p:cTn id="29" dur="1" fill="hold">
                                          <p:stCondLst>
                                            <p:cond delay="0"/>
                                          </p:stCondLst>
                                        </p:cTn>
                                        <p:tgtEl>
                                          <p:spTgt spid="41993"/>
                                        </p:tgtEl>
                                        <p:attrNameLst>
                                          <p:attrName>style.visibility</p:attrName>
                                        </p:attrNameLst>
                                      </p:cBhvr>
                                      <p:to>
                                        <p:strVal val="visible"/>
                                      </p:to>
                                    </p:set>
                                    <p:animEffect transition="in" filter="wipe(left)">
                                      <p:cBhvr>
                                        <p:cTn id="30" dur="500"/>
                                        <p:tgtEl>
                                          <p:spTgt spid="4199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41994"/>
                                        </p:tgtEl>
                                        <p:attrNameLst>
                                          <p:attrName>style.visibility</p:attrName>
                                        </p:attrNameLst>
                                      </p:cBhvr>
                                      <p:to>
                                        <p:strVal val="visible"/>
                                      </p:to>
                                    </p:set>
                                    <p:animEffect transition="in" filter="wipe(left)">
                                      <p:cBhvr>
                                        <p:cTn id="35" dur="500"/>
                                        <p:tgtEl>
                                          <p:spTgt spid="419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autoUpdateAnimBg="0"/>
      <p:bldP spid="41987" grpId="0" autoUpdateAnimBg="0"/>
      <p:bldP spid="41988"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059832" y="1916832"/>
            <a:ext cx="1943161" cy="2246769"/>
          </a:xfrm>
          <a:prstGeom prst="rect">
            <a:avLst/>
          </a:prstGeom>
          <a:noFill/>
        </p:spPr>
        <p:txBody>
          <a:bodyPr wrap="none" rtlCol="0">
            <a:spAutoFit/>
          </a:bodyPr>
          <a:lstStyle/>
          <a:p>
            <a:r>
              <a:rPr lang="zh-CN" altLang="en-US" sz="2800" b="1" dirty="0"/>
              <a:t>作业   </a:t>
            </a:r>
            <a:r>
              <a:rPr lang="en-US" altLang="zh-CN" sz="2800" b="1" dirty="0"/>
              <a:t>P21 </a:t>
            </a:r>
          </a:p>
          <a:p>
            <a:endParaRPr lang="en-US" altLang="zh-CN" sz="2800" b="1" dirty="0"/>
          </a:p>
          <a:p>
            <a:r>
              <a:rPr lang="zh-CN" altLang="en-US" sz="2800" b="1" dirty="0"/>
              <a:t>习题一</a:t>
            </a:r>
            <a:endParaRPr lang="en-US" altLang="zh-CN" sz="2800" b="1" dirty="0"/>
          </a:p>
          <a:p>
            <a:endParaRPr lang="en-US" altLang="zh-CN" sz="2800" b="1" dirty="0"/>
          </a:p>
          <a:p>
            <a:r>
              <a:rPr lang="en-US" altLang="zh-CN" sz="2800" b="1" dirty="0"/>
              <a:t>1.</a:t>
            </a:r>
            <a:endParaRPr lang="zh-CN" altLang="en-US" sz="2800" b="1" dirty="0"/>
          </a:p>
        </p:txBody>
      </p:sp>
    </p:spTree>
    <p:extLst>
      <p:ext uri="{BB962C8B-B14F-4D97-AF65-F5344CB8AC3E}">
        <p14:creationId xmlns:p14="http://schemas.microsoft.com/office/powerpoint/2010/main" val="3504509892"/>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KSO_WM_DOC_GUID" val="{22d0017e-3dd8-45ca-93c8-a8678e1dff08}"/>
</p:tagLst>
</file>

<file path=ppt/tags/tag2.xml><?xml version="1.0" encoding="utf-8"?>
<p:tagLst xmlns:a="http://schemas.openxmlformats.org/drawingml/2006/main" xmlns:r="http://schemas.openxmlformats.org/officeDocument/2006/relationships" xmlns:p="http://schemas.openxmlformats.org/presentationml/2006/main">
  <p:tag name="KSO_WM_SLIDE_MODEL_TYPE" val="cover"/>
</p:tagLst>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5_Pixel">
  <a:themeElements>
    <a:clrScheme name="1_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1_Pixel">
      <a:majorFont>
        <a:latin typeface="Times New Roman"/>
        <a:ea typeface="楷体_GB2312"/>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1_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1_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1_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1_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1_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1_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1_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1_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1_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1_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1_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6_Pixel">
  <a:themeElements>
    <a:clrScheme name="1_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1_Pixel">
      <a:majorFont>
        <a:latin typeface="Times New Roman"/>
        <a:ea typeface="楷体_GB2312"/>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1_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1_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1_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1_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1_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1_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1_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1_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1_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1_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1_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7_Pixel">
  <a:themeElements>
    <a:clrScheme name="1_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1_Pixel">
      <a:majorFont>
        <a:latin typeface="Times New Roman"/>
        <a:ea typeface="楷体_GB2312"/>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1_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1_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1_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1_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1_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1_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1_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1_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1_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1_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1_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8_Pixel">
  <a:themeElements>
    <a:clrScheme name="1_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1_Pixel">
      <a:majorFont>
        <a:latin typeface="Times New Roman"/>
        <a:ea typeface="楷体_GB2312"/>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1_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1_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1_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1_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1_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1_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1_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1_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1_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1_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1_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模板">
  <a:themeElements>
    <a:clrScheme name="">
      <a:dk1>
        <a:srgbClr val="000000"/>
      </a:dk1>
      <a:lt1>
        <a:srgbClr val="FFFFFF"/>
      </a:lt1>
      <a:dk2>
        <a:srgbClr val="000000"/>
      </a:dk2>
      <a:lt2>
        <a:srgbClr val="000000"/>
      </a:lt2>
      <a:accent1>
        <a:srgbClr val="00CC99"/>
      </a:accent1>
      <a:accent2>
        <a:srgbClr val="3333CC"/>
      </a:accent2>
      <a:accent3>
        <a:srgbClr val="FFFFFF"/>
      </a:accent3>
      <a:accent4>
        <a:srgbClr val="000000"/>
      </a:accent4>
      <a:accent5>
        <a:srgbClr val="AAE2CA"/>
      </a:accent5>
      <a:accent6>
        <a:srgbClr val="2D2DB9"/>
      </a:accent6>
      <a:hlink>
        <a:srgbClr val="000000"/>
      </a:hlink>
      <a:folHlink>
        <a:srgbClr val="B2B2B2"/>
      </a:folHlink>
    </a:clrScheme>
    <a:fontScheme name="1_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4925" cap="flat" cmpd="sng" algn="ctr">
          <a:solidFill>
            <a:srgbClr val="FF0000"/>
          </a:solidFill>
          <a:prstDash val="solid"/>
          <a:round/>
          <a:headEnd type="none" w="med" len="med"/>
          <a:tailEnd type="none" w="med" len="med"/>
        </a:ln>
      </a:spPr>
      <a:bodyPr vert="horz" wrap="square" lIns="90000" tIns="46800" rIns="90000" bIns="46800" numCol="1" anchor="t"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8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34925" cap="flat" cmpd="sng" algn="ctr">
          <a:solidFill>
            <a:srgbClr val="FF0000"/>
          </a:solidFill>
          <a:prstDash val="solid"/>
          <a:round/>
          <a:headEnd type="none" w="med" len="med"/>
          <a:tailEnd type="none" w="med" len="med"/>
        </a:ln>
      </a:spPr>
      <a:bodyPr vert="horz" wrap="square" lIns="90000" tIns="46800" rIns="90000" bIns="46800" numCol="1" anchor="t"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8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lnDef>
  </a:objectDefaults>
  <a:extraClrSchemeLst>
    <a:extraClrScheme>
      <a:clrScheme name="1_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themeOverride>
</file>

<file path=docProps/app.xml><?xml version="1.0" encoding="utf-8"?>
<Properties xmlns="http://schemas.openxmlformats.org/officeDocument/2006/extended-properties" xmlns:vt="http://schemas.openxmlformats.org/officeDocument/2006/docPropsVTypes">
  <TotalTime>228</TotalTime>
  <Words>969</Words>
  <Application>Microsoft Office PowerPoint</Application>
  <PresentationFormat>全屏显示(4:3)</PresentationFormat>
  <Paragraphs>117</Paragraphs>
  <Slides>24</Slides>
  <Notes>3</Notes>
  <HiddenSlides>0</HiddenSlides>
  <MMClips>0</MMClips>
  <ScaleCrop>false</ScaleCrop>
  <HeadingPairs>
    <vt:vector size="8" baseType="variant">
      <vt:variant>
        <vt:lpstr>已用的字体</vt:lpstr>
      </vt:variant>
      <vt:variant>
        <vt:i4>10</vt:i4>
      </vt:variant>
      <vt:variant>
        <vt:lpstr>主题</vt:lpstr>
      </vt:variant>
      <vt:variant>
        <vt:i4>7</vt:i4>
      </vt:variant>
      <vt:variant>
        <vt:lpstr>嵌入 OLE 服务器</vt:lpstr>
      </vt:variant>
      <vt:variant>
        <vt:i4>1</vt:i4>
      </vt:variant>
      <vt:variant>
        <vt:lpstr>幻灯片标题</vt:lpstr>
      </vt:variant>
      <vt:variant>
        <vt:i4>24</vt:i4>
      </vt:variant>
    </vt:vector>
  </HeadingPairs>
  <TitlesOfParts>
    <vt:vector size="42" baseType="lpstr">
      <vt:lpstr>华文楷体</vt:lpstr>
      <vt:lpstr>楷体_GB2312</vt:lpstr>
      <vt:lpstr>隶书</vt:lpstr>
      <vt:lpstr>宋体</vt:lpstr>
      <vt:lpstr>Arial</vt:lpstr>
      <vt:lpstr>Arial Black</vt:lpstr>
      <vt:lpstr>Calibri</vt:lpstr>
      <vt:lpstr>Tahoma</vt:lpstr>
      <vt:lpstr>Times New Roman</vt:lpstr>
      <vt:lpstr>Wingdings</vt:lpstr>
      <vt:lpstr>Pixel</vt:lpstr>
      <vt:lpstr>Blends</vt:lpstr>
      <vt:lpstr>15_Pixel</vt:lpstr>
      <vt:lpstr>16_Pixel</vt:lpstr>
      <vt:lpstr>17_Pixel</vt:lpstr>
      <vt:lpstr>18_Pixel</vt:lpstr>
      <vt:lpstr>1_模板</vt:lpstr>
      <vt:lpstr>Equation</vt:lpstr>
      <vt:lpstr>线性代数 (Linear Algebra)</vt:lpstr>
      <vt:lpstr>PowerPoint 演示文稿</vt:lpstr>
      <vt:lpstr>PowerPoint 演示文稿</vt:lpstr>
      <vt:lpstr>课程简介</vt:lpstr>
      <vt:lpstr>为什么要学习线性代数？</vt:lpstr>
      <vt:lpstr>为什么要学习线性代数？</vt:lpstr>
      <vt:lpstr>应用实例：CT图像重建</vt:lpstr>
      <vt:lpstr>PowerPoint 演示文稿</vt:lpstr>
      <vt:lpstr>PowerPoint 演示文稿</vt:lpstr>
      <vt:lpstr>PowerPoint 演示文稿</vt:lpstr>
      <vt:lpstr>第一章  行列式</vt:lpstr>
      <vt:lpstr>§1  二阶与三阶行列式</vt:lpstr>
      <vt:lpstr>一、二元线性方程组与二阶行列式</vt:lpstr>
      <vt:lpstr>PowerPoint 演示文稿</vt:lpstr>
      <vt:lpstr>PowerPoint 演示文稿</vt:lpstr>
      <vt:lpstr>PowerPoint 演示文稿</vt:lpstr>
      <vt:lpstr>PowerPoint 演示文稿</vt:lpstr>
      <vt:lpstr>PowerPoint 演示文稿</vt:lpstr>
      <vt:lpstr>二、三阶行列式</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线性代数（第五版）</dc:title>
  <dc:creator>卢浩杰</dc:creator>
  <cp:lastModifiedBy>Lenovo</cp:lastModifiedBy>
  <cp:revision>144</cp:revision>
  <dcterms:created xsi:type="dcterms:W3CDTF">2012-04-21T04:49:00Z</dcterms:created>
  <dcterms:modified xsi:type="dcterms:W3CDTF">2023-10-07T01:22:49Z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2052-11.1.0.9098</vt:lpwstr>
  </property>
</Properties>
</file>