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7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8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9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10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1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12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3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4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5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16.xml" ContentType="application/vnd.openxmlformats-officedocument.theme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7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8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19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20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21.xml" ContentType="application/vnd.openxmlformats-officedocument.theme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theme/theme22.xml" ContentType="application/vnd.openxmlformats-officedocument.theme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theme/theme23.xml" ContentType="application/vnd.openxmlformats-officedocument.theme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theme/theme24.xml" ContentType="application/vnd.openxmlformats-officedocument.theme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theme/theme25.xml" ContentType="application/vnd.openxmlformats-officedocument.theme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6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27.xml" ContentType="application/vnd.openxmlformats-officedocument.theme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28.xml" ContentType="application/vnd.openxmlformats-officedocument.theme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theme/theme29.xml" ContentType="application/vnd.openxmlformats-officedocument.theme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theme/theme30.xml" ContentType="application/vnd.openxmlformats-officedocument.theme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theme/theme31.xml" ContentType="application/vnd.openxmlformats-officedocument.theme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theme/theme32.xml" ContentType="application/vnd.openxmlformats-officedocument.theme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theme/theme33.xml" ContentType="application/vnd.openxmlformats-officedocument.theme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theme/theme34.xml" ContentType="application/vnd.openxmlformats-officedocument.theme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theme/theme35.xml" ContentType="application/vnd.openxmlformats-officedocument.theme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theme/theme36.xml" ContentType="application/vnd.openxmlformats-officedocument.theme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theme/theme37.xml" ContentType="application/vnd.openxmlformats-officedocument.theme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theme/theme38.xml" ContentType="application/vnd.openxmlformats-officedocument.theme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theme/theme39.xml" ContentType="application/vnd.openxmlformats-officedocument.theme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theme/theme40.xml" ContentType="application/vnd.openxmlformats-officedocument.theme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theme/theme41.xml" ContentType="application/vnd.openxmlformats-officedocument.theme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theme/theme42.xml" ContentType="application/vnd.openxmlformats-officedocument.theme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  <p:sldMasterId id="2147483780" r:id="rId12"/>
    <p:sldMasterId id="2147483792" r:id="rId13"/>
    <p:sldMasterId id="2147483803" r:id="rId14"/>
    <p:sldMasterId id="2147483815" r:id="rId15"/>
    <p:sldMasterId id="2147483826" r:id="rId16"/>
    <p:sldMasterId id="2147483839" r:id="rId17"/>
    <p:sldMasterId id="2147483851" r:id="rId18"/>
    <p:sldMasterId id="2147483863" r:id="rId19"/>
    <p:sldMasterId id="2147483875" r:id="rId20"/>
    <p:sldMasterId id="2147483887" r:id="rId21"/>
    <p:sldMasterId id="2147483899" r:id="rId22"/>
    <p:sldMasterId id="2147483911" r:id="rId23"/>
    <p:sldMasterId id="2147483923" r:id="rId24"/>
    <p:sldMasterId id="2147483935" r:id="rId25"/>
    <p:sldMasterId id="2147483947" r:id="rId26"/>
    <p:sldMasterId id="2147483959" r:id="rId27"/>
    <p:sldMasterId id="2147483971" r:id="rId28"/>
    <p:sldMasterId id="2147483983" r:id="rId29"/>
    <p:sldMasterId id="2147483995" r:id="rId30"/>
    <p:sldMasterId id="2147484007" r:id="rId31"/>
    <p:sldMasterId id="2147484019" r:id="rId32"/>
    <p:sldMasterId id="2147484031" r:id="rId33"/>
    <p:sldMasterId id="2147484043" r:id="rId34"/>
    <p:sldMasterId id="2147484055" r:id="rId35"/>
    <p:sldMasterId id="2147484067" r:id="rId36"/>
    <p:sldMasterId id="2147484079" r:id="rId37"/>
    <p:sldMasterId id="2147484091" r:id="rId38"/>
    <p:sldMasterId id="2147484103" r:id="rId39"/>
    <p:sldMasterId id="2147484115" r:id="rId40"/>
    <p:sldMasterId id="2147484151" r:id="rId41"/>
    <p:sldMasterId id="2147484163" r:id="rId42"/>
    <p:sldMasterId id="2147484235" r:id="rId43"/>
  </p:sldMasterIdLst>
  <p:notesMasterIdLst>
    <p:notesMasterId r:id="rId58"/>
  </p:notesMasterIdLst>
  <p:sldIdLst>
    <p:sldId id="707" r:id="rId44"/>
    <p:sldId id="725" r:id="rId45"/>
    <p:sldId id="726" r:id="rId46"/>
    <p:sldId id="727" r:id="rId47"/>
    <p:sldId id="738" r:id="rId48"/>
    <p:sldId id="739" r:id="rId49"/>
    <p:sldId id="737" r:id="rId50"/>
    <p:sldId id="728" r:id="rId51"/>
    <p:sldId id="729" r:id="rId52"/>
    <p:sldId id="730" r:id="rId53"/>
    <p:sldId id="731" r:id="rId54"/>
    <p:sldId id="734" r:id="rId55"/>
    <p:sldId id="735" r:id="rId56"/>
    <p:sldId id="736" r:id="rId5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>
      <p:cViewPr varScale="1">
        <p:scale>
          <a:sx n="91" d="100"/>
          <a:sy n="91" d="100"/>
        </p:scale>
        <p:origin x="1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Master" Target="slideMasters/slideMaster39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Master" Target="slideMasters/slideMaster42.xml"/><Relationship Id="rId47" Type="http://schemas.openxmlformats.org/officeDocument/2006/relationships/slide" Target="slides/slide4.xml"/><Relationship Id="rId50" Type="http://schemas.openxmlformats.org/officeDocument/2006/relationships/slide" Target="slides/slide7.xml"/><Relationship Id="rId55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40" Type="http://schemas.openxmlformats.org/officeDocument/2006/relationships/slideMaster" Target="slideMasters/slideMaster40.xml"/><Relationship Id="rId45" Type="http://schemas.openxmlformats.org/officeDocument/2006/relationships/slide" Target="slides/slide2.xml"/><Relationship Id="rId53" Type="http://schemas.openxmlformats.org/officeDocument/2006/relationships/slide" Target="slides/slide10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Master" Target="slideMasters/slideMaster43.xml"/><Relationship Id="rId48" Type="http://schemas.openxmlformats.org/officeDocument/2006/relationships/slide" Target="slides/slide5.xml"/><Relationship Id="rId56" Type="http://schemas.openxmlformats.org/officeDocument/2006/relationships/slide" Target="slides/slide13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" Target="slides/slide3.xml"/><Relationship Id="rId59" Type="http://schemas.openxmlformats.org/officeDocument/2006/relationships/presProps" Target="presProps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" Target="slides/slide1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6.xml"/><Relationship Id="rId57" Type="http://schemas.openxmlformats.org/officeDocument/2006/relationships/slide" Target="slides/slide14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.xml"/><Relationship Id="rId52" Type="http://schemas.openxmlformats.org/officeDocument/2006/relationships/slide" Target="slides/slide9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wmf"/><Relationship Id="rId7" Type="http://schemas.openxmlformats.org/officeDocument/2006/relationships/image" Target="../media/image22.emf"/><Relationship Id="rId12" Type="http://schemas.openxmlformats.org/officeDocument/2006/relationships/image" Target="../media/image27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emf"/><Relationship Id="rId11" Type="http://schemas.openxmlformats.org/officeDocument/2006/relationships/image" Target="../media/image26.wmf"/><Relationship Id="rId5" Type="http://schemas.openxmlformats.org/officeDocument/2006/relationships/image" Target="../media/image20.emf"/><Relationship Id="rId10" Type="http://schemas.openxmlformats.org/officeDocument/2006/relationships/image" Target="../media/image25.wmf"/><Relationship Id="rId4" Type="http://schemas.openxmlformats.org/officeDocument/2006/relationships/image" Target="../media/image19.emf"/><Relationship Id="rId9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e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10" Type="http://schemas.openxmlformats.org/officeDocument/2006/relationships/image" Target="../media/image43.wmf"/><Relationship Id="rId4" Type="http://schemas.openxmlformats.org/officeDocument/2006/relationships/image" Target="../media/image37.wmf"/><Relationship Id="rId9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8CE056-D596-48F6-95D0-6E5B53562267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618DD15-0A6B-4FE1-8066-6C3FF5D55B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9455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18DD15-0A6B-4FE1-8066-6C3FF5D55B93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779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18DD15-0A6B-4FE1-8066-6C3FF5D55B93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060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0F659-DD2A-4902-A43B-C9DA0C71DBB5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F3E76-926C-4BDE-AA47-8F78DAB352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08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C0C61-895B-4880-B0E2-BCBE1DAD19E1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62CE1-845D-4C21-A6B2-D6C5CDF526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74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E6D1E-43AD-441D-9F9C-F33ACCF12C16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833C6-6B79-4225-8AD3-E9FC24217B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78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20E67-FBE4-417E-A047-B2159E4D6F5F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E2A12-2AE5-4A52-AE8B-48B6CC7D41D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51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277AA-2AE8-4571-8F93-EFE9B315BBD0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896040-5953-43B8-B315-7E9E92D787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81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5AB44-D1D4-4900-B4D8-8A652D35A8A4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1C4397-1B3B-4DC2-AC71-E9E410F1A0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101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417A0-3B26-4190-8658-9DD635D3B17E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73AF5-A866-49A0-9E85-F73883E68A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64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CAEF5-7357-4BD6-9823-3C518667EB19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3BD0E-E2B4-4E2D-90B5-C2CC0012B7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15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AB3AC-D7F8-4EDB-B575-0946C7AD89DB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2CEA4-6388-498C-BA1F-33614EBFEC4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809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89ADB-C01A-431C-940E-02BDAC024323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CE207-E660-4822-830D-B2138B12FF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10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20AC3-E1DE-417B-B3DA-3A478223FF59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C7447-17D4-4B7D-AF3D-5DB703F31F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107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43CDB4F-577D-4E77-B4BA-0B9DE7467A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7073061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5E2C28-B0F4-4008-9EAF-3F7E723436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051130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3D7EE49-32C7-4381-A37C-AF4F324442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0998187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8D606D1-C393-48AE-BAAB-F7233EF4E5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506571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C12C0D2-80A1-4C13-936C-0A657E0AF0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713906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CEC4468-D244-491E-8CE3-89D4E6F8BE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6974941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8F62EE7-931A-4BFA-B927-EE078A8FBC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9074260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A819CC9-0B9D-4981-B526-29C4EDFEA8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53396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CA130A4-33A7-43B4-AA4E-40D1722C35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7337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F885C56-1F7C-4141-95D5-5B554EF14C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8292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A9D8478-8856-4627-A910-A528A98BDA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8727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30F5D3E-5963-4758-B7ED-29DABB21DC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5423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F07BB46-6C72-4FA6-9EB6-2275365A8B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38245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61B62C2-6B36-4AD0-B03F-9FA2D73B33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2957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AB62113-B9D1-4588-93AA-2D3EFBAC89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19278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964B87E-EEB0-4A92-8DB3-15BCAC903E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48919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FEADBAE-13E2-4373-A3CB-1F0E07030D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30785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DA05441-1153-4AB6-807D-C1312D42D3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58560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C30A0C0-22ED-4AE8-BA2B-D48FED64A8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223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470F1CA-114D-4BAC-B1FF-16E734EB2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634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80F91C4-F4B7-4FA5-A616-6C65972D0E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738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2FD6620-7A1C-4101-BEAF-3E58C861CE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0699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08079CB-3A8C-4CB8-AE21-33360EFF90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68019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2EC33DB-177C-4C7D-9D3A-370CAD4BD2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32125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9136DD5-79A7-49D4-B7D1-A6AF894D66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46520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6C9D5F4-87DF-4065-8CB1-5701DB6C37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36924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BF8A43C-D627-4896-A9A0-358DB25CED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17794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1F90A50-0F83-4134-A44D-14D6BF2CD6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554190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3628E4A-B11C-4583-964C-1D7F39A34F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6177124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383EA09-424A-4651-BB1C-08477A37F2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845940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793C967-FC62-4773-8089-ABD5C6197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068378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129E0CB-2312-43A4-8958-397DCC3024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816503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DC18520-D04B-4A1F-A986-56D7D4DEDF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4400109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3FE6A2F-8883-492D-B74A-1D7C84A75E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2269545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14D5DB6-0526-4721-A54A-BB2B1FA33A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6046878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EE7D69-E26E-438E-9937-3B81D2F339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8323223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5C02BDF-36EB-4B94-87C5-A92EF5F9D5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35979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1202CFD-10F1-4506-9700-FE40A50B66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45641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6ED1ADE-08B2-4BEB-AE51-CBCF11B663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364229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0B669C0-DBCE-472B-A4B2-BC97DFFC0F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3667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D7C602C-D311-4F86-96D7-E5021F6A51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28155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9C90B1D-094D-4D9E-AB33-639229610F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07859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6798F01-93BA-4609-AFA6-AC2259CF7D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32675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C3889B3-9A04-4A8B-B8D8-A951F32BE2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24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0038EE5-FA2C-403E-9B44-0A8A6EE1E1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78020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545AE4E-EF14-4D51-A6DB-64C572E2B7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4832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2254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54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DF720F4-E0BC-4297-AABD-D76288CA63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4210865"/>
      </p:ext>
    </p:extLst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1C810BD-C75A-4FCF-AD82-71C3624F1A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6549234"/>
      </p:ext>
    </p:extLst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A479BDB-BA76-4720-9346-5AE31E97D5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772779"/>
      </p:ext>
    </p:extLst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8B3321C-96AE-4494-A52B-B0E658316D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829001"/>
      </p:ext>
    </p:extLst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AB7A7BC-E5DE-4610-B513-6C70AAE96E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541955"/>
      </p:ext>
    </p:extLst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37DED14-2E1D-4967-98FD-0AB2D033BD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8155591"/>
      </p:ext>
    </p:extLst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9C081B2-FD43-42CC-BF80-4B025955AA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7544570"/>
      </p:ext>
    </p:extLst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F60CA86-294D-4F23-B9E1-5FDC42F168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128844"/>
      </p:ext>
    </p:extLst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8924C8-4665-4E2C-836A-8FC2C26E5E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3483059"/>
      </p:ext>
    </p:extLst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C9BD358-A699-4351-B91B-7DA9D693F6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9323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4154D9-B8BF-47FE-80C7-6F9E817BF7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079754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D88C4AE-1C09-4988-80F7-3AEE06F910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798972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FF3B357-5DB3-4AEC-B3BC-68D46A2710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1069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FE11F7-538F-4CE2-8F7B-7926298119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06191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C8C8728-A9D9-4831-9CD7-01ABF349A6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56612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BC1BFA3-3688-47C0-8C6C-B4775DE50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846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08B9E29-A795-40AC-A3C7-4A3AF07D44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864498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B09134F-14FE-4949-9C1B-81284C2626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25961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B6A2E9A-305F-4E8B-BFBC-5F6B031528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717196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327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27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10A9EB4-5A42-4373-9434-70CE551B5B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9583388"/>
      </p:ext>
    </p:extLst>
  </p:cSld>
  <p:clrMapOvr>
    <a:masterClrMapping/>
  </p:clrMapOvr>
  <p:transition spd="slow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423F45E-89D8-481B-889C-3EA6EB0B55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9119467"/>
      </p:ext>
    </p:extLst>
  </p:cSld>
  <p:clrMapOvr>
    <a:masterClrMapping/>
  </p:clrMapOvr>
  <p:transition spd="slow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E70409C-A4E7-41DB-8F55-72F2DF450B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3558604"/>
      </p:ext>
    </p:extLst>
  </p:cSld>
  <p:clrMapOvr>
    <a:masterClrMapping/>
  </p:clrMapOvr>
  <p:transition spd="slow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484FB32-EE17-4942-8730-0AA73C0100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0727249"/>
      </p:ext>
    </p:extLst>
  </p:cSld>
  <p:clrMapOvr>
    <a:masterClrMapping/>
  </p:clrMapOvr>
  <p:transition spd="slow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4E7175F-31F5-466B-9C61-D16DA670FC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326083"/>
      </p:ext>
    </p:extLst>
  </p:cSld>
  <p:clrMapOvr>
    <a:masterClrMapping/>
  </p:clrMapOvr>
  <p:transition spd="slow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B75F8BD-7D08-439C-A16D-568B19A0C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6544291"/>
      </p:ext>
    </p:extLst>
  </p:cSld>
  <p:clrMapOvr>
    <a:masterClrMapping/>
  </p:clrMapOvr>
  <p:transition spd="slow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CFCE63D-48FB-4001-BC7B-231D27FBBE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735457"/>
      </p:ext>
    </p:extLst>
  </p:cSld>
  <p:clrMapOvr>
    <a:masterClrMapping/>
  </p:clrMapOvr>
  <p:transition spd="slow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50000C6-F5A9-4E29-BF95-0B0E64553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8886615"/>
      </p:ext>
    </p:extLst>
  </p:cSld>
  <p:clrMapOvr>
    <a:masterClrMapping/>
  </p:clrMapOvr>
  <p:transition spd="slow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BC4BA5-81C1-44F1-A32F-0DA8115A44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58765"/>
      </p:ext>
    </p:extLst>
  </p:cSld>
  <p:clrMapOvr>
    <a:masterClrMapping/>
  </p:clrMapOvr>
  <p:transition spd="slow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E8C81BA-B8FD-49AA-844B-AFC9AA773D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80313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9ABA598-DAB3-4237-B78F-3402F92A5F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941283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3380DEA-1FE8-4D09-B426-61603A05B7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772838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D016027-1CE3-4872-9CAB-F4D02375E9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36116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320DFCB-88CF-466C-9CF8-3DC9B1AA9F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801909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A7D72A6-E809-45D6-A6FB-3CA888890A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92253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3484854-4D0A-41D7-84D3-D0CE7C49A8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191303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D734CF0-A62C-4CE0-8E93-1A1CD4BDA1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615159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F6CA9FC-5493-4906-A27F-AFF5739DA7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930837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A0E59E3-F0E1-4CF5-B0D6-022E39EB67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61689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215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15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C834507-A77A-46C4-A004-BF4831C783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2540886"/>
      </p:ext>
    </p:extLst>
  </p:cSld>
  <p:clrMapOvr>
    <a:masterClrMapping/>
  </p:clrMapOvr>
  <p:transition spd="slow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0B27D80-90FB-457E-9131-5AD92921F8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3154489"/>
      </p:ext>
    </p:extLst>
  </p:cSld>
  <p:clrMapOvr>
    <a:masterClrMapping/>
  </p:clrMapOvr>
  <p:transition spd="slow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603B61-93A1-4E8C-B9EF-1BEB69E6E5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622421"/>
      </p:ext>
    </p:extLst>
  </p:cSld>
  <p:clrMapOvr>
    <a:masterClrMapping/>
  </p:clrMapOvr>
  <p:transition spd="slow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241A623-A278-4C1D-B1AA-FB69F0CEA1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5064146"/>
      </p:ext>
    </p:extLst>
  </p:cSld>
  <p:clrMapOvr>
    <a:masterClrMapping/>
  </p:clrMapOvr>
  <p:transition spd="slow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3B6F49D-2061-42F1-8DA1-875003F3E7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8750308"/>
      </p:ext>
    </p:extLst>
  </p:cSld>
  <p:clrMapOvr>
    <a:masterClrMapping/>
  </p:clrMapOvr>
  <p:transition spd="slow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8017412-2811-412F-90E6-5741A9D8A8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2525289"/>
      </p:ext>
    </p:extLst>
  </p:cSld>
  <p:clrMapOvr>
    <a:masterClrMapping/>
  </p:clrMapOvr>
  <p:transition spd="slow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F52213A-6663-4A89-82C3-4054975FFD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3350721"/>
      </p:ext>
    </p:extLst>
  </p:cSld>
  <p:clrMapOvr>
    <a:masterClrMapping/>
  </p:clrMapOvr>
  <p:transition spd="slow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0F01D61-5470-45D5-95AA-544DA9A366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6045750"/>
      </p:ext>
    </p:extLst>
  </p:cSld>
  <p:clrMapOvr>
    <a:masterClrMapping/>
  </p:clrMapOvr>
  <p:transition spd="slow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D6848EB-3E7B-46D6-A385-F03B0C98E6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477322"/>
      </p:ext>
    </p:extLst>
  </p:cSld>
  <p:clrMapOvr>
    <a:masterClrMapping/>
  </p:clrMapOvr>
  <p:transition spd="slow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8C23EC51-8357-4891-AE03-2504BAED00D7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78ED3C27-89B1-4F2E-828A-B294D6B8BD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558433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B77DD863-7079-4A42-A60B-0DFDE47E0804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6EDF7570-AA81-450A-AEEF-E7285C5BC2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820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5FCD280B-7901-4B45-B9CF-2D2B2632B760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267096AB-5EE9-48A7-A800-A257FB413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75233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B582CEE9-F44F-415A-A224-A53EC3FD21F9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44C57213-7466-4D51-94BD-E5F7445DBC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992401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4921F335-93B5-42DA-A82C-5D45D2F5A3B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8A788818-31A7-4450-B6D7-8521189C99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188345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A71A9ACF-A426-46FC-A834-74D68DD385B1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B84F3772-A28C-4495-85CA-53D33CBDAD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322294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780EA9C2-571F-4E2D-9BD8-8915D26A0A49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34005BE7-1A18-429B-BDBD-8F9E4D0082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817306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FB117A5-44B2-46A8-8D1C-039F53F32E70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9E8DF22C-78D4-46AC-ABFF-993C9A2340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547394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EAE708D-A517-4423-923B-3D4822B6218B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105583F9-AC7C-48D0-855E-CBECDCBAFC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539277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A59FB376-A951-45D3-9423-81F8A6D9D5A0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58639A30-E6B8-4F85-AE48-AE2D50A835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109203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742A568-FA11-4DA3-B934-E3844D1D3E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073326"/>
      </p:ext>
    </p:extLst>
  </p:cSld>
  <p:clrMapOvr>
    <a:masterClrMapping/>
  </p:clrMapOvr>
  <p:transition spd="slow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13EBB81-E88C-4A13-AE71-43BD4BB950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185057"/>
      </p:ext>
    </p:extLst>
  </p:cSld>
  <p:clrMapOvr>
    <a:masterClrMapping/>
  </p:clrMapOvr>
  <p:transition spd="slow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A796DC5-7F3C-44FD-B4D6-19DF070E80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253149"/>
      </p:ext>
    </p:extLst>
  </p:cSld>
  <p:clrMapOvr>
    <a:masterClrMapping/>
  </p:clrMapOvr>
  <p:transition spd="slow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63346DE-DBF8-4967-9D28-57B1169B5B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791050"/>
      </p:ext>
    </p:extLst>
  </p:cSld>
  <p:clrMapOvr>
    <a:masterClrMapping/>
  </p:clrMapOvr>
  <p:transition spd="slow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F19D4E8-7A29-4630-B4D0-6F34BFF307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4970429"/>
      </p:ext>
    </p:extLst>
  </p:cSld>
  <p:clrMapOvr>
    <a:masterClrMapping/>
  </p:clrMapOvr>
  <p:transition spd="slow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91F7306-3F15-489D-872E-8A7621B3F0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3731854"/>
      </p:ext>
    </p:extLst>
  </p:cSld>
  <p:clrMapOvr>
    <a:masterClrMapping/>
  </p:clrMapOvr>
  <p:transition spd="slow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A6AC9D5-FECE-4498-89CF-76F1A50404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087734"/>
      </p:ext>
    </p:extLst>
  </p:cSld>
  <p:clrMapOvr>
    <a:masterClrMapping/>
  </p:clrMapOvr>
  <p:transition spd="slow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A097FC4-06BA-4C63-B6C6-E52CCA7794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1157623"/>
      </p:ext>
    </p:extLst>
  </p:cSld>
  <p:clrMapOvr>
    <a:masterClrMapping/>
  </p:clrMapOvr>
  <p:transition spd="slow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462A67F7-0A69-4B9A-AA7E-3C8EF423E2B4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090B41F-5FA1-40A2-986F-2302C90DE57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11465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8037984E-25AB-47E6-B9BD-9BED2BAD4C8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9A0AE3D9-4EDF-4FCA-8B60-44A73DC4B4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69091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92EC545-7CB6-4E9B-B31E-72D09CAF7D67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5BCF3EF0-699A-439B-A9CA-EB1B412F9E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6428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1D66AA1E-B050-4ABE-BE17-A160B8C3115E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20C28EEE-9CCE-4B25-8279-B37EDD7787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960560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57DDCDD7-FE05-4B15-ABB9-947E4EB64079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C3B1EF4C-60B8-4EB6-818B-65FF2DE19D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04976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3C4724F4-DF9C-4235-86E7-00454AED6FB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CD3AAE46-D27C-4508-A502-D202198764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279354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7626D2DA-BD49-43A9-AB56-527AE8815FB4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1DDDC5F5-B2DA-49F0-83CA-6F89C74F56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13364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D001D127-B859-42A2-AA46-E27D12F9867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0EEFFB9-315A-4FF6-8EB6-9325FAB28F5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9574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7DB8A0C-7A96-439A-A1DE-7F7BD9051417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81FCCA0-AF3C-4549-8160-38BFC5557E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863496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24E8BF49-E69C-4BB4-B438-04835C269D18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CC0C3BAD-FD19-4830-BFE1-A95564A713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998986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FB16937-588B-441A-A164-4818ACAEA5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7083097"/>
      </p:ext>
    </p:extLst>
  </p:cSld>
  <p:clrMapOvr>
    <a:masterClrMapping/>
  </p:clrMapOvr>
  <p:transition spd="slow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E1636EC-513E-4A63-9A42-4C4BDCE156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638965"/>
      </p:ext>
    </p:extLst>
  </p:cSld>
  <p:clrMapOvr>
    <a:masterClrMapping/>
  </p:clrMapOvr>
  <p:transition spd="slow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90101C3-C713-4B60-9B7C-22BE72B09F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746120"/>
      </p:ext>
    </p:extLst>
  </p:cSld>
  <p:clrMapOvr>
    <a:masterClrMapping/>
  </p:clrMapOvr>
  <p:transition spd="slow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6B3BDC-10F7-492D-A3C8-FB52ADE1EE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4814781"/>
      </p:ext>
    </p:extLst>
  </p:cSld>
  <p:clrMapOvr>
    <a:masterClrMapping/>
  </p:clrMapOvr>
  <p:transition spd="slow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C51AF50-6275-45B6-A97B-7A1BB3A34C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0772098"/>
      </p:ext>
    </p:extLst>
  </p:cSld>
  <p:clrMapOvr>
    <a:masterClrMapping/>
  </p:clrMapOvr>
  <p:transition spd="slow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27560C3-DC7F-4D4C-922C-8FEC04E149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0085290"/>
      </p:ext>
    </p:extLst>
  </p:cSld>
  <p:clrMapOvr>
    <a:masterClrMapping/>
  </p:clrMapOvr>
  <p:transition spd="slow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E33B3B3-EFEE-4483-B580-73EDA9EF51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35015"/>
      </p:ext>
    </p:extLst>
  </p:cSld>
  <p:clrMapOvr>
    <a:masterClrMapping/>
  </p:clrMapOvr>
  <p:transition spd="slow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80F1E8D-957C-43F1-9387-99B681AD65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238700"/>
      </p:ext>
    </p:extLst>
  </p:cSld>
  <p:clrMapOvr>
    <a:masterClrMapping/>
  </p:clrMapOvr>
  <p:transition spd="slow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68A108B-D9E9-4B6F-BD29-4456A6C852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719852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2647C42-A78B-4DFF-864F-30A654EEC3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23704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3F93C36-FB13-44CE-BB58-9AD03EBC79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067231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1A4C094-CC8F-4639-A8C8-5B4AD107CD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97058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6BCB2E4-18D0-486D-935F-39F7378716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730615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B9EC8E4-4D27-4976-ACB6-001D6A5C0D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310927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9DDE8F0-5F03-4BBD-A7D4-2467D12E11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963937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A0A905-4516-41B2-BC77-4E81F4EB2C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668547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4D3678F-A65E-4C33-8D6A-94B54098D8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14262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10D913F-FC2B-454F-AE7F-25ADD1B97A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30874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E3A0D84-8DB3-4361-AAB3-59AE8DA4E8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392142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6AA0914-1E25-480D-AB1D-5C410B3A74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0707668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5E01251-C9FB-4E2D-A1CC-3B26C36334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290912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2E9FD5B-6755-4897-A208-DC72AD341B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704483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57772ED-D17D-417D-B00A-F6A38F8834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398926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9F7B99A-6448-4FC6-A271-861A86D5AD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80279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287F8F8-D45B-4AC4-AACC-EAE1ACA925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463404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24475E4-66CD-45CC-B5A1-CD0E599A9C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992771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58049D1-4EED-4333-BC29-380C4633E8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8088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C1825ED-D365-4223-B2CC-BA49C90693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68350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2000CEB-074A-4919-BF34-373EEDF6D1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6567694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5AB28E8-5B25-4875-9E7D-9D0DC85DAD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695129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8A3E4F6-44C4-4368-9BBC-8859AAE4EC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27552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CBC2891-8636-4B37-BCC5-F3C1A028A3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58477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32A2AA9-3927-49CB-9E1C-FE8297D660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475327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08A34D8-81A7-4AAB-A06D-C7CBD7E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22097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C220BF0-0A8C-43DD-BDFC-D503A84F8A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25537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B33B675-28AB-49D7-AC62-ED9D305722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537568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614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4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7837B59-9966-4197-B066-AEFB6F2400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6598278"/>
      </p:ext>
    </p:extLst>
  </p:cSld>
  <p:clrMapOvr>
    <a:masterClrMapping/>
  </p:clrMapOvr>
  <p:transition spd="slow"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22D938A-37C5-4597-90AA-F4EC68FA81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8029490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9AA34C9-A3E6-42DC-9EE9-6BD9248E2F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427647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041EAD7-2A9F-43C7-9ED3-BAF00968D9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879579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021713E-8602-42EA-8FF0-9EBC296A22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562059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9F3E929-06F2-421C-8689-33165BA517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256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6473F79-7FE6-408F-8633-DDBE5078C3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3676117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9B58224-6566-4606-820D-039FAF54EE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66793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BD3EB51-6B17-4296-9399-A5800555E2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640585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D1501E1-8BFE-4059-83F3-D2AD678F8D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704593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0018F0B-DB5B-4354-BB1A-12734D5B6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721630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17CB191-8FBF-4A43-B86E-47704765D3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517645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FCD65E8-E4BF-463F-BD2C-EE94DA8667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339801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D6ABEB0-E933-4CA9-AF04-DD2B46FE71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42313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BF5E49D-C4FA-4C27-A85D-27EC7F4326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42684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25A5FAF-B2DC-47C6-BAED-2A031A2CF6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44564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48ADB63-4C42-4D2E-B824-96BC93F3B3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48011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2D4A223-BFE5-40FA-AFFE-826FFC6B74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97347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CD43860-A690-4507-897E-36D4EE636C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4498092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C2CB74-9E1E-48AA-BE09-C1E25C4167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771457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8D49F24-2219-4262-824F-F6E3879C6E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190452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779FC38-843E-49F2-9A8D-61C879F610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1551057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C60E39D-CD9A-4329-9EC2-7567DBC47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2360262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AEBC444-D6BD-4A63-A273-66E9738CCD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302256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F69B4F4-DBE2-40E1-86F6-A7A4FB24DE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951856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B3C5D57-9C38-485D-BD71-D5BA86DA62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31599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47C98A0-038F-4B90-87C2-822B2BB8C6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0748614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8429A6D-03F8-48AA-9DEE-BC855C1F0B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439046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5F2C6E-5BEB-4CA9-905D-E8D841F67F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0065676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215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15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4828820-8056-48C1-A9B3-E9383A221B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095094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DBCB3FB-F4B0-49F9-A944-6D55877085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09685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EABD0ED-D0D3-49C2-A363-585C4EE237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86486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C608AE1-8469-4A70-A91B-F24585AF74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570259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0D7F16A-BC21-445E-90B8-92CDF1FF38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89188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E34E505-3B21-4412-B164-F0E969D305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652945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60A5C03-520A-4A43-9D38-37BFA51383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30999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B131C99-2400-4883-8853-B9855BB4F5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1406115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A70B848-AF7D-4951-8D72-9BB028E827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663907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907FE37-9D53-4D36-9CD3-92132BD4B2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5838770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4D4B9CD-DF07-40BF-9B1D-FB6FEDD420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4317745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23BB6A3-0215-4483-BC9E-FF9B3A35DA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554308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98FD8FE-A561-476F-8AFB-61AB4A28C7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698573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A989B8A-EF64-4FB5-B728-717A6855F0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7901645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3D6A2E6-469D-49FE-9BEA-F43643B266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2492204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D881C44-14A5-4D8A-8C69-BB44042579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2422327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5E1030C-FEC8-48D3-8D8D-2708E0B7AF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8455842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80027BC-7836-42C9-89CC-E7CC4B5F60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735229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AE924F-25A5-46A8-A502-1149357B15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1439140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1B26F3B-3ACE-4FC2-8D36-D2E3E16730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6960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9F5BCA7C-33DE-495D-A6B1-2D1ED3ED1E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4318060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44071069-FED2-4D22-93A9-BC686D28FB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265004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134CCC0C-E3CB-4A8E-B275-0BFF6A0B63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001255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CEC5C07E-D4D6-40C9-BDC4-3600880422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2571482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FF2B8FB-5FD8-4D0D-B48A-72A300DE91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36561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0547A924-AD7D-47BB-8A98-23F3BC913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084234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B624F0A-72D5-41B3-8C12-14384F74B9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944845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+mn-ea"/>
              </a:defRPr>
            </a:lvl1pPr>
          </a:lstStyle>
          <a:p>
            <a:pPr>
              <a:defRPr/>
            </a:pPr>
            <a:fld id="{ED6C17C2-D29C-462E-8CE6-7B7AA637B2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4727940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AA49D78-BD50-442A-80EE-AABF104715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5594045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EC113B2-C3C3-48D7-82AD-2AB4AB742C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9473742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E6861CA-4567-476A-B396-8D74DEF83D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2804048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3DF0EB6-95EC-4C2A-8DCC-11DC248ED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252874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CB94860-7849-4A9B-AA14-5171A8E3BC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3618122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524A537-9641-4F60-97DB-B0A438D442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029321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7C2D1C1-B1D3-4D68-A056-D56E6FBAF8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429102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3EE6FB6-73F6-4DD8-BD27-C7E6DBCF47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643632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CA93A8D-F57A-46B1-AA3C-0971DBC6F0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609249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57BECE6-C211-415E-9FC3-71BBCD4BB8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787093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AD5E55B-7675-46B1-89E5-6B42C378B9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796793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8C94B20-4E75-407A-9F1D-4631FCD691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5892801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6F55B6F-5D42-4F4F-BE37-A11BEBEBDF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031907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264697A-E342-4587-B64E-5C03FBF61D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3768896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63862E4-CB26-4962-865E-CEC92DBA9D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08488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CB13EF0-350E-4F2A-8FCD-C2A2DCA1B4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115545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AD59BF0-7608-4D9E-B534-605560BD62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532130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70DEC89-C3AB-4DF4-A8FB-AAC9D5870E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640559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BDD4884-2046-46A0-A7FE-3A80139F6B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1225937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780A178-2924-47DD-9E9E-5F74F92BAE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943276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0DBD65D-F414-4403-B1EE-7830D8489C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21744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DE8FC3C-5EF0-4161-8C96-7280F5C474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7647530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E75C970-370E-4C15-9501-42F6B10A51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076424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7DA7AB6-9B15-44B5-84B7-57F0C1C050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583518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AC7D6F5-B044-4F55-BDD2-B3FDF50DB5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804367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522014-FDD3-4D0A-922A-3064558D6F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1874153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DBC88B5-E919-4340-90D8-9BE758DBCE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519535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33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3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8DF195A-F42F-45DD-B364-1BCA1FEE2D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719374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DCD2590-82B9-4053-832D-14B6B2097B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9898649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4928D02-D8DC-4664-9888-F8F53A5E45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3440507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C45D55D-029B-4146-ADA7-CBDA9D927C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91317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0665C2B-8153-41A4-9964-AA5B54D29C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3172468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7C4F51C-95EF-41A6-BA26-8B5C13C92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967829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1068899-88D0-4DFE-AF87-7CE7A14187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736148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6200"/>
            <a:ext cx="2057400" cy="5334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6200"/>
            <a:ext cx="6019800" cy="5334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CFCC698-11E1-4FA5-AA4B-7CA37CB6A7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3537569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06C4CA6-69E4-46A3-BF66-F676915F35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5314995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142BDEC-53C5-40E7-90FC-36608CB32C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5164919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74B9B23-B0BA-46BF-8C45-DFF2972FAB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7975130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DF3EA78-6042-43A8-B8E5-12247C922C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27431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A14B28F-256D-4A7E-8189-03AAF0A684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0367561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73845A3-2BA1-4AE5-AC66-6B94577CB6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1714882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27AF598-FBA1-49EA-9403-035AABF16D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898010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BCB73B6-D080-4A38-B742-6345920B00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1959173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098BF5E-192D-4FEC-AA3C-7AE021D561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6817163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2129C44-157B-4592-ADBD-A669352DBC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8810636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5EEE115-CDA3-4DD5-BA40-850DA59C67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647288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C94FACE-06EB-428D-8E00-79813AA928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372685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F6E4677-47FE-449B-A570-0E1EDC2940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499590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4DD0A4A-0746-4F52-A70F-AD17D57F55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4746281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C777521-33F1-4ED0-9C14-2B56C0920A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9326851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4130DD3-346D-425C-B7F3-F83DEB5EAC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739731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94DE688-D375-4D9C-B531-AF26C4A9CE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859066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5751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5751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D61CCC3-4AAC-4420-8748-971A63EA6A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4602492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FA5A09F-59E0-4A74-BD20-F35C7F2BD2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387189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563407C-3DD0-4F9F-9927-80C3DFDA6C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588420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FED2504-391D-4F32-A4BD-6E0859A981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9629707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F1AA269-36BA-4E16-BAA1-CE868F3E58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9892855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E6CD334-791A-400A-B971-AFC64C8D18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739209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2567503-C55D-4E5A-BC57-3183390F2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0038125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42EF65E-31EF-4F02-9235-465258FC36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9232223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0680B89-451F-4D94-B808-808E8E6F87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9517373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1AA176C-1DCD-4FE6-AC42-86FB867271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5850512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3A4EE6E-F0E9-429A-B22B-BE38A029C0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9240504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3D46434-1530-4711-AD34-B7C2155CE3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631609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A4207F2-7145-4414-B49A-4D0CF66D19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2056972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DD17708-73AE-4E8F-9640-F91E2E3511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6395576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8FCD3A8-76A9-4C66-ACC1-CCA7280A68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9558444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1F4B1BE-9363-4FFE-B78F-5022A6CA70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518506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B16E0A2-BCBF-49C7-85B4-1D1D6430E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5750391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8A6CB19-1E47-47AB-AD06-7F2D392C66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827246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FECB467-CBF6-43EC-8BC9-F3B8C6342B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3889235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3C39DAC-BC65-42DF-92BD-C46DD1C70C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6215432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5EA87EB-762F-43AD-A7A9-27CBD136D3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717129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67CA2B5-2470-4386-8FEC-9FDE0174BA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449153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0000A3B-AE5A-4DC1-8658-153D414421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9263008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047218E-20FE-45D5-95CE-F1D452A904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9284971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0969963-2301-4619-9D2E-CB13521487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8349754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E0E357E-69C0-4204-9A5E-8A6A0F936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3269880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8722EE-0B89-4DDC-82C9-4EF2A0BAEC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489613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861E532-1919-401A-B83A-9B14E9F824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766501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E7FBB42-12CB-4EDB-B031-74D6FAE4BA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858972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5423E00-F75B-4906-86FA-475E629051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6140469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BDC10B2-4FE8-4AFB-A8F5-302C58D71E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466554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2FDFF24-5AFB-41CB-B721-5A1C308CA1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185644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9DA9D37-3623-4924-A474-045964DBD2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8708705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4017D2A-C927-4409-8096-2BBE986A2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8458789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F008C69-81B6-4D5B-BEB6-7D85A9C3DD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6990110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E6EE687-C997-4F7E-8D3A-97A8F375C4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480060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07BE387-F9CD-44B1-9530-6B71C10B5A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059552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BC8E91B-0DCE-48AC-B8F3-F36405F520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08785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ED36D41-2591-4D75-B28C-3323965BBA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4685159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0A1B654-275C-4EB3-A5BC-9C7D62799B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242806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999FFC5-A484-4B6E-B8F1-261A9EB366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1814100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DA5FABB-8C5D-4281-9432-5D727E378D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9159166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D12757E-1298-404B-9D81-30EDB1FD65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292420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4D7F3A7-831A-46DB-8523-BA728B44C0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7575592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A0B7494-DF97-4408-97E5-BA0804BBB2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8078049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8FC456B-E75E-48A8-8781-2A80435C0A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0126560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823332F-CAAB-4006-BB9D-F283D21F15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7193639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ABE809A-FE44-4E00-8169-8EB4FE7892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212170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5D3469B-54B6-4B1F-BB99-36B7D032F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4811921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80F5EEE-6D47-45F7-A77E-7303989905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3333899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6F6CA04-35D9-48CD-AC97-F06EB94BF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2693758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21631D3-738D-4CB8-A3CF-355EEAFB70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334272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56D303D-34D8-43C6-B9FC-896B8D511E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004103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6B0A2A5-D6D6-46D0-9608-21FF362105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5360307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C9CC91-E97C-47D3-A36E-4483739992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5761699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04D4BB9-D765-4B4A-8C14-7F70BEFD2F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0498078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EE03A7C-D239-42D5-ABB8-1FFB1FEC19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8291175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EFD3DBB-AD80-4768-9EE3-ADA02EDF3F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286529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953C89A-36DD-45B6-A37D-D20526D85A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4593285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6CE908B-F99F-4081-8D92-BE65A8297F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79545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D669651-C84F-4891-9E64-964D7F8F66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948743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E2E885D-937F-40D0-8374-8C38B384AB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7560184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5408291-677F-42F1-98C5-84689616A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8203716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FC33D58-AD8B-4DE5-91C6-155F79FE83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4720376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796B364-191E-46CB-BEB2-317D7CE3BE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8471825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79FF6D4-4129-48C2-8DD5-ADDE420AAD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8706305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B08961D-F993-4B48-9338-0FE25D5473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8982200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19BCFEB-268D-43AD-97B3-5DAF2F41B3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1782696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7E0DDEE-8D75-4189-B6DF-82D188C779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317948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182693E-FA61-4C37-80D6-1EE261D5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394747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AC49219-B9FB-4F74-A60D-796D074795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1597592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73FC630-0000-4952-9B14-90466C5AB5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0033063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2084F36-7BD7-4692-940A-BD74441C6A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0971307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CBCE109-86CA-4FD6-949E-E5183B819F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634194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CE69E65-4A44-4185-85D5-E78EED5FD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34634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DAD265E-44DD-47D7-8390-46A7F135C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6909392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4EB8C6F-D22B-4B62-9B34-747BBD46AD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5568338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1486820-851A-4051-B405-E5CECE04D6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9266592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6CA5324-88C9-4E7F-A9D4-AC34852EC3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800802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FDCBD68-D02F-4D66-A4A8-9D4ECC3B89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350225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424FEB9-7FD7-485A-BFAF-EC1712CABC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560016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3C6C3DF-A7FF-4146-B81E-33C83063A9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7908230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4F4C569-937D-4FA6-87C4-3B8D98F734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2508434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414C7E-E232-4DD4-986A-D2D367B1C3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7795697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FE125A1-9292-4675-BAF8-ECE20AF922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504094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3C44E6A-B2CF-4CB7-8E7A-0F4A9C016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9789425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85140E4-4A41-4554-822C-E27171F782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462178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56EE4B2-2C1F-40D6-B15E-5246E82597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788878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46BFC1E-B5F1-4A58-B0C5-F34DF784F6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2002373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F879E0-9FFF-4E15-8C72-55DF1583B5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861977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A9A2B43-62B3-41AA-AC28-8AE884A800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053436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62E8779-75C3-4C1D-941A-30B0E92D37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3465465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173CF51-B729-46DF-83C2-D96B43F2E6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361542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0695E51-294A-40A1-BE17-2BBBB016DB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4024078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12DBB2D-F9A2-49AC-B1ED-72947AB8F3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276794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2FF314E-1982-44B3-A7B0-717AE92D92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184389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4478F6E-400B-450F-AE8C-0F0BD28AB1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318939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2C7D35F-6E58-4580-9004-61B0EE416C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1206268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17B4D34-97D8-4BDF-AF9A-A1AE5BACCD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8018856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F4CCD6E-ACAB-43FE-AC64-1AC978D6EB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3905713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2294270-9D6B-4D08-BB03-59BEE14B44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3009338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7044542-8AC6-4290-ADEE-B936C8154B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4431463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12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27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87D11DB6-09D3-4C0B-B26F-EBF90946C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542162"/>
      </p:ext>
    </p:extLst>
  </p:cSld>
  <p:clrMapOvr>
    <a:masterClrMapping/>
  </p:clrMapOvr>
  <p:transition spd="slow"/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4BA82DB-0CA9-45FC-8A8D-60CD04319A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160218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D5E1EDD-50C8-4F19-9A86-3F613AEADB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3033485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C9C73C7-E2A8-447A-BA15-115CEE9729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5322075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675CD1E-4A83-4450-B3F8-B18D6EAB81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8078993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B005211-8D63-44B4-BAD1-F405778FD2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1688514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657EAF6-E0F3-4EC1-897D-C98CDF5633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727104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0F72428-EE27-4AD2-9AEE-CC9308C135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833979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B06E64D-6781-45F1-B034-6E2D458D1D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371253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2803BF2-C1C9-4DF2-9BD4-4DAA4DC990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854609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771B6F5-F5CA-4BCC-8435-90D40C08C4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7610123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94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94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6EE6855-6276-4C54-ADE0-8A5410E232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2153000"/>
      </p:ext>
    </p:extLst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44658A9-2882-43FC-B290-D57BB61143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691993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C800E05-F452-4E0E-95F8-278D3B03CD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9574598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2C5FC4F-F1AF-4E9C-BCF7-17F41D7DEE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30840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3151E82-5858-43D7-9B1D-B8B954E6D9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24931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FBBADE2-A749-4573-93E2-9237CDE50E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612574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9768A2D-EBBB-402B-926F-CF51B499F7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4716106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4C5A79D-56BB-4DCC-B697-C7C97F0C99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137800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1D5FB0F-7FDA-4377-97BC-697C228DA5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9397086"/>
      </p:ext>
    </p:extLst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162295C-5755-44CF-A21D-051B1E3D40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429619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6FE5979-B440-4D19-9633-8D26412CD4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566111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 b="1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68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68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E23AF247-AF63-4E38-A7FC-52780CC93D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346222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A85B93C5-6C8D-4C11-89EE-41073BCDBF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776159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BA589EA4-E2D3-4D8F-AFC5-573AB9C6E3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2100213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C4500C97-87A9-4BF1-9646-3F413C7366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8664473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894BDD83-0568-40C0-A043-73AA27F143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0368573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D18F0770-3800-4186-9E01-B9584116DE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001725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2971FA57-CEB2-4052-926E-9F190A2A37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907519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7EA26D79-72BD-4880-9B50-27F86C506C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454125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B34AE309-6C1A-432E-A34D-C23655171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488729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2A0258D4-5CF2-4200-A75B-6DA2FBB80F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5076186"/>
      </p:ext>
    </p:extLst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ea typeface="+mn-ea"/>
              </a:defRPr>
            </a:lvl1pPr>
          </a:lstStyle>
          <a:p>
            <a:pPr>
              <a:defRPr/>
            </a:pPr>
            <a:fld id="{6B24322A-ED51-4359-A491-3AF2551A4A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12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2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1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theme" Target="../theme/theme10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100.xml"/><Relationship Id="rId10" Type="http://schemas.openxmlformats.org/officeDocument/2006/relationships/theme" Target="../theme/theme11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8.xml"/><Relationship Id="rId9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theme" Target="../theme/theme14.xml"/><Relationship Id="rId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9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4.xml"/><Relationship Id="rId9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4.xml"/><Relationship Id="rId11" Type="http://schemas.openxmlformats.org/officeDocument/2006/relationships/theme" Target="../theme/theme17.xml"/><Relationship Id="rId5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2.xml"/><Relationship Id="rId9" Type="http://schemas.openxmlformats.org/officeDocument/2006/relationships/slideLayout" Target="../slideLayouts/slideLayout15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4.xml"/><Relationship Id="rId11" Type="http://schemas.openxmlformats.org/officeDocument/2006/relationships/theme" Target="../theme/theme18.xml"/><Relationship Id="rId5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7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3.xml"/><Relationship Id="rId10" Type="http://schemas.openxmlformats.org/officeDocument/2006/relationships/theme" Target="../theme/theme19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80.xml"/><Relationship Id="rId7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79.xml"/><Relationship Id="rId1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83.xml"/><Relationship Id="rId11" Type="http://schemas.openxmlformats.org/officeDocument/2006/relationships/theme" Target="../theme/theme20.xml"/><Relationship Id="rId5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1.xml"/><Relationship Id="rId9" Type="http://schemas.openxmlformats.org/officeDocument/2006/relationships/slideLayout" Target="../slideLayouts/slideLayout186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theme" Target="../theme/theme21.xml"/><Relationship Id="rId5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5.xml"/><Relationship Id="rId3" Type="http://schemas.openxmlformats.org/officeDocument/2006/relationships/slideLayout" Target="../slideLayouts/slideLayout200.xml"/><Relationship Id="rId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99.xml"/><Relationship Id="rId1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203.xml"/><Relationship Id="rId11" Type="http://schemas.openxmlformats.org/officeDocument/2006/relationships/theme" Target="../theme/theme22.xml"/><Relationship Id="rId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1.xml"/><Relationship Id="rId9" Type="http://schemas.openxmlformats.org/officeDocument/2006/relationships/slideLayout" Target="../slideLayouts/slideLayout206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5.xml"/><Relationship Id="rId3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4.xml"/><Relationship Id="rId2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13.xml"/><Relationship Id="rId11" Type="http://schemas.openxmlformats.org/officeDocument/2006/relationships/theme" Target="../theme/theme23.xml"/><Relationship Id="rId5" Type="http://schemas.openxmlformats.org/officeDocument/2006/relationships/slideLayout" Target="../slideLayouts/slideLayout212.xml"/><Relationship Id="rId10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1.xml"/><Relationship Id="rId9" Type="http://schemas.openxmlformats.org/officeDocument/2006/relationships/slideLayout" Target="../slideLayouts/slideLayout21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5.xml"/><Relationship Id="rId3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8.xml"/><Relationship Id="rId6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222.xml"/><Relationship Id="rId4" Type="http://schemas.openxmlformats.org/officeDocument/2006/relationships/slideLayout" Target="../slideLayouts/slideLayout221.xml"/><Relationship Id="rId9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theme" Target="../theme/theme25.xml"/><Relationship Id="rId3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32.xml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9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35.xml"/><Relationship Id="rId7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34.xml"/><Relationship Id="rId1" Type="http://schemas.openxmlformats.org/officeDocument/2006/relationships/slideLayout" Target="../slideLayouts/slideLayout233.xml"/><Relationship Id="rId6" Type="http://schemas.openxmlformats.org/officeDocument/2006/relationships/slideLayout" Target="../slideLayouts/slideLayout238.xml"/><Relationship Id="rId11" Type="http://schemas.openxmlformats.org/officeDocument/2006/relationships/theme" Target="../theme/theme26.xml"/><Relationship Id="rId5" Type="http://schemas.openxmlformats.org/officeDocument/2006/relationships/slideLayout" Target="../slideLayouts/slideLayout237.xml"/><Relationship Id="rId10" Type="http://schemas.openxmlformats.org/officeDocument/2006/relationships/slideLayout" Target="../slideLayouts/slideLayout242.xml"/><Relationship Id="rId4" Type="http://schemas.openxmlformats.org/officeDocument/2006/relationships/slideLayout" Target="../slideLayouts/slideLayout236.xml"/><Relationship Id="rId9" Type="http://schemas.openxmlformats.org/officeDocument/2006/relationships/slideLayout" Target="../slideLayouts/slideLayout241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3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9.xml"/><Relationship Id="rId2" Type="http://schemas.openxmlformats.org/officeDocument/2006/relationships/slideLayout" Target="../slideLayouts/slideLayout244.xml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theme" Target="../theme/theme27.xml"/><Relationship Id="rId5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0.xml"/><Relationship Id="rId3" Type="http://schemas.openxmlformats.org/officeDocument/2006/relationships/slideLayout" Target="../slideLayouts/slideLayout255.xml"/><Relationship Id="rId7" Type="http://schemas.openxmlformats.org/officeDocument/2006/relationships/slideLayout" Target="../slideLayouts/slideLayout259.xml"/><Relationship Id="rId2" Type="http://schemas.openxmlformats.org/officeDocument/2006/relationships/slideLayout" Target="../slideLayouts/slideLayout254.xml"/><Relationship Id="rId1" Type="http://schemas.openxmlformats.org/officeDocument/2006/relationships/slideLayout" Target="../slideLayouts/slideLayout253.xml"/><Relationship Id="rId6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6.xml"/><Relationship Id="rId9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61.xml"/><Relationship Id="rId6" Type="http://schemas.openxmlformats.org/officeDocument/2006/relationships/slideLayout" Target="../slideLayouts/slideLayout266.xml"/><Relationship Id="rId11" Type="http://schemas.openxmlformats.org/officeDocument/2006/relationships/theme" Target="../theme/theme29.xml"/><Relationship Id="rId5" Type="http://schemas.openxmlformats.org/officeDocument/2006/relationships/slideLayout" Target="../slideLayouts/slideLayout265.xml"/><Relationship Id="rId10" Type="http://schemas.openxmlformats.org/officeDocument/2006/relationships/slideLayout" Target="../slideLayouts/slideLayout270.xml"/><Relationship Id="rId4" Type="http://schemas.openxmlformats.org/officeDocument/2006/relationships/slideLayout" Target="../slideLayouts/slideLayout264.xml"/><Relationship Id="rId9" Type="http://schemas.openxmlformats.org/officeDocument/2006/relationships/slideLayout" Target="../slideLayouts/slideLayout26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8.xml"/><Relationship Id="rId3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77.xml"/><Relationship Id="rId2" Type="http://schemas.openxmlformats.org/officeDocument/2006/relationships/slideLayout" Target="../slideLayouts/slideLayout272.xml"/><Relationship Id="rId1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4.xml"/><Relationship Id="rId9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theme" Target="../theme/theme31.xml"/><Relationship Id="rId3" Type="http://schemas.openxmlformats.org/officeDocument/2006/relationships/slideLayout" Target="../slideLayouts/slideLayout281.xml"/><Relationship Id="rId7" Type="http://schemas.openxmlformats.org/officeDocument/2006/relationships/slideLayout" Target="../slideLayouts/slideLayout285.xml"/><Relationship Id="rId2" Type="http://schemas.openxmlformats.org/officeDocument/2006/relationships/slideLayout" Target="../slideLayouts/slideLayout280.xml"/><Relationship Id="rId1" Type="http://schemas.openxmlformats.org/officeDocument/2006/relationships/slideLayout" Target="../slideLayouts/slideLayout279.xml"/><Relationship Id="rId6" Type="http://schemas.openxmlformats.org/officeDocument/2006/relationships/slideLayout" Target="../slideLayouts/slideLayout284.xml"/><Relationship Id="rId5" Type="http://schemas.openxmlformats.org/officeDocument/2006/relationships/slideLayout" Target="../slideLayouts/slideLayout283.xml"/><Relationship Id="rId4" Type="http://schemas.openxmlformats.org/officeDocument/2006/relationships/slideLayout" Target="../slideLayouts/slideLayout282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87.xml"/><Relationship Id="rId1" Type="http://schemas.openxmlformats.org/officeDocument/2006/relationships/slideLayout" Target="../slideLayouts/slideLayout286.xml"/><Relationship Id="rId6" Type="http://schemas.openxmlformats.org/officeDocument/2006/relationships/slideLayout" Target="../slideLayouts/slideLayout291.xml"/><Relationship Id="rId11" Type="http://schemas.openxmlformats.org/officeDocument/2006/relationships/theme" Target="../theme/theme32.xml"/><Relationship Id="rId5" Type="http://schemas.openxmlformats.org/officeDocument/2006/relationships/slideLayout" Target="../slideLayouts/slideLayout290.xml"/><Relationship Id="rId10" Type="http://schemas.openxmlformats.org/officeDocument/2006/relationships/slideLayout" Target="../slideLayouts/slideLayout295.xml"/><Relationship Id="rId4" Type="http://schemas.openxmlformats.org/officeDocument/2006/relationships/slideLayout" Target="../slideLayouts/slideLayout289.xml"/><Relationship Id="rId9" Type="http://schemas.openxmlformats.org/officeDocument/2006/relationships/slideLayout" Target="../slideLayouts/slideLayout294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3.xml"/><Relationship Id="rId3" Type="http://schemas.openxmlformats.org/officeDocument/2006/relationships/slideLayout" Target="../slideLayouts/slideLayout298.xml"/><Relationship Id="rId7" Type="http://schemas.openxmlformats.org/officeDocument/2006/relationships/slideLayout" Target="../slideLayouts/slideLayout302.xml"/><Relationship Id="rId2" Type="http://schemas.openxmlformats.org/officeDocument/2006/relationships/slideLayout" Target="../slideLayouts/slideLayout297.xml"/><Relationship Id="rId1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301.xml"/><Relationship Id="rId11" Type="http://schemas.openxmlformats.org/officeDocument/2006/relationships/theme" Target="../theme/theme33.xml"/><Relationship Id="rId5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5.xml"/><Relationship Id="rId4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4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08.xml"/><Relationship Id="rId7" Type="http://schemas.openxmlformats.org/officeDocument/2006/relationships/slideLayout" Target="../slideLayouts/slideLayout312.xml"/><Relationship Id="rId12" Type="http://schemas.openxmlformats.org/officeDocument/2006/relationships/theme" Target="../theme/theme34.xml"/><Relationship Id="rId2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306.xml"/><Relationship Id="rId6" Type="http://schemas.openxmlformats.org/officeDocument/2006/relationships/slideLayout" Target="../slideLayouts/slideLayout311.xml"/><Relationship Id="rId11" Type="http://schemas.openxmlformats.org/officeDocument/2006/relationships/slideLayout" Target="../slideLayouts/slideLayout316.xml"/><Relationship Id="rId5" Type="http://schemas.openxmlformats.org/officeDocument/2006/relationships/slideLayout" Target="../slideLayouts/slideLayout310.xml"/><Relationship Id="rId10" Type="http://schemas.openxmlformats.org/officeDocument/2006/relationships/slideLayout" Target="../slideLayouts/slideLayout315.xml"/><Relationship Id="rId4" Type="http://schemas.openxmlformats.org/officeDocument/2006/relationships/slideLayout" Target="../slideLayouts/slideLayout309.xml"/><Relationship Id="rId9" Type="http://schemas.openxmlformats.org/officeDocument/2006/relationships/slideLayout" Target="../slideLayouts/slideLayout314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4.xml"/><Relationship Id="rId3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23.xml"/><Relationship Id="rId2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17.xml"/><Relationship Id="rId6" Type="http://schemas.openxmlformats.org/officeDocument/2006/relationships/slideLayout" Target="../slideLayouts/slideLayout322.xml"/><Relationship Id="rId11" Type="http://schemas.openxmlformats.org/officeDocument/2006/relationships/theme" Target="../theme/theme35.xml"/><Relationship Id="rId5" Type="http://schemas.openxmlformats.org/officeDocument/2006/relationships/slideLayout" Target="../slideLayouts/slideLayout321.xml"/><Relationship Id="rId10" Type="http://schemas.openxmlformats.org/officeDocument/2006/relationships/slideLayout" Target="../slideLayouts/slideLayout326.xml"/><Relationship Id="rId4" Type="http://schemas.openxmlformats.org/officeDocument/2006/relationships/slideLayout" Target="../slideLayouts/slideLayout320.xml"/><Relationship Id="rId9" Type="http://schemas.openxmlformats.org/officeDocument/2006/relationships/slideLayout" Target="../slideLayouts/slideLayout325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29.xml"/><Relationship Id="rId7" Type="http://schemas.openxmlformats.org/officeDocument/2006/relationships/slideLayout" Target="../slideLayouts/slideLayout333.xml"/><Relationship Id="rId12" Type="http://schemas.openxmlformats.org/officeDocument/2006/relationships/theme" Target="../theme/theme36.xml"/><Relationship Id="rId2" Type="http://schemas.openxmlformats.org/officeDocument/2006/relationships/slideLayout" Target="../slideLayouts/slideLayout328.xml"/><Relationship Id="rId1" Type="http://schemas.openxmlformats.org/officeDocument/2006/relationships/slideLayout" Target="../slideLayouts/slideLayout327.xml"/><Relationship Id="rId6" Type="http://schemas.openxmlformats.org/officeDocument/2006/relationships/slideLayout" Target="../slideLayouts/slideLayout332.xml"/><Relationship Id="rId11" Type="http://schemas.openxmlformats.org/officeDocument/2006/relationships/slideLayout" Target="../slideLayouts/slideLayout337.xml"/><Relationship Id="rId5" Type="http://schemas.openxmlformats.org/officeDocument/2006/relationships/slideLayout" Target="../slideLayouts/slideLayout331.xml"/><Relationship Id="rId10" Type="http://schemas.openxmlformats.org/officeDocument/2006/relationships/slideLayout" Target="../slideLayouts/slideLayout336.xml"/><Relationship Id="rId4" Type="http://schemas.openxmlformats.org/officeDocument/2006/relationships/slideLayout" Target="../slideLayouts/slideLayout330.xml"/><Relationship Id="rId9" Type="http://schemas.openxmlformats.org/officeDocument/2006/relationships/slideLayout" Target="../slideLayouts/slideLayout335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0.xml"/><Relationship Id="rId7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39.xml"/><Relationship Id="rId1" Type="http://schemas.openxmlformats.org/officeDocument/2006/relationships/slideLayout" Target="../slideLayouts/slideLayout338.xml"/><Relationship Id="rId6" Type="http://schemas.openxmlformats.org/officeDocument/2006/relationships/slideLayout" Target="../slideLayouts/slideLayout343.xml"/><Relationship Id="rId11" Type="http://schemas.openxmlformats.org/officeDocument/2006/relationships/theme" Target="../theme/theme37.xml"/><Relationship Id="rId5" Type="http://schemas.openxmlformats.org/officeDocument/2006/relationships/slideLayout" Target="../slideLayouts/slideLayout342.xml"/><Relationship Id="rId10" Type="http://schemas.openxmlformats.org/officeDocument/2006/relationships/slideLayout" Target="../slideLayouts/slideLayout347.xml"/><Relationship Id="rId4" Type="http://schemas.openxmlformats.org/officeDocument/2006/relationships/slideLayout" Target="../slideLayouts/slideLayout341.xml"/><Relationship Id="rId9" Type="http://schemas.openxmlformats.org/officeDocument/2006/relationships/slideLayout" Target="../slideLayouts/slideLayout346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5.xml"/><Relationship Id="rId3" Type="http://schemas.openxmlformats.org/officeDocument/2006/relationships/slideLayout" Target="../slideLayouts/slideLayout350.xml"/><Relationship Id="rId7" Type="http://schemas.openxmlformats.org/officeDocument/2006/relationships/slideLayout" Target="../slideLayouts/slideLayout354.xml"/><Relationship Id="rId12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53.xml"/><Relationship Id="rId11" Type="http://schemas.openxmlformats.org/officeDocument/2006/relationships/slideLayout" Target="../slideLayouts/slideLayout358.xml"/><Relationship Id="rId5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7.xml"/><Relationship Id="rId4" Type="http://schemas.openxmlformats.org/officeDocument/2006/relationships/slideLayout" Target="../slideLayouts/slideLayout351.xml"/><Relationship Id="rId9" Type="http://schemas.openxmlformats.org/officeDocument/2006/relationships/slideLayout" Target="../slideLayouts/slideLayout356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6.xml"/><Relationship Id="rId3" Type="http://schemas.openxmlformats.org/officeDocument/2006/relationships/slideLayout" Target="../slideLayouts/slideLayout361.xml"/><Relationship Id="rId7" Type="http://schemas.openxmlformats.org/officeDocument/2006/relationships/slideLayout" Target="../slideLayouts/slideLayout365.xml"/><Relationship Id="rId2" Type="http://schemas.openxmlformats.org/officeDocument/2006/relationships/slideLayout" Target="../slideLayouts/slideLayout360.xml"/><Relationship Id="rId1" Type="http://schemas.openxmlformats.org/officeDocument/2006/relationships/slideLayout" Target="../slideLayouts/slideLayout359.xml"/><Relationship Id="rId6" Type="http://schemas.openxmlformats.org/officeDocument/2006/relationships/slideLayout" Target="../slideLayouts/slideLayout364.xml"/><Relationship Id="rId11" Type="http://schemas.openxmlformats.org/officeDocument/2006/relationships/theme" Target="../theme/theme39.xml"/><Relationship Id="rId5" Type="http://schemas.openxmlformats.org/officeDocument/2006/relationships/slideLayout" Target="../slideLayouts/slideLayout363.xml"/><Relationship Id="rId10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362.xml"/><Relationship Id="rId9" Type="http://schemas.openxmlformats.org/officeDocument/2006/relationships/slideLayout" Target="../slideLayouts/slideLayout367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6.xml"/><Relationship Id="rId3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5.xml"/><Relationship Id="rId12" Type="http://schemas.openxmlformats.org/officeDocument/2006/relationships/theme" Target="../theme/theme40.xml"/><Relationship Id="rId2" Type="http://schemas.openxmlformats.org/officeDocument/2006/relationships/slideLayout" Target="../slideLayouts/slideLayout370.xml"/><Relationship Id="rId1" Type="http://schemas.openxmlformats.org/officeDocument/2006/relationships/slideLayout" Target="../slideLayouts/slideLayout369.xml"/><Relationship Id="rId6" Type="http://schemas.openxmlformats.org/officeDocument/2006/relationships/slideLayout" Target="../slideLayouts/slideLayout374.xml"/><Relationship Id="rId11" Type="http://schemas.openxmlformats.org/officeDocument/2006/relationships/slideLayout" Target="../slideLayouts/slideLayout379.xml"/><Relationship Id="rId5" Type="http://schemas.openxmlformats.org/officeDocument/2006/relationships/slideLayout" Target="../slideLayouts/slideLayout373.xml"/><Relationship Id="rId10" Type="http://schemas.openxmlformats.org/officeDocument/2006/relationships/slideLayout" Target="../slideLayouts/slideLayout378.xml"/><Relationship Id="rId4" Type="http://schemas.openxmlformats.org/officeDocument/2006/relationships/slideLayout" Target="../slideLayouts/slideLayout372.xml"/><Relationship Id="rId9" Type="http://schemas.openxmlformats.org/officeDocument/2006/relationships/slideLayout" Target="../slideLayouts/slideLayout377.xml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7.xml"/><Relationship Id="rId3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6.xml"/><Relationship Id="rId12" Type="http://schemas.openxmlformats.org/officeDocument/2006/relationships/theme" Target="../theme/theme41.xml"/><Relationship Id="rId2" Type="http://schemas.openxmlformats.org/officeDocument/2006/relationships/slideLayout" Target="../slideLayouts/slideLayout381.xml"/><Relationship Id="rId1" Type="http://schemas.openxmlformats.org/officeDocument/2006/relationships/slideLayout" Target="../slideLayouts/slideLayout380.xml"/><Relationship Id="rId6" Type="http://schemas.openxmlformats.org/officeDocument/2006/relationships/slideLayout" Target="../slideLayouts/slideLayout385.xml"/><Relationship Id="rId11" Type="http://schemas.openxmlformats.org/officeDocument/2006/relationships/slideLayout" Target="../slideLayouts/slideLayout390.xml"/><Relationship Id="rId5" Type="http://schemas.openxmlformats.org/officeDocument/2006/relationships/slideLayout" Target="../slideLayouts/slideLayout384.xml"/><Relationship Id="rId10" Type="http://schemas.openxmlformats.org/officeDocument/2006/relationships/slideLayout" Target="../slideLayouts/slideLayout389.xml"/><Relationship Id="rId4" Type="http://schemas.openxmlformats.org/officeDocument/2006/relationships/slideLayout" Target="../slideLayouts/slideLayout383.xml"/><Relationship Id="rId9" Type="http://schemas.openxmlformats.org/officeDocument/2006/relationships/slideLayout" Target="../slideLayouts/slideLayout388.xml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8.xml"/><Relationship Id="rId3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7.xml"/><Relationship Id="rId12" Type="http://schemas.openxmlformats.org/officeDocument/2006/relationships/theme" Target="../theme/theme42.xml"/><Relationship Id="rId2" Type="http://schemas.openxmlformats.org/officeDocument/2006/relationships/slideLayout" Target="../slideLayouts/slideLayout392.xml"/><Relationship Id="rId1" Type="http://schemas.openxmlformats.org/officeDocument/2006/relationships/slideLayout" Target="../slideLayouts/slideLayout391.xml"/><Relationship Id="rId6" Type="http://schemas.openxmlformats.org/officeDocument/2006/relationships/slideLayout" Target="../slideLayouts/slideLayout396.xml"/><Relationship Id="rId11" Type="http://schemas.openxmlformats.org/officeDocument/2006/relationships/slideLayout" Target="../slideLayouts/slideLayout401.xml"/><Relationship Id="rId5" Type="http://schemas.openxmlformats.org/officeDocument/2006/relationships/slideLayout" Target="../slideLayouts/slideLayout395.xml"/><Relationship Id="rId10" Type="http://schemas.openxmlformats.org/officeDocument/2006/relationships/slideLayout" Target="../slideLayouts/slideLayout400.xml"/><Relationship Id="rId4" Type="http://schemas.openxmlformats.org/officeDocument/2006/relationships/slideLayout" Target="../slideLayouts/slideLayout394.xml"/><Relationship Id="rId9" Type="http://schemas.openxmlformats.org/officeDocument/2006/relationships/slideLayout" Target="../slideLayouts/slideLayout399.xml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9.xml"/><Relationship Id="rId3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8.xml"/><Relationship Id="rId12" Type="http://schemas.openxmlformats.org/officeDocument/2006/relationships/theme" Target="../theme/theme43.xml"/><Relationship Id="rId2" Type="http://schemas.openxmlformats.org/officeDocument/2006/relationships/slideLayout" Target="../slideLayouts/slideLayout403.xml"/><Relationship Id="rId1" Type="http://schemas.openxmlformats.org/officeDocument/2006/relationships/slideLayout" Target="../slideLayouts/slideLayout402.xml"/><Relationship Id="rId6" Type="http://schemas.openxmlformats.org/officeDocument/2006/relationships/slideLayout" Target="../slideLayouts/slideLayout407.xml"/><Relationship Id="rId11" Type="http://schemas.openxmlformats.org/officeDocument/2006/relationships/slideLayout" Target="../slideLayouts/slideLayout412.xml"/><Relationship Id="rId5" Type="http://schemas.openxmlformats.org/officeDocument/2006/relationships/slideLayout" Target="../slideLayouts/slideLayout406.xml"/><Relationship Id="rId10" Type="http://schemas.openxmlformats.org/officeDocument/2006/relationships/slideLayout" Target="../slideLayouts/slideLayout411.xml"/><Relationship Id="rId4" Type="http://schemas.openxmlformats.org/officeDocument/2006/relationships/slideLayout" Target="../slideLayouts/slideLayout405.xml"/><Relationship Id="rId9" Type="http://schemas.openxmlformats.org/officeDocument/2006/relationships/slideLayout" Target="../slideLayouts/slideLayout4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6659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ADAD38-772F-4B39-88A8-A0E395C4CAF7}" type="datetimeFigureOut">
              <a:rPr lang="zh-CN" altLang="en-US"/>
              <a:pPr>
                <a:defRPr/>
              </a:pPr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3C7EAE9-2130-41CF-82CB-94C0F8D128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20" r:id="rId1"/>
    <p:sldLayoutId id="2147484819" r:id="rId2"/>
    <p:sldLayoutId id="2147484818" r:id="rId3"/>
    <p:sldLayoutId id="2147484817" r:id="rId4"/>
    <p:sldLayoutId id="2147484816" r:id="rId5"/>
    <p:sldLayoutId id="2147484815" r:id="rId6"/>
    <p:sldLayoutId id="2147484814" r:id="rId7"/>
    <p:sldLayoutId id="2147484813" r:id="rId8"/>
    <p:sldLayoutId id="2147484812" r:id="rId9"/>
    <p:sldLayoutId id="2147484811" r:id="rId10"/>
    <p:sldLayoutId id="214748481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85F26D7E-B696-410C-A942-CC4AA55F7D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6762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6762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6762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21" r:id="rId1"/>
    <p:sldLayoutId id="2147484822" r:id="rId2"/>
    <p:sldLayoutId id="2147484823" r:id="rId3"/>
    <p:sldLayoutId id="2147484824" r:id="rId4"/>
    <p:sldLayoutId id="2147484825" r:id="rId5"/>
    <p:sldLayoutId id="2147484826" r:id="rId6"/>
    <p:sldLayoutId id="2147484827" r:id="rId7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6864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6865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97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51CB47F-5678-4E07-B725-92611D203E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28" r:id="rId1"/>
    <p:sldLayoutId id="2147484829" r:id="rId2"/>
    <p:sldLayoutId id="2147484830" r:id="rId3"/>
    <p:sldLayoutId id="2147484831" r:id="rId4"/>
    <p:sldLayoutId id="2147484832" r:id="rId5"/>
    <p:sldLayoutId id="2147484833" r:id="rId6"/>
    <p:sldLayoutId id="2147484834" r:id="rId7"/>
    <p:sldLayoutId id="2147484835" r:id="rId8"/>
    <p:sldLayoutId id="2147484836" r:id="rId9"/>
    <p:sldLayoutId id="214748483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6967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6967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3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EA71A8B-7BAF-45CD-BBEC-3DF07C40F2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8" r:id="rId1"/>
    <p:sldLayoutId id="2147484839" r:id="rId2"/>
    <p:sldLayoutId id="2147484840" r:id="rId3"/>
    <p:sldLayoutId id="2147484841" r:id="rId4"/>
    <p:sldLayoutId id="2147484842" r:id="rId5"/>
    <p:sldLayoutId id="2147484843" r:id="rId6"/>
    <p:sldLayoutId id="2147484844" r:id="rId7"/>
    <p:sldLayoutId id="2147484845" r:id="rId8"/>
    <p:sldLayoutId id="2147484846" r:id="rId9"/>
    <p:sldLayoutId id="214748484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A6523EC1-0D70-449C-B3DB-6C546F9224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069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638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1639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1639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639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639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639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639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1639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639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069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069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48" r:id="rId1"/>
    <p:sldLayoutId id="2147484849" r:id="rId2"/>
    <p:sldLayoutId id="2147484850" r:id="rId3"/>
    <p:sldLayoutId id="2147484851" r:id="rId4"/>
    <p:sldLayoutId id="2147484852" r:id="rId5"/>
    <p:sldLayoutId id="2147484853" r:id="rId6"/>
    <p:sldLayoutId id="2147484854" r:id="rId7"/>
    <p:sldLayoutId id="2147484855" r:id="rId8"/>
    <p:sldLayoutId id="2147484856" r:id="rId9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717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17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C351F7-F54C-476B-A5AF-CAE5E0F4E7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7" r:id="rId1"/>
    <p:sldLayoutId id="2147484858" r:id="rId2"/>
    <p:sldLayoutId id="2147484859" r:id="rId3"/>
    <p:sldLayoutId id="2147484860" r:id="rId4"/>
    <p:sldLayoutId id="2147484861" r:id="rId5"/>
    <p:sldLayoutId id="2147484862" r:id="rId6"/>
    <p:sldLayoutId id="2147484863" r:id="rId7"/>
    <p:sldLayoutId id="2147484864" r:id="rId8"/>
    <p:sldLayoutId id="2147484865" r:id="rId9"/>
    <p:sldLayoutId id="214748486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92216B1A-5093-4E08-BE1B-E413629F28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274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274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274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67" r:id="rId1"/>
    <p:sldLayoutId id="2147484868" r:id="rId2"/>
    <p:sldLayoutId id="2147484869" r:id="rId3"/>
    <p:sldLayoutId id="2147484870" r:id="rId4"/>
    <p:sldLayoutId id="2147484871" r:id="rId5"/>
    <p:sldLayoutId id="2147484872" r:id="rId6"/>
    <p:sldLayoutId id="2147484873" r:id="rId7"/>
    <p:sldLayoutId id="2147484874" r:id="rId8"/>
    <p:sldLayoutId id="2147484875" r:id="rId9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7376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377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4DA335E-578A-4802-8DF8-5B98EA824E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76" r:id="rId1"/>
    <p:sldLayoutId id="2147484877" r:id="rId2"/>
    <p:sldLayoutId id="2147484878" r:id="rId3"/>
    <p:sldLayoutId id="2147484879" r:id="rId4"/>
    <p:sldLayoutId id="2147484880" r:id="rId5"/>
    <p:sldLayoutId id="2147484881" r:id="rId6"/>
    <p:sldLayoutId id="2147484882" r:id="rId7"/>
    <p:sldLayoutId id="2147484883" r:id="rId8"/>
    <p:sldLayoutId id="2147484884" r:id="rId9"/>
    <p:sldLayoutId id="2147484885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1C900A9D-A3F7-4771-81DA-D005F10B1C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478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174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175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175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175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175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3175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175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175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3175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478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479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176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86" r:id="rId1"/>
    <p:sldLayoutId id="2147484887" r:id="rId2"/>
    <p:sldLayoutId id="2147484888" r:id="rId3"/>
    <p:sldLayoutId id="2147484889" r:id="rId4"/>
    <p:sldLayoutId id="2147484890" r:id="rId5"/>
    <p:sldLayoutId id="2147484891" r:id="rId6"/>
    <p:sldLayoutId id="2147484892" r:id="rId7"/>
    <p:sldLayoutId id="2147484893" r:id="rId8"/>
    <p:sldLayoutId id="2147484894" r:id="rId9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758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58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CA28A7C-4421-467E-B98D-0FB4211E8C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95" r:id="rId1"/>
    <p:sldLayoutId id="2147484896" r:id="rId2"/>
    <p:sldLayoutId id="2147484897" r:id="rId3"/>
    <p:sldLayoutId id="2147484898" r:id="rId4"/>
    <p:sldLayoutId id="2147484899" r:id="rId5"/>
    <p:sldLayoutId id="2147484900" r:id="rId6"/>
    <p:sldLayoutId id="2147484901" r:id="rId7"/>
    <p:sldLayoutId id="2147484902" r:id="rId8"/>
    <p:sldLayoutId id="2147484903" r:id="rId9"/>
    <p:sldLayoutId id="2147484904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34E004B0-BD4E-40E7-B05F-83E5CA31DF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683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048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9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049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683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683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4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5" r:id="rId1"/>
    <p:sldLayoutId id="2147484906" r:id="rId2"/>
    <p:sldLayoutId id="2147484907" r:id="rId3"/>
    <p:sldLayoutId id="2147484908" r:id="rId4"/>
    <p:sldLayoutId id="2147484909" r:id="rId5"/>
    <p:sldLayoutId id="2147484910" r:id="rId6"/>
    <p:sldLayoutId id="2147484911" r:id="rId7"/>
    <p:sldLayoutId id="2147484912" r:id="rId8"/>
    <p:sldLayoutId id="2147484913" r:id="rId9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37786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786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018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F9C39E6C-CE3A-4491-8DDC-3485FA893B3A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5018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18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E6E875DC-04CA-4276-9878-183B48E883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4" r:id="rId1"/>
    <p:sldLayoutId id="2147484915" r:id="rId2"/>
    <p:sldLayoutId id="2147484916" r:id="rId3"/>
    <p:sldLayoutId id="2147484917" r:id="rId4"/>
    <p:sldLayoutId id="2147484918" r:id="rId5"/>
    <p:sldLayoutId id="2147484919" r:id="rId6"/>
    <p:sldLayoutId id="2147484920" r:id="rId7"/>
    <p:sldLayoutId id="2147484921" r:id="rId8"/>
    <p:sldLayoutId id="2147484922" r:id="rId9"/>
    <p:sldLayoutId id="2147484923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78E79833-9541-4ACB-B455-83ED0310DF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7888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970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970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888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031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888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7188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97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24" r:id="rId1"/>
    <p:sldLayoutId id="2147484925" r:id="rId2"/>
    <p:sldLayoutId id="2147484926" r:id="rId3"/>
    <p:sldLayoutId id="2147484927" r:id="rId4"/>
    <p:sldLayoutId id="2147484928" r:id="rId5"/>
    <p:sldLayoutId id="2147484929" r:id="rId6"/>
    <p:sldLayoutId id="2147484930" r:id="rId7"/>
    <p:sldLayoutId id="2147484931" r:id="rId8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37991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991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04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425B3BB5-6FC5-47BE-A57D-41E02F11283C}" type="datetimeFigureOut">
              <a:rPr lang="zh-CN" altLang="en-US"/>
              <a:pPr>
                <a:defRPr/>
              </a:pPr>
              <a:t>2023/12/27</a:t>
            </a:fld>
            <a:endParaRPr lang="en-US" altLang="zh-CN"/>
          </a:p>
        </p:txBody>
      </p:sp>
      <p:sp>
        <p:nvSpPr>
          <p:cNvPr id="4404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6C25E4A7-BD1D-4882-BD41-7BDEB4365A3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32" r:id="rId1"/>
    <p:sldLayoutId id="2147484933" r:id="rId2"/>
    <p:sldLayoutId id="2147484934" r:id="rId3"/>
    <p:sldLayoutId id="2147484935" r:id="rId4"/>
    <p:sldLayoutId id="2147484936" r:id="rId5"/>
    <p:sldLayoutId id="2147484937" r:id="rId6"/>
    <p:sldLayoutId id="2147484938" r:id="rId7"/>
    <p:sldLayoutId id="2147484939" r:id="rId8"/>
    <p:sldLayoutId id="2147484940" r:id="rId9"/>
    <p:sldLayoutId id="2147484941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C1D41BE2-2FC8-4C1D-883E-461FDAC676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8093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8093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093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39888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42" r:id="rId1"/>
    <p:sldLayoutId id="2147484943" r:id="rId2"/>
    <p:sldLayoutId id="2147484944" r:id="rId3"/>
    <p:sldLayoutId id="2147484945" r:id="rId4"/>
    <p:sldLayoutId id="2147484946" r:id="rId5"/>
    <p:sldLayoutId id="2147484947" r:id="rId6"/>
    <p:sldLayoutId id="2147484948" r:id="rId7"/>
    <p:sldLayoutId id="2147484949" r:id="rId8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92DEB1FE-FD95-4EDA-BD8C-CEA592F684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8195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3585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3585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3585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8195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195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8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5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585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585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50" r:id="rId1"/>
    <p:sldLayoutId id="2147484951" r:id="rId2"/>
    <p:sldLayoutId id="2147484952" r:id="rId3"/>
    <p:sldLayoutId id="2147484953" r:id="rId4"/>
    <p:sldLayoutId id="2147484954" r:id="rId5"/>
    <p:sldLayoutId id="2147484955" r:id="rId6"/>
    <p:sldLayoutId id="2147484956" r:id="rId7"/>
    <p:sldLayoutId id="2147484957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8298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298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0C2D30A-D160-4298-8393-C00C5F38F4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58" r:id="rId1"/>
    <p:sldLayoutId id="2147484959" r:id="rId2"/>
    <p:sldLayoutId id="2147484960" r:id="rId3"/>
    <p:sldLayoutId id="2147484961" r:id="rId4"/>
    <p:sldLayoutId id="2147484962" r:id="rId5"/>
    <p:sldLayoutId id="2147484963" r:id="rId6"/>
    <p:sldLayoutId id="2147484964" r:id="rId7"/>
    <p:sldLayoutId id="2147484965" r:id="rId8"/>
    <p:sldLayoutId id="2147484966" r:id="rId9"/>
    <p:sldLayoutId id="214748496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840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40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53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36A737-03ED-422B-82FF-A14FD4A377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8" r:id="rId1"/>
    <p:sldLayoutId id="2147484969" r:id="rId2"/>
    <p:sldLayoutId id="2147484970" r:id="rId3"/>
    <p:sldLayoutId id="2147484971" r:id="rId4"/>
    <p:sldLayoutId id="2147484972" r:id="rId5"/>
    <p:sldLayoutId id="2147484973" r:id="rId6"/>
    <p:sldLayoutId id="2147484974" r:id="rId7"/>
    <p:sldLayoutId id="2147484975" r:id="rId8"/>
    <p:sldLayoutId id="2147484976" r:id="rId9"/>
    <p:sldLayoutId id="214748497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83BD48E5-FBD6-4431-BDD6-1975F02991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85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6042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042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042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6042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6042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6042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6042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042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6042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85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5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04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78" r:id="rId1"/>
    <p:sldLayoutId id="2147484979" r:id="rId2"/>
    <p:sldLayoutId id="2147484980" r:id="rId3"/>
    <p:sldLayoutId id="2147484981" r:id="rId4"/>
    <p:sldLayoutId id="2147484982" r:id="rId5"/>
    <p:sldLayoutId id="2147484983" r:id="rId6"/>
    <p:sldLayoutId id="2147484984" r:id="rId7"/>
    <p:sldLayoutId id="2147484985" r:id="rId8"/>
    <p:sldLayoutId id="2147484986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DDC1E8B-1B53-4ED8-BAD9-9D4D2D5663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8708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708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66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A21AE7D-4AAD-4EF0-ABC5-587F84F5ED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97" r:id="rId1"/>
    <p:sldLayoutId id="2147484998" r:id="rId2"/>
    <p:sldLayoutId id="2147484999" r:id="rId3"/>
    <p:sldLayoutId id="2147485000" r:id="rId4"/>
    <p:sldLayoutId id="2147485001" r:id="rId5"/>
    <p:sldLayoutId id="2147485002" r:id="rId6"/>
    <p:sldLayoutId id="2147485003" r:id="rId7"/>
    <p:sldLayoutId id="2147485004" r:id="rId8"/>
    <p:sldLayoutId id="2147485005" r:id="rId9"/>
    <p:sldLayoutId id="214748500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1388C9B-4A3C-4E4F-9F6B-868FE35A41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8810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48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9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49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8810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810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4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07" r:id="rId1"/>
    <p:sldLayoutId id="2147485008" r:id="rId2"/>
    <p:sldLayoutId id="2147485009" r:id="rId3"/>
    <p:sldLayoutId id="2147485010" r:id="rId4"/>
    <p:sldLayoutId id="2147485011" r:id="rId5"/>
    <p:sldLayoutId id="2147485012" r:id="rId6"/>
    <p:sldLayoutId id="2147485013" r:id="rId7"/>
    <p:sldLayoutId id="2147485014" r:id="rId8"/>
    <p:sldLayoutId id="2147485015" r:id="rId9"/>
    <p:sldLayoutId id="214748501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3891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91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56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7C4E0AB4-F513-465B-BBE1-0727611ABE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17" r:id="rId1"/>
    <p:sldLayoutId id="2147485018" r:id="rId2"/>
    <p:sldLayoutId id="2147485019" r:id="rId3"/>
    <p:sldLayoutId id="2147485020" r:id="rId4"/>
    <p:sldLayoutId id="2147485021" r:id="rId5"/>
    <p:sldLayoutId id="2147485022" r:id="rId6"/>
    <p:sldLayoutId id="2147485023" r:id="rId7"/>
    <p:sldLayoutId id="2147485024" r:id="rId8"/>
    <p:sldLayoutId id="2147485025" r:id="rId9"/>
    <p:sldLayoutId id="214748502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4B62A387-33E7-4725-A457-60B578139A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014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</p:grpSp>
      <p:sp>
        <p:nvSpPr>
          <p:cNvPr id="39014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015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39888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28" r:id="rId2"/>
    <p:sldLayoutId id="2147485029" r:id="rId3"/>
    <p:sldLayoutId id="2147485030" r:id="rId4"/>
    <p:sldLayoutId id="2147485031" r:id="rId5"/>
    <p:sldLayoutId id="2147485032" r:id="rId6"/>
    <p:sldLayoutId id="2147485033" r:id="rId7"/>
    <p:sldLayoutId id="2147485034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B3FEF41-B10F-478E-A2A4-68D117EB56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117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6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6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6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6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6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6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6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6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9117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117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6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7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8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5" r:id="rId1"/>
    <p:sldLayoutId id="2147485036" r:id="rId2"/>
    <p:sldLayoutId id="2147485037" r:id="rId3"/>
    <p:sldLayoutId id="2147485038" r:id="rId4"/>
    <p:sldLayoutId id="2147485039" r:id="rId5"/>
    <p:sldLayoutId id="2147485040" r:id="rId6"/>
    <p:sldLayoutId id="2147485041" r:id="rId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220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220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490EF25-6FDE-4ED2-8062-B0FC22EDBA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2" r:id="rId1"/>
    <p:sldLayoutId id="2147485043" r:id="rId2"/>
    <p:sldLayoutId id="2147485044" r:id="rId3"/>
    <p:sldLayoutId id="2147485045" r:id="rId4"/>
    <p:sldLayoutId id="2147485046" r:id="rId5"/>
    <p:sldLayoutId id="2147485047" r:id="rId6"/>
    <p:sldLayoutId id="2147485048" r:id="rId7"/>
    <p:sldLayoutId id="2147485049" r:id="rId8"/>
    <p:sldLayoutId id="2147485050" r:id="rId9"/>
    <p:sldLayoutId id="2147485051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322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32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E5DDAB2-EF6B-4809-AA94-B421F81C89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52" r:id="rId1"/>
    <p:sldLayoutId id="2147485053" r:id="rId2"/>
    <p:sldLayoutId id="2147485054" r:id="rId3"/>
    <p:sldLayoutId id="2147485055" r:id="rId4"/>
    <p:sldLayoutId id="2147485056" r:id="rId5"/>
    <p:sldLayoutId id="2147485057" r:id="rId6"/>
    <p:sldLayoutId id="2147485058" r:id="rId7"/>
    <p:sldLayoutId id="2147485059" r:id="rId8"/>
    <p:sldLayoutId id="2147485060" r:id="rId9"/>
    <p:sldLayoutId id="2147485061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5B3D6084-BC8C-4A11-AA36-AABFDDDEF8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424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ea typeface="+mn-ea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ea typeface="+mn-ea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ea typeface="+mn-ea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ea typeface="+mn-ea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ea typeface="+mn-ea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ea typeface="+mn-ea"/>
              </a:endParaRPr>
            </a:p>
          </p:txBody>
        </p:sp>
      </p:grpSp>
      <p:sp>
        <p:nvSpPr>
          <p:cNvPr id="39424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424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30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62" r:id="rId1"/>
    <p:sldLayoutId id="2147485063" r:id="rId2"/>
    <p:sldLayoutId id="2147485064" r:id="rId3"/>
    <p:sldLayoutId id="2147485065" r:id="rId4"/>
    <p:sldLayoutId id="2147485066" r:id="rId5"/>
    <p:sldLayoutId id="2147485067" r:id="rId6"/>
    <p:sldLayoutId id="2147485068" r:id="rId7"/>
    <p:sldLayoutId id="214748506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527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527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E9C232B-04ED-4A87-9AEB-B64D4D8148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70" r:id="rId1"/>
    <p:sldLayoutId id="2147485071" r:id="rId2"/>
    <p:sldLayoutId id="2147485072" r:id="rId3"/>
    <p:sldLayoutId id="2147485073" r:id="rId4"/>
    <p:sldLayoutId id="2147485074" r:id="rId5"/>
    <p:sldLayoutId id="2147485075" r:id="rId6"/>
    <p:sldLayoutId id="2147485076" r:id="rId7"/>
    <p:sldLayoutId id="2147485077" r:id="rId8"/>
    <p:sldLayoutId id="2147485078" r:id="rId9"/>
    <p:sldLayoutId id="2147485079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itchFamily="34" charset="0"/>
                <a:ea typeface="宋体" charset="-122"/>
              </a:defRPr>
            </a:lvl1pPr>
          </a:lstStyle>
          <a:p>
            <a:pPr>
              <a:defRPr/>
            </a:pPr>
            <a:fld id="{3813A173-39A4-4175-9598-7157A490E0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629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</a:endParaRPr>
            </a:p>
          </p:txBody>
        </p:sp>
      </p:grpSp>
      <p:sp>
        <p:nvSpPr>
          <p:cNvPr id="39629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629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0" r:id="rId1"/>
    <p:sldLayoutId id="2147485081" r:id="rId2"/>
    <p:sldLayoutId id="2147485082" r:id="rId3"/>
    <p:sldLayoutId id="2147485083" r:id="rId4"/>
    <p:sldLayoutId id="2147485084" r:id="rId5"/>
    <p:sldLayoutId id="2147485085" r:id="rId6"/>
    <p:sldLayoutId id="2147485086" r:id="rId7"/>
    <p:sldLayoutId id="2147485087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A6A4AF8-1B07-4396-8B11-8300C000F3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731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9731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731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9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0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1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83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834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BF193E-B0ED-4BD3-B440-99E8ABE0C9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5" r:id="rId1"/>
    <p:sldLayoutId id="2147485096" r:id="rId2"/>
    <p:sldLayoutId id="2147485097" r:id="rId3"/>
    <p:sldLayoutId id="2147485098" r:id="rId4"/>
    <p:sldLayoutId id="2147485099" r:id="rId5"/>
    <p:sldLayoutId id="2147485100" r:id="rId6"/>
    <p:sldLayoutId id="2147485101" r:id="rId7"/>
    <p:sldLayoutId id="2147485102" r:id="rId8"/>
    <p:sldLayoutId id="2147485103" r:id="rId9"/>
    <p:sldLayoutId id="2147485104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936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937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07F081-D084-489A-9D25-246828E173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05" r:id="rId1"/>
    <p:sldLayoutId id="2147485106" r:id="rId2"/>
    <p:sldLayoutId id="2147485107" r:id="rId3"/>
    <p:sldLayoutId id="2147485108" r:id="rId4"/>
    <p:sldLayoutId id="2147485109" r:id="rId5"/>
    <p:sldLayoutId id="2147485110" r:id="rId6"/>
    <p:sldLayoutId id="2147485111" r:id="rId7"/>
    <p:sldLayoutId id="2147485112" r:id="rId8"/>
    <p:sldLayoutId id="2147485113" r:id="rId9"/>
    <p:sldLayoutId id="2147485114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3D199B3-6FD0-44C5-A6F1-5C63FA5524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038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038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039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15" r:id="rId1"/>
    <p:sldLayoutId id="2147485116" r:id="rId2"/>
    <p:sldLayoutId id="2147485117" r:id="rId3"/>
    <p:sldLayoutId id="2147485118" r:id="rId4"/>
    <p:sldLayoutId id="2147485119" r:id="rId5"/>
    <p:sldLayoutId id="2147485120" r:id="rId6"/>
    <p:sldLayoutId id="2147485121" r:id="rId7"/>
    <p:sldLayoutId id="2147485122" r:id="rId8"/>
    <p:sldLayoutId id="2147485123" r:id="rId9"/>
    <p:sldLayoutId id="2147485124" r:id="rId10"/>
    <p:sldLayoutId id="214748512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01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1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71786F3-BE59-4BBB-8C77-0BDF07303B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6" r:id="rId1"/>
    <p:sldLayoutId id="2147485127" r:id="rId2"/>
    <p:sldLayoutId id="2147485128" r:id="rId3"/>
    <p:sldLayoutId id="2147485129" r:id="rId4"/>
    <p:sldLayoutId id="2147485130" r:id="rId5"/>
    <p:sldLayoutId id="2147485131" r:id="rId6"/>
    <p:sldLayoutId id="2147485132" r:id="rId7"/>
    <p:sldLayoutId id="2147485133" r:id="rId8"/>
    <p:sldLayoutId id="2147485134" r:id="rId9"/>
    <p:sldLayoutId id="2147485135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934F99F-C796-4330-8E91-4B18DE60EF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243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243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243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36" r:id="rId1"/>
    <p:sldLayoutId id="2147485137" r:id="rId2"/>
    <p:sldLayoutId id="2147485138" r:id="rId3"/>
    <p:sldLayoutId id="2147485139" r:id="rId4"/>
    <p:sldLayoutId id="2147485140" r:id="rId5"/>
    <p:sldLayoutId id="2147485141" r:id="rId6"/>
    <p:sldLayoutId id="2147485142" r:id="rId7"/>
    <p:sldLayoutId id="2147485143" r:id="rId8"/>
    <p:sldLayoutId id="2147485144" r:id="rId9"/>
    <p:sldLayoutId id="2147485145" r:id="rId10"/>
    <p:sldLayoutId id="214748514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0346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346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D14D9D9-F192-4F5A-AE9F-DDD738746A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47" r:id="rId1"/>
    <p:sldLayoutId id="2147485148" r:id="rId2"/>
    <p:sldLayoutId id="2147485149" r:id="rId3"/>
    <p:sldLayoutId id="2147485150" r:id="rId4"/>
    <p:sldLayoutId id="2147485151" r:id="rId5"/>
    <p:sldLayoutId id="2147485152" r:id="rId6"/>
    <p:sldLayoutId id="2147485153" r:id="rId7"/>
    <p:sldLayoutId id="2147485154" r:id="rId8"/>
    <p:sldLayoutId id="2147485155" r:id="rId9"/>
    <p:sldLayoutId id="214748515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DA3BF9-4FDD-467C-ACE1-434D813C8C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448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448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448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57" r:id="rId1"/>
    <p:sldLayoutId id="2147485158" r:id="rId2"/>
    <p:sldLayoutId id="2147485159" r:id="rId3"/>
    <p:sldLayoutId id="2147485160" r:id="rId4"/>
    <p:sldLayoutId id="2147485161" r:id="rId5"/>
    <p:sldLayoutId id="2147485162" r:id="rId6"/>
    <p:sldLayoutId id="2147485163" r:id="rId7"/>
    <p:sldLayoutId id="2147485164" r:id="rId8"/>
    <p:sldLayoutId id="2147485165" r:id="rId9"/>
    <p:sldLayoutId id="2147485166" r:id="rId10"/>
    <p:sldLayoutId id="214748516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0551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551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2B8E85C-B20A-42ED-86B9-9A49BC291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68" r:id="rId1"/>
    <p:sldLayoutId id="2147485169" r:id="rId2"/>
    <p:sldLayoutId id="2147485170" r:id="rId3"/>
    <p:sldLayoutId id="2147485171" r:id="rId4"/>
    <p:sldLayoutId id="2147485172" r:id="rId5"/>
    <p:sldLayoutId id="2147485173" r:id="rId6"/>
    <p:sldLayoutId id="2147485174" r:id="rId7"/>
    <p:sldLayoutId id="2147485175" r:id="rId8"/>
    <p:sldLayoutId id="2147485176" r:id="rId9"/>
    <p:sldLayoutId id="2147485177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3866BE4-E199-4EB8-99CB-A5BA6034DF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653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653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653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78" r:id="rId1"/>
    <p:sldLayoutId id="2147485179" r:id="rId2"/>
    <p:sldLayoutId id="2147485180" r:id="rId3"/>
    <p:sldLayoutId id="2147485181" r:id="rId4"/>
    <p:sldLayoutId id="2147485182" r:id="rId5"/>
    <p:sldLayoutId id="2147485183" r:id="rId6"/>
    <p:sldLayoutId id="2147485184" r:id="rId7"/>
    <p:sldLayoutId id="2147485185" r:id="rId8"/>
    <p:sldLayoutId id="2147485186" r:id="rId9"/>
    <p:sldLayoutId id="2147485187" r:id="rId10"/>
    <p:sldLayoutId id="214748518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096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6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2B13CAD-3B6E-4F9B-85AF-A227B36638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11" r:id="rId1"/>
    <p:sldLayoutId id="2147485212" r:id="rId2"/>
    <p:sldLayoutId id="2147485213" r:id="rId3"/>
    <p:sldLayoutId id="2147485214" r:id="rId4"/>
    <p:sldLayoutId id="2147485215" r:id="rId5"/>
    <p:sldLayoutId id="2147485216" r:id="rId6"/>
    <p:sldLayoutId id="2147485217" r:id="rId7"/>
    <p:sldLayoutId id="2147485218" r:id="rId8"/>
    <p:sldLayoutId id="2147485219" r:id="rId9"/>
    <p:sldLayoutId id="2147485220" r:id="rId10"/>
    <p:sldLayoutId id="214748522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4FAAE3B-EC19-4630-92DB-7F9AF7B2D4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106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106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6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9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0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1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22" r:id="rId1"/>
    <p:sldLayoutId id="2147485223" r:id="rId2"/>
    <p:sldLayoutId id="2147485224" r:id="rId3"/>
    <p:sldLayoutId id="2147485225" r:id="rId4"/>
    <p:sldLayoutId id="2147485226" r:id="rId5"/>
    <p:sldLayoutId id="2147485227" r:id="rId6"/>
    <p:sldLayoutId id="2147485228" r:id="rId7"/>
    <p:sldLayoutId id="2147485229" r:id="rId8"/>
    <p:sldLayoutId id="2147485230" r:id="rId9"/>
    <p:sldLayoutId id="2147485231" r:id="rId10"/>
    <p:sldLayoutId id="214748523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0000"/>
                </a:solidFill>
                <a:latin typeface="Arial Black" pitchFamily="34" charset="0"/>
                <a:ea typeface="楷体_GB2312" pitchFamily="49" charset="-122"/>
              </a:defRPr>
            </a:lvl1pPr>
          </a:lstStyle>
          <a:p>
            <a:pPr>
              <a:defRPr/>
            </a:pPr>
            <a:fld id="{0E44FAF3-F40D-4AD8-98CD-8778F7216B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1677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666699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666699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9999CC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666699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5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5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9999CC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3585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b="1">
                <a:solidFill>
                  <a:srgbClr val="9999CC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41677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677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8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5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585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585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88" r:id="rId1"/>
    <p:sldLayoutId id="2147485289" r:id="rId2"/>
    <p:sldLayoutId id="2147485290" r:id="rId3"/>
    <p:sldLayoutId id="2147485291" r:id="rId4"/>
    <p:sldLayoutId id="2147485292" r:id="rId5"/>
    <p:sldLayoutId id="2147485293" r:id="rId6"/>
    <p:sldLayoutId id="2147485294" r:id="rId7"/>
    <p:sldLayoutId id="2147485295" r:id="rId8"/>
    <p:sldLayoutId id="2147485296" r:id="rId9"/>
    <p:sldLayoutId id="2147485297" r:id="rId10"/>
    <p:sldLayoutId id="214748529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80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9.png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397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png"/><Relationship Id="rId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0.emf"/><Relationship Id="rId18" Type="http://schemas.openxmlformats.org/officeDocument/2006/relationships/oleObject" Target="../embeddings/oleObject22.bin"/><Relationship Id="rId26" Type="http://schemas.openxmlformats.org/officeDocument/2006/relationships/oleObject" Target="../embeddings/oleObject26.bin"/><Relationship Id="rId3" Type="http://schemas.openxmlformats.org/officeDocument/2006/relationships/image" Target="../media/image9.png"/><Relationship Id="rId21" Type="http://schemas.openxmlformats.org/officeDocument/2006/relationships/image" Target="../media/image24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2.emf"/><Relationship Id="rId25" Type="http://schemas.openxmlformats.org/officeDocument/2006/relationships/image" Target="../media/image26.wmf"/><Relationship Id="rId2" Type="http://schemas.openxmlformats.org/officeDocument/2006/relationships/slideLayout" Target="../slideLayouts/slideLayout397.xml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emf"/><Relationship Id="rId24" Type="http://schemas.openxmlformats.org/officeDocument/2006/relationships/oleObject" Target="../embeddings/oleObject25.bin"/><Relationship Id="rId5" Type="http://schemas.openxmlformats.org/officeDocument/2006/relationships/image" Target="../media/image16.wmf"/><Relationship Id="rId15" Type="http://schemas.openxmlformats.org/officeDocument/2006/relationships/image" Target="../media/image21.emf"/><Relationship Id="rId23" Type="http://schemas.openxmlformats.org/officeDocument/2006/relationships/image" Target="../media/image25.wmf"/><Relationship Id="rId28" Type="http://schemas.openxmlformats.org/officeDocument/2006/relationships/oleObject" Target="../embeddings/oleObject27.bin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3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20.bin"/><Relationship Id="rId22" Type="http://schemas.openxmlformats.org/officeDocument/2006/relationships/oleObject" Target="../embeddings/oleObject24.bin"/><Relationship Id="rId27" Type="http://schemas.openxmlformats.org/officeDocument/2006/relationships/image" Target="../media/image2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2.wmf"/><Relationship Id="rId3" Type="http://schemas.openxmlformats.org/officeDocument/2006/relationships/image" Target="../media/image9.png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39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1.wmf"/><Relationship Id="rId5" Type="http://schemas.openxmlformats.org/officeDocument/2006/relationships/image" Target="../media/image28.e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3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9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8.wmf"/><Relationship Id="rId18" Type="http://schemas.openxmlformats.org/officeDocument/2006/relationships/oleObject" Target="../embeddings/oleObject41.bin"/><Relationship Id="rId3" Type="http://schemas.openxmlformats.org/officeDocument/2006/relationships/image" Target="../media/image9.png"/><Relationship Id="rId21" Type="http://schemas.openxmlformats.org/officeDocument/2006/relationships/image" Target="../media/image42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40.wmf"/><Relationship Id="rId2" Type="http://schemas.openxmlformats.org/officeDocument/2006/relationships/slideLayout" Target="../slideLayouts/slideLayout397.xml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2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23" Type="http://schemas.openxmlformats.org/officeDocument/2006/relationships/image" Target="../media/image43.wmf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9.bin"/><Relationship Id="rId22" Type="http://schemas.openxmlformats.org/officeDocument/2006/relationships/oleObject" Target="../embeddings/oleObject43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9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7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kumimoji="1" lang="en-US" altLang="zh-CN" sz="3600" b="1">
                <a:solidFill>
                  <a:srgbClr val="CC0099"/>
                </a:solidFill>
                <a:latin typeface="楷体_GB2312" pitchFamily="49" charset="-122"/>
              </a:rPr>
              <a:t>§</a:t>
            </a:r>
            <a:r>
              <a:rPr kumimoji="1" lang="en-US" altLang="zh-CN" sz="3600" b="1">
                <a:solidFill>
                  <a:srgbClr val="CC0099"/>
                </a:solidFill>
              </a:rPr>
              <a:t>2</a:t>
            </a:r>
            <a:r>
              <a:rPr kumimoji="1" lang="en-US" altLang="zh-CN" sz="3600" b="1">
                <a:solidFill>
                  <a:srgbClr val="CC0099"/>
                </a:solidFill>
                <a:latin typeface="楷体_GB2312" pitchFamily="49" charset="-122"/>
              </a:rPr>
              <a:t>  </a:t>
            </a:r>
            <a:r>
              <a:rPr kumimoji="1" lang="zh-CN" altLang="en-US" sz="3600" b="1">
                <a:solidFill>
                  <a:srgbClr val="CC0099"/>
                </a:solidFill>
                <a:latin typeface="楷体_GB2312" pitchFamily="49" charset="-122"/>
              </a:rPr>
              <a:t>方阵的特征值与特征向量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0" y="620688"/>
            <a:ext cx="4827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0"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  <a:cs typeface="Aharoni" pitchFamily="2" charset="-79"/>
              </a:rPr>
              <a:t>一、特征值与特征向量的概念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349250" y="1196950"/>
            <a:ext cx="899903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403350" y="1196950"/>
            <a:ext cx="7162800" cy="546100"/>
            <a:chOff x="873" y="572"/>
            <a:chExt cx="4512" cy="344"/>
          </a:xfrm>
        </p:grpSpPr>
        <p:sp>
          <p:nvSpPr>
            <p:cNvPr id="6172" name="Text Box 8"/>
            <p:cNvSpPr txBox="1">
              <a:spLocks noChangeArrowheads="1"/>
            </p:cNvSpPr>
            <p:nvPr/>
          </p:nvSpPr>
          <p:spPr bwMode="auto">
            <a:xfrm>
              <a:off x="873" y="585"/>
              <a:ext cx="2603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 i="1" dirty="0">
                  <a:latin typeface="楷体_GB2312" pitchFamily="49" charset="-122"/>
                  <a:ea typeface="楷体_GB2312" pitchFamily="49" charset="-122"/>
                </a:rPr>
                <a:t>Ａ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为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ｎ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阶方阵，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λ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为数，</a:t>
              </a:r>
            </a:p>
          </p:txBody>
        </p:sp>
        <p:graphicFrame>
          <p:nvGraphicFramePr>
            <p:cNvPr id="617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6104214"/>
                </p:ext>
              </p:extLst>
            </p:nvPr>
          </p:nvGraphicFramePr>
          <p:xfrm>
            <a:off x="3318" y="650"/>
            <a:ext cx="15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5802" name="Equation" r:id="rId4" imgW="241200" imgH="380880" progId="Equation.DSMT4">
                    <p:embed/>
                  </p:oleObj>
                </mc:Choice>
                <mc:Fallback>
                  <p:oleObj name="Equation" r:id="rId4" imgW="241200" imgH="380880" progId="Equation.DSMT4">
                    <p:embed/>
                    <p:pic>
                      <p:nvPicPr>
                        <p:cNvPr id="617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8" y="650"/>
                          <a:ext cx="15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4" name="Text Box 10"/>
            <p:cNvSpPr txBox="1">
              <a:spLocks noChangeArrowheads="1"/>
            </p:cNvSpPr>
            <p:nvPr/>
          </p:nvSpPr>
          <p:spPr bwMode="auto">
            <a:xfrm>
              <a:off x="3461" y="572"/>
              <a:ext cx="192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为ｎ维非零向量，</a:t>
              </a:r>
            </a:p>
          </p:txBody>
        </p:sp>
      </p:grpSp>
      <p:graphicFrame>
        <p:nvGraphicFramePr>
          <p:cNvPr id="163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042363"/>
              </p:ext>
            </p:extLst>
          </p:nvPr>
        </p:nvGraphicFramePr>
        <p:xfrm>
          <a:off x="3517900" y="1814488"/>
          <a:ext cx="128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5803" name="Equation" r:id="rId6" imgW="1282700" imgH="381000" progId="Equation.DSMT4">
                  <p:embed/>
                </p:oleObj>
              </mc:Choice>
              <mc:Fallback>
                <p:oleObj name="Equation" r:id="rId6" imgW="1282700" imgH="381000" progId="Equation.DSMT4">
                  <p:embed/>
                  <p:pic>
                    <p:nvPicPr>
                      <p:cNvPr id="1639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1814488"/>
                        <a:ext cx="1282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0" y="2205013"/>
            <a:ext cx="3772484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λ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lang="zh-CN" altLang="en-US" sz="2800" b="1" i="1" dirty="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特征值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470043" y="2204864"/>
            <a:ext cx="5932640" cy="525462"/>
            <a:chOff x="2361" y="1267"/>
            <a:chExt cx="3692" cy="331"/>
          </a:xfrm>
        </p:grpSpPr>
        <p:graphicFrame>
          <p:nvGraphicFramePr>
            <p:cNvPr id="6170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6817408"/>
                </p:ext>
              </p:extLst>
            </p:nvPr>
          </p:nvGraphicFramePr>
          <p:xfrm>
            <a:off x="2361" y="1349"/>
            <a:ext cx="15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5804" name="Equation" r:id="rId8" imgW="241195" imgH="380835" progId="Equation.DSMT4">
                    <p:embed/>
                  </p:oleObj>
                </mc:Choice>
                <mc:Fallback>
                  <p:oleObj name="Equation" r:id="rId8" imgW="241195" imgH="380835" progId="Equation.DSMT4">
                    <p:embed/>
                    <p:pic>
                      <p:nvPicPr>
                        <p:cNvPr id="617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1" y="1349"/>
                          <a:ext cx="15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1" name="Rectangle 15"/>
            <p:cNvSpPr>
              <a:spLocks noChangeArrowheads="1"/>
            </p:cNvSpPr>
            <p:nvPr/>
          </p:nvSpPr>
          <p:spPr bwMode="auto">
            <a:xfrm>
              <a:off x="2469" y="1267"/>
              <a:ext cx="358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称为</a:t>
              </a:r>
              <a:r>
                <a:rPr lang="zh-CN" altLang="en-US" sz="2800" b="1" i="1" dirty="0">
                  <a:latin typeface="楷体_GB2312" pitchFamily="49" charset="-122"/>
                  <a:ea typeface="楷体_GB2312" pitchFamily="49" charset="-122"/>
                </a:rPr>
                <a:t>Ａ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对应于特征值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λ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</a:t>
              </a:r>
              <a:r>
                <a:rPr lang="zh-CN" altLang="en-US" sz="28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楷体_GB2312" pitchFamily="49" charset="-122"/>
                  <a:ea typeface="楷体_GB2312" pitchFamily="49" charset="-122"/>
                </a:rPr>
                <a:t>特征向量</a:t>
              </a:r>
              <a:r>
                <a:rPr lang="en-US" altLang="zh-CN" sz="28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6400" name="Rectangle 16"/>
          <p:cNvSpPr>
            <a:spLocks noChangeArrowheads="1"/>
          </p:cNvSpPr>
          <p:nvPr/>
        </p:nvSpPr>
        <p:spPr bwMode="auto">
          <a:xfrm>
            <a:off x="7334250" y="1701775"/>
            <a:ext cx="1258976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（１）</a:t>
            </a: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387350" y="2838425"/>
            <a:ext cx="54083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注</a:t>
            </a:r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971550" y="3357538"/>
            <a:ext cx="3987800" cy="525462"/>
            <a:chOff x="748" y="1924"/>
            <a:chExt cx="2512" cy="331"/>
          </a:xfrm>
        </p:grpSpPr>
        <p:sp>
          <p:nvSpPr>
            <p:cNvPr id="6168" name="Rectangle 19"/>
            <p:cNvSpPr>
              <a:spLocks noChangeArrowheads="1"/>
            </p:cNvSpPr>
            <p:nvPr/>
          </p:nvSpPr>
          <p:spPr bwMode="auto">
            <a:xfrm>
              <a:off x="748" y="1924"/>
              <a:ext cx="251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②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　　  并不一定唯一；</a:t>
              </a:r>
            </a:p>
          </p:txBody>
        </p:sp>
        <p:graphicFrame>
          <p:nvGraphicFramePr>
            <p:cNvPr id="6169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1240850"/>
                </p:ext>
              </p:extLst>
            </p:nvPr>
          </p:nvGraphicFramePr>
          <p:xfrm>
            <a:off x="1225" y="1980"/>
            <a:ext cx="3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5805" name="Equation" r:id="rId10" imgW="596900" imgH="381000" progId="Equation.DSMT4">
                    <p:embed/>
                  </p:oleObj>
                </mc:Choice>
                <mc:Fallback>
                  <p:oleObj name="Equation" r:id="rId10" imgW="596900" imgH="381000" progId="Equation.DSMT4">
                    <p:embed/>
                    <p:pic>
                      <p:nvPicPr>
                        <p:cNvPr id="6169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5" y="1980"/>
                          <a:ext cx="37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5" name="Rectangle 21"/>
          <p:cNvSpPr>
            <a:spLocks noChangeArrowheads="1"/>
          </p:cNvSpPr>
          <p:nvPr/>
        </p:nvSpPr>
        <p:spPr bwMode="auto">
          <a:xfrm>
            <a:off x="962025" y="3990950"/>
            <a:ext cx="828992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③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　ｎ阶方阵</a:t>
            </a:r>
            <a:r>
              <a:rPr lang="zh-CN" altLang="en-US" sz="2800" b="1" i="1" dirty="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的特征值，就是使齐次线性方程组</a:t>
            </a: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971550" y="2781275"/>
            <a:ext cx="7902575" cy="525463"/>
            <a:chOff x="748" y="1606"/>
            <a:chExt cx="4978" cy="331"/>
          </a:xfrm>
        </p:grpSpPr>
        <p:sp>
          <p:nvSpPr>
            <p:cNvPr id="6166" name="Rectangle 23"/>
            <p:cNvSpPr>
              <a:spLocks noChangeArrowheads="1"/>
            </p:cNvSpPr>
            <p:nvPr/>
          </p:nvSpPr>
          <p:spPr bwMode="auto">
            <a:xfrm>
              <a:off x="748" y="1606"/>
              <a:ext cx="4978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800" b="1">
                  <a:latin typeface="楷体_GB2312" pitchFamily="49" charset="-122"/>
                  <a:ea typeface="楷体_GB2312" pitchFamily="49" charset="-122"/>
                </a:rPr>
                <a:t>①</a:t>
              </a:r>
              <a:r>
                <a:rPr lang="zh-CN" altLang="en-US" sz="2800" b="1">
                  <a:latin typeface="楷体_GB2312" pitchFamily="49" charset="-122"/>
                  <a:ea typeface="楷体_GB2312" pitchFamily="49" charset="-122"/>
                </a:rPr>
                <a:t>　特征向量　　 ，特征值问题只针对于方阵；</a:t>
              </a:r>
            </a:p>
          </p:txBody>
        </p:sp>
        <p:graphicFrame>
          <p:nvGraphicFramePr>
            <p:cNvPr id="6167" name="Object 24"/>
            <p:cNvGraphicFramePr>
              <a:graphicFrameLocks noChangeAspect="1"/>
            </p:cNvGraphicFramePr>
            <p:nvPr/>
          </p:nvGraphicFramePr>
          <p:xfrm>
            <a:off x="2154" y="1693"/>
            <a:ext cx="49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5806" name="Equation" r:id="rId12" imgW="787400" imgH="381000" progId="Equation.DSMT4">
                    <p:embed/>
                  </p:oleObj>
                </mc:Choice>
                <mc:Fallback>
                  <p:oleObj name="Equation" r:id="rId12" imgW="787400" imgH="381000" progId="Equation.DSMT4">
                    <p:embed/>
                    <p:pic>
                      <p:nvPicPr>
                        <p:cNvPr id="6167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1693"/>
                          <a:ext cx="49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0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733041"/>
              </p:ext>
            </p:extLst>
          </p:nvPr>
        </p:nvGraphicFramePr>
        <p:xfrm>
          <a:off x="657765" y="4552139"/>
          <a:ext cx="2311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5807" name="Equation" r:id="rId14" imgW="2311200" imgH="495000" progId="Equation.DSMT4">
                  <p:embed/>
                </p:oleObj>
              </mc:Choice>
              <mc:Fallback>
                <p:oleObj name="Equation" r:id="rId14" imgW="2311200" imgH="495000" progId="Equation.DSMT4">
                  <p:embed/>
                  <p:pic>
                    <p:nvPicPr>
                      <p:cNvPr id="1640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765" y="4552139"/>
                        <a:ext cx="2311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0" name="Rectangle 26"/>
          <p:cNvSpPr>
            <a:spLocks noChangeArrowheads="1"/>
          </p:cNvSpPr>
          <p:nvPr/>
        </p:nvSpPr>
        <p:spPr bwMode="auto">
          <a:xfrm>
            <a:off x="2863850" y="4503713"/>
            <a:ext cx="42291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有非零解的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λ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值，即满足</a:t>
            </a:r>
          </a:p>
        </p:txBody>
      </p:sp>
      <p:sp>
        <p:nvSpPr>
          <p:cNvPr id="16411" name="Rectangle 27"/>
          <p:cNvSpPr>
            <a:spLocks noChangeArrowheads="1"/>
          </p:cNvSpPr>
          <p:nvPr/>
        </p:nvSpPr>
        <p:spPr bwMode="auto">
          <a:xfrm>
            <a:off x="635000" y="5070450"/>
            <a:ext cx="465772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en-US" altLang="zh-CN" sz="2800" b="1" i="1">
                <a:latin typeface="楷体_GB2312" pitchFamily="49" charset="-122"/>
                <a:ea typeface="楷体_GB2312" pitchFamily="49" charset="-122"/>
              </a:rPr>
              <a:t>λ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都是</a:t>
            </a:r>
            <a:r>
              <a:rPr lang="zh-CN" altLang="en-US" sz="2800" b="1">
                <a:ea typeface="楷体_GB2312" pitchFamily="49" charset="-122"/>
              </a:rPr>
              <a:t>方阵</a:t>
            </a:r>
            <a:r>
              <a:rPr lang="zh-CN" altLang="en-US" sz="2800" b="1" i="1">
                <a:ea typeface="楷体_GB2312" pitchFamily="49" charset="-122"/>
              </a:rPr>
              <a:t>Ａ</a:t>
            </a:r>
            <a:r>
              <a:rPr lang="zh-CN" altLang="en-US" sz="2800" b="1">
                <a:ea typeface="楷体_GB2312" pitchFamily="49" charset="-122"/>
              </a:rPr>
              <a:t>的特征值．</a:t>
            </a:r>
          </a:p>
        </p:txBody>
      </p:sp>
      <p:graphicFrame>
        <p:nvGraphicFramePr>
          <p:cNvPr id="1641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738199"/>
              </p:ext>
            </p:extLst>
          </p:nvPr>
        </p:nvGraphicFramePr>
        <p:xfrm>
          <a:off x="6980238" y="4527550"/>
          <a:ext cx="1778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5808" name="Equation" r:id="rId16" imgW="1777680" imgH="495000" progId="Equation.DSMT4">
                  <p:embed/>
                </p:oleObj>
              </mc:Choice>
              <mc:Fallback>
                <p:oleObj name="Equation" r:id="rId16" imgW="1777680" imgH="495000" progId="Equation.DSMT4">
                  <p:embed/>
                  <p:pic>
                    <p:nvPicPr>
                      <p:cNvPr id="1641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0238" y="4527550"/>
                        <a:ext cx="1778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252413" y="5502250"/>
            <a:ext cx="1079500" cy="525401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</a:p>
        </p:txBody>
      </p:sp>
      <p:graphicFrame>
        <p:nvGraphicFramePr>
          <p:cNvPr id="1641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82950"/>
              </p:ext>
            </p:extLst>
          </p:nvPr>
        </p:nvGraphicFramePr>
        <p:xfrm>
          <a:off x="6523038" y="5573713"/>
          <a:ext cx="1778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5809" name="Equation" r:id="rId18" imgW="1777680" imgH="495000" progId="Equation.DSMT4">
                  <p:embed/>
                </p:oleObj>
              </mc:Choice>
              <mc:Fallback>
                <p:oleObj name="Equation" r:id="rId18" imgW="1777680" imgH="495000" progId="Equation.DSMT4">
                  <p:embed/>
                  <p:pic>
                    <p:nvPicPr>
                      <p:cNvPr id="1641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3038" y="5573713"/>
                        <a:ext cx="1778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5" name="Rectangle 31"/>
          <p:cNvSpPr>
            <a:spLocks noChangeArrowheads="1"/>
          </p:cNvSpPr>
          <p:nvPr/>
        </p:nvSpPr>
        <p:spPr bwMode="auto">
          <a:xfrm>
            <a:off x="1404938" y="5535588"/>
            <a:ext cx="532765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称以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λ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为未知数的一元ｎ次方程</a:t>
            </a:r>
          </a:p>
        </p:txBody>
      </p:sp>
      <p:sp>
        <p:nvSpPr>
          <p:cNvPr id="16416" name="Rectangle 32"/>
          <p:cNvSpPr>
            <a:spLocks noChangeArrowheads="1"/>
          </p:cNvSpPr>
          <p:nvPr/>
        </p:nvSpPr>
        <p:spPr bwMode="auto">
          <a:xfrm>
            <a:off x="107950" y="6078513"/>
            <a:ext cx="324008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zh-CN" altLang="en-US" sz="2800" b="1" i="1" dirty="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特征方程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．</a:t>
            </a:r>
          </a:p>
        </p:txBody>
      </p:sp>
    </p:spTree>
    <p:extLst>
      <p:ext uri="{BB962C8B-B14F-4D97-AF65-F5344CB8AC3E}">
        <p14:creationId xmlns:p14="http://schemas.microsoft.com/office/powerpoint/2010/main" val="269328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163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4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7" dur="80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8" dur="80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80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9" dur="80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0" dur="80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80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48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980"/>
                            </p:stCondLst>
                            <p:childTnLst>
                              <p:par>
                                <p:cTn id="8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9" dur="80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0" dur="80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80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4" dur="80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5" dur="80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80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1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4" dur="80"/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5" dur="80"/>
                                        <p:tgtEl>
                                          <p:spTgt spid="16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80"/>
                                        <p:tgtEl>
                                          <p:spTgt spid="16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  <p:bldP spid="16390" grpId="0"/>
      <p:bldP spid="16396" grpId="0"/>
      <p:bldP spid="16400" grpId="0"/>
      <p:bldP spid="16401" grpId="0"/>
      <p:bldP spid="16405" grpId="0"/>
      <p:bldP spid="16410" grpId="0"/>
      <p:bldP spid="16411" grpId="0"/>
      <p:bldP spid="16413" grpId="0"/>
      <p:bldP spid="16415" grpId="0"/>
      <p:bldP spid="164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390864"/>
              </p:ext>
            </p:extLst>
          </p:nvPr>
        </p:nvGraphicFramePr>
        <p:xfrm>
          <a:off x="6664325" y="423863"/>
          <a:ext cx="24368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378" name="Equation" r:id="rId3" imgW="2425680" imgH="495000" progId="Equation.DSMT4">
                  <p:embed/>
                </p:oleObj>
              </mc:Choice>
              <mc:Fallback>
                <p:oleObj name="Equation" r:id="rId3" imgW="2425680" imgH="495000" progId="Equation.DSMT4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423863"/>
                        <a:ext cx="24368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539750" y="442913"/>
            <a:ext cx="903109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547813" y="404813"/>
            <a:ext cx="5231217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称以</a:t>
            </a:r>
            <a:r>
              <a:rPr lang="en-US" altLang="zh-CN" sz="2800" b="1" i="1">
                <a:latin typeface="楷体_GB2312" pitchFamily="49" charset="-122"/>
                <a:ea typeface="楷体_GB2312" pitchFamily="49" charset="-122"/>
              </a:rPr>
              <a:t>λ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为变量的一元ｎ次多项式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358775" y="981075"/>
            <a:ext cx="3427839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zh-CN" altLang="en-US" sz="2800" b="1" i="1" dirty="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特征多项式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．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519113" y="1541463"/>
            <a:ext cx="302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特征向量的求法：</a:t>
            </a: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804953"/>
              </p:ext>
            </p:extLst>
          </p:nvPr>
        </p:nvGraphicFramePr>
        <p:xfrm>
          <a:off x="373983" y="2348880"/>
          <a:ext cx="8605713" cy="3963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6379" name="Equation" r:id="rId6" imgW="3060360" imgH="1409400" progId="Equation.DSMT4">
                  <p:embed/>
                </p:oleObj>
              </mc:Choice>
              <mc:Fallback>
                <p:oleObj name="Equation" r:id="rId6" imgW="3060360" imgH="1409400" progId="Equation.DSMT4">
                  <p:embed/>
                  <p:pic>
                    <p:nvPicPr>
                      <p:cNvPr id="174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983" y="2348880"/>
                        <a:ext cx="8605713" cy="3963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135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2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15" grpId="0"/>
      <p:bldP spid="174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76238" y="733425"/>
            <a:ext cx="6022975" cy="884238"/>
            <a:chOff x="237" y="462"/>
            <a:chExt cx="3794" cy="557"/>
          </a:xfrm>
        </p:grpSpPr>
        <p:sp>
          <p:nvSpPr>
            <p:cNvPr id="8200" name="Text Box 4"/>
            <p:cNvSpPr txBox="1">
              <a:spLocks noChangeArrowheads="1"/>
            </p:cNvSpPr>
            <p:nvPr/>
          </p:nvSpPr>
          <p:spPr bwMode="auto">
            <a:xfrm>
              <a:off x="237" y="572"/>
              <a:ext cx="45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例</a:t>
              </a:r>
              <a:r>
                <a:rPr lang="en-US" altLang="zh-CN" sz="28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5</a:t>
              </a:r>
              <a:endPara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820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5636690"/>
                </p:ext>
              </p:extLst>
            </p:nvPr>
          </p:nvGraphicFramePr>
          <p:xfrm>
            <a:off x="657" y="462"/>
            <a:ext cx="3374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7440" name="Equation" r:id="rId5" imgW="2768400" imgH="457200" progId="Equation.DSMT4">
                    <p:embed/>
                  </p:oleObj>
                </mc:Choice>
                <mc:Fallback>
                  <p:oleObj name="Equation" r:id="rId5" imgW="2768400" imgH="457200" progId="Equation.DSMT4">
                    <p:embed/>
                    <p:pic>
                      <p:nvPicPr>
                        <p:cNvPr id="820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462"/>
                          <a:ext cx="3374" cy="5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23528" y="2420888"/>
            <a:ext cx="6419850" cy="1376362"/>
            <a:chOff x="237" y="327"/>
            <a:chExt cx="4044" cy="867"/>
          </a:xfrm>
        </p:grpSpPr>
        <p:sp>
          <p:nvSpPr>
            <p:cNvPr id="8198" name="Text Box 8"/>
            <p:cNvSpPr txBox="1">
              <a:spLocks noChangeArrowheads="1"/>
            </p:cNvSpPr>
            <p:nvPr/>
          </p:nvSpPr>
          <p:spPr bwMode="auto">
            <a:xfrm>
              <a:off x="237" y="572"/>
              <a:ext cx="45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例</a:t>
              </a:r>
              <a:r>
                <a:rPr lang="en-US" altLang="zh-CN" sz="28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6</a:t>
              </a:r>
              <a:endPara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819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7979796"/>
                </p:ext>
              </p:extLst>
            </p:nvPr>
          </p:nvGraphicFramePr>
          <p:xfrm>
            <a:off x="752" y="327"/>
            <a:ext cx="3529" cy="8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7441" name="Equation" r:id="rId7" imgW="2895480" imgH="711000" progId="Equation.DSMT4">
                    <p:embed/>
                  </p:oleObj>
                </mc:Choice>
                <mc:Fallback>
                  <p:oleObj name="Equation" r:id="rId7" imgW="2895480" imgH="711000" progId="Equation.DSMT4">
                    <p:embed/>
                    <p:pic>
                      <p:nvPicPr>
                        <p:cNvPr id="819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" y="327"/>
                          <a:ext cx="3529" cy="8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1913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>
            <a:extLst>
              <a:ext uri="{FF2B5EF4-FFF2-40B4-BE49-F238E27FC236}">
                <a16:creationId xmlns:a16="http://schemas.microsoft.com/office/drawing/2014/main" id="{302C7CF9-9D87-4B56-A52F-F55D7855424B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260648"/>
            <a:ext cx="6419850" cy="1376362"/>
            <a:chOff x="237" y="327"/>
            <a:chExt cx="4044" cy="867"/>
          </a:xfrm>
        </p:grpSpPr>
        <p:sp>
          <p:nvSpPr>
            <p:cNvPr id="4" name="Text Box 8">
              <a:extLst>
                <a:ext uri="{FF2B5EF4-FFF2-40B4-BE49-F238E27FC236}">
                  <a16:creationId xmlns:a16="http://schemas.microsoft.com/office/drawing/2014/main" id="{9B58C1EA-FD13-4569-8A1E-463F140FF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" y="572"/>
              <a:ext cx="45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例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6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5" name="Object 9">
              <a:extLst>
                <a:ext uri="{FF2B5EF4-FFF2-40B4-BE49-F238E27FC236}">
                  <a16:creationId xmlns:a16="http://schemas.microsoft.com/office/drawing/2014/main" id="{25EC4B79-BBAC-47A5-A233-EC7D7D4426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0518130"/>
                </p:ext>
              </p:extLst>
            </p:nvPr>
          </p:nvGraphicFramePr>
          <p:xfrm>
            <a:off x="752" y="327"/>
            <a:ext cx="3529" cy="8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2373" name="Equation" r:id="rId4" imgW="2895480" imgH="711000" progId="Equation.DSMT4">
                    <p:embed/>
                  </p:oleObj>
                </mc:Choice>
                <mc:Fallback>
                  <p:oleObj name="Equation" r:id="rId4" imgW="2895480" imgH="711000" progId="Equation.DSMT4">
                    <p:embed/>
                    <p:pic>
                      <p:nvPicPr>
                        <p:cNvPr id="819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" y="327"/>
                          <a:ext cx="3529" cy="8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0367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193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76238" y="733425"/>
            <a:ext cx="5924550" cy="884238"/>
            <a:chOff x="237" y="462"/>
            <a:chExt cx="3732" cy="557"/>
          </a:xfrm>
        </p:grpSpPr>
        <p:sp>
          <p:nvSpPr>
            <p:cNvPr id="8200" name="Text Box 4"/>
            <p:cNvSpPr txBox="1">
              <a:spLocks noChangeArrowheads="1"/>
            </p:cNvSpPr>
            <p:nvPr/>
          </p:nvSpPr>
          <p:spPr bwMode="auto">
            <a:xfrm>
              <a:off x="237" y="57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例</a:t>
              </a:r>
            </a:p>
          </p:txBody>
        </p:sp>
        <p:graphicFrame>
          <p:nvGraphicFramePr>
            <p:cNvPr id="8201" name="Object 5"/>
            <p:cNvGraphicFramePr>
              <a:graphicFrameLocks noChangeAspect="1"/>
            </p:cNvGraphicFramePr>
            <p:nvPr/>
          </p:nvGraphicFramePr>
          <p:xfrm>
            <a:off x="719" y="462"/>
            <a:ext cx="3250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470" name="Equation" r:id="rId4" imgW="2666880" imgH="457200" progId="Equation.DSMT4">
                    <p:embed/>
                  </p:oleObj>
                </mc:Choice>
                <mc:Fallback>
                  <p:oleObj name="Equation" r:id="rId4" imgW="2666880" imgH="457200" progId="Equation.DSMT4">
                    <p:embed/>
                    <p:pic>
                      <p:nvPicPr>
                        <p:cNvPr id="820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" y="462"/>
                          <a:ext cx="3250" cy="5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23850" y="1938338"/>
            <a:ext cx="6419850" cy="1376362"/>
            <a:chOff x="237" y="327"/>
            <a:chExt cx="4044" cy="867"/>
          </a:xfrm>
        </p:grpSpPr>
        <p:sp>
          <p:nvSpPr>
            <p:cNvPr id="8198" name="Text Box 8"/>
            <p:cNvSpPr txBox="1">
              <a:spLocks noChangeArrowheads="1"/>
            </p:cNvSpPr>
            <p:nvPr/>
          </p:nvSpPr>
          <p:spPr bwMode="auto">
            <a:xfrm>
              <a:off x="237" y="57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例</a:t>
              </a:r>
            </a:p>
          </p:txBody>
        </p:sp>
        <p:graphicFrame>
          <p:nvGraphicFramePr>
            <p:cNvPr id="8199" name="Object 9"/>
            <p:cNvGraphicFramePr>
              <a:graphicFrameLocks noChangeAspect="1"/>
            </p:cNvGraphicFramePr>
            <p:nvPr/>
          </p:nvGraphicFramePr>
          <p:xfrm>
            <a:off x="752" y="327"/>
            <a:ext cx="3529" cy="8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471" name="Equation" r:id="rId6" imgW="2895480" imgH="711000" progId="Equation.DSMT4">
                    <p:embed/>
                  </p:oleObj>
                </mc:Choice>
                <mc:Fallback>
                  <p:oleObj name="Equation" r:id="rId6" imgW="2895480" imgH="711000" progId="Equation.DSMT4">
                    <p:embed/>
                    <p:pic>
                      <p:nvPicPr>
                        <p:cNvPr id="819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" y="327"/>
                          <a:ext cx="3529" cy="8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4001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317500"/>
            <a:ext cx="487054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二、特征值和特征向量的性质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07950" y="836613"/>
            <a:ext cx="8613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性质</a:t>
            </a:r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阶矩阵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与它的转置矩阵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有相同的特征值。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111125" y="1447800"/>
            <a:ext cx="1079439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性质</a:t>
            </a:r>
            <a:r>
              <a:rPr lang="en-US" altLang="zh-CN" sz="2800" b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1116013" y="2981325"/>
            <a:ext cx="7937500" cy="1112838"/>
            <a:chOff x="703" y="1878"/>
            <a:chExt cx="5000" cy="701"/>
          </a:xfrm>
        </p:grpSpPr>
        <p:sp>
          <p:nvSpPr>
            <p:cNvPr id="9246" name="Rectangle 13"/>
            <p:cNvSpPr>
              <a:spLocks noChangeArrowheads="1"/>
            </p:cNvSpPr>
            <p:nvPr/>
          </p:nvSpPr>
          <p:spPr bwMode="auto">
            <a:xfrm>
              <a:off x="703" y="1878"/>
              <a:ext cx="5000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方阵</a:t>
              </a:r>
              <a:r>
                <a:rPr lang="zh-CN" altLang="en-US" sz="2800" b="1" i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Ａ</a:t>
              </a:r>
              <a:r>
                <a:rPr lang="zh-CN" altLang="en-US" sz="28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的主对角线上的元素之和称为方阵</a:t>
              </a:r>
              <a:r>
                <a:rPr lang="zh-CN" altLang="en-US" sz="2800" b="1" i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Ａ</a:t>
              </a:r>
              <a:r>
                <a:rPr lang="zh-CN" altLang="en-US" sz="28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的</a:t>
              </a:r>
              <a:r>
                <a:rPr lang="zh-CN" altLang="en-US" sz="2800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迹</a:t>
              </a:r>
              <a:r>
                <a:rPr lang="en-US" altLang="zh-CN" sz="2800" b="1"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sp>
          <p:nvSpPr>
            <p:cNvPr id="9247" name="Rectangle 14"/>
            <p:cNvSpPr>
              <a:spLocks noChangeArrowheads="1"/>
            </p:cNvSpPr>
            <p:nvPr/>
          </p:nvSpPr>
          <p:spPr bwMode="auto">
            <a:xfrm>
              <a:off x="703" y="2241"/>
              <a:ext cx="569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记为</a:t>
              </a:r>
            </a:p>
          </p:txBody>
        </p:sp>
        <p:graphicFrame>
          <p:nvGraphicFramePr>
            <p:cNvPr id="9248" name="Object 15"/>
            <p:cNvGraphicFramePr>
              <a:graphicFrameLocks noChangeAspect="1"/>
            </p:cNvGraphicFramePr>
            <p:nvPr/>
          </p:nvGraphicFramePr>
          <p:xfrm>
            <a:off x="1310" y="2251"/>
            <a:ext cx="202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249" name="Equation" r:id="rId4" imgW="3213100" imgH="520700" progId="Equation.DSMT4">
                    <p:embed/>
                  </p:oleObj>
                </mc:Choice>
                <mc:Fallback>
                  <p:oleObj name="Equation" r:id="rId4" imgW="3213100" imgH="520700" progId="Equation.DSMT4">
                    <p:embed/>
                    <p:pic>
                      <p:nvPicPr>
                        <p:cNvPr id="9248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0" y="2251"/>
                          <a:ext cx="202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8300" y="4069555"/>
            <a:ext cx="9018588" cy="2608263"/>
            <a:chOff x="-14" y="2604"/>
            <a:chExt cx="5681" cy="1643"/>
          </a:xfrm>
        </p:grpSpPr>
        <p:sp>
          <p:nvSpPr>
            <p:cNvPr id="9232" name="Text Box 16"/>
            <p:cNvSpPr txBox="1">
              <a:spLocks noChangeArrowheads="1"/>
            </p:cNvSpPr>
            <p:nvPr/>
          </p:nvSpPr>
          <p:spPr bwMode="auto">
            <a:xfrm>
              <a:off x="-14" y="2604"/>
              <a:ext cx="796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楷体_GB2312" pitchFamily="49" charset="-122"/>
                  <a:ea typeface="楷体_GB2312" pitchFamily="49" charset="-122"/>
                </a:rPr>
                <a:t>证明①</a:t>
              </a:r>
            </a:p>
          </p:txBody>
        </p:sp>
        <p:grpSp>
          <p:nvGrpSpPr>
            <p:cNvPr id="9233" name="Group 17"/>
            <p:cNvGrpSpPr>
              <a:grpSpLocks/>
            </p:cNvGrpSpPr>
            <p:nvPr/>
          </p:nvGrpSpPr>
          <p:grpSpPr bwMode="auto">
            <a:xfrm>
              <a:off x="803" y="2604"/>
              <a:ext cx="4864" cy="738"/>
              <a:chOff x="975" y="2151"/>
              <a:chExt cx="4864" cy="738"/>
            </a:xfrm>
          </p:grpSpPr>
          <p:sp>
            <p:nvSpPr>
              <p:cNvPr id="9244" name="Rectangle 18"/>
              <p:cNvSpPr>
                <a:spLocks noChangeArrowheads="1"/>
              </p:cNvSpPr>
              <p:nvPr/>
            </p:nvSpPr>
            <p:spPr bwMode="auto">
              <a:xfrm>
                <a:off x="975" y="2151"/>
                <a:ext cx="4864" cy="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l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5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SzTx/>
                  <a:buNone/>
                </a:pPr>
                <a:r>
                  <a:rPr lang="zh-CN" altLang="en-US" sz="2800" b="1" dirty="0">
                    <a:latin typeface="楷体_GB2312" pitchFamily="49" charset="-122"/>
                    <a:ea typeface="楷体_GB2312" pitchFamily="49" charset="-122"/>
                  </a:rPr>
                  <a:t>当　　　　　是</a:t>
                </a:r>
                <a:r>
                  <a:rPr lang="zh-CN" altLang="en-US" sz="2800" b="1" i="1" dirty="0">
                    <a:latin typeface="楷体_GB2312" pitchFamily="49" charset="-122"/>
                    <a:ea typeface="楷体_GB2312" pitchFamily="49" charset="-122"/>
                  </a:rPr>
                  <a:t>Ａ</a:t>
                </a:r>
                <a:r>
                  <a:rPr lang="zh-CN" altLang="en-US" sz="2800" b="1" dirty="0">
                    <a:latin typeface="楷体_GB2312" pitchFamily="49" charset="-122"/>
                    <a:ea typeface="楷体_GB2312" pitchFamily="49" charset="-122"/>
                  </a:rPr>
                  <a:t>的特征值时，多项</a:t>
                </a:r>
                <a:r>
                  <a:rPr lang="zh-CN" altLang="en-US" sz="2800" b="1" dirty="0">
                    <a:ea typeface="楷体_GB2312" pitchFamily="49" charset="-122"/>
                  </a:rPr>
                  <a:t>式可分解为</a:t>
                </a:r>
              </a:p>
              <a:p>
                <a:pPr eaLnBrk="1" hangingPunct="1">
                  <a:spcBef>
                    <a:spcPct val="50000"/>
                  </a:spcBef>
                  <a:buSzTx/>
                  <a:buFontTx/>
                  <a:buNone/>
                </a:pPr>
                <a:endParaRPr lang="zh-CN" altLang="en-US" sz="2800" b="1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  <p:graphicFrame>
            <p:nvGraphicFramePr>
              <p:cNvPr id="9245" name="Object 19"/>
              <p:cNvGraphicFramePr>
                <a:graphicFrameLocks noChangeAspect="1"/>
              </p:cNvGraphicFramePr>
              <p:nvPr/>
            </p:nvGraphicFramePr>
            <p:xfrm>
              <a:off x="1256" y="2196"/>
              <a:ext cx="108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9250" name="Equation" r:id="rId6" imgW="1714500" imgH="431800" progId="Equation.DSMT4">
                      <p:embed/>
                    </p:oleObj>
                  </mc:Choice>
                  <mc:Fallback>
                    <p:oleObj name="Equation" r:id="rId6" imgW="1714500" imgH="431800" progId="Equation.DSMT4">
                      <p:embed/>
                      <p:pic>
                        <p:nvPicPr>
                          <p:cNvPr id="9245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56" y="2196"/>
                            <a:ext cx="108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00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235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8249544"/>
                </p:ext>
              </p:extLst>
            </p:nvPr>
          </p:nvGraphicFramePr>
          <p:xfrm>
            <a:off x="147" y="3005"/>
            <a:ext cx="153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251" name="Equation" r:id="rId8" imgW="2425680" imgH="495000" progId="Equation.DSMT4">
                    <p:embed/>
                  </p:oleObj>
                </mc:Choice>
                <mc:Fallback>
                  <p:oleObj name="Equation" r:id="rId8" imgW="2425680" imgH="495000" progId="Equation.DSMT4">
                    <p:embed/>
                    <p:pic>
                      <p:nvPicPr>
                        <p:cNvPr id="923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" y="3005"/>
                          <a:ext cx="1537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6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599600"/>
                </p:ext>
              </p:extLst>
            </p:nvPr>
          </p:nvGraphicFramePr>
          <p:xfrm>
            <a:off x="1735" y="3007"/>
            <a:ext cx="271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252" name="Equation" r:id="rId10" imgW="4286451" imgH="485729" progId="Equation.DSMT4">
                    <p:embed/>
                  </p:oleObj>
                </mc:Choice>
                <mc:Fallback>
                  <p:oleObj name="Equation" r:id="rId10" imgW="4286451" imgH="485729" progId="Equation.DSMT4">
                    <p:embed/>
                    <p:pic>
                      <p:nvPicPr>
                        <p:cNvPr id="9236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5" y="3007"/>
                          <a:ext cx="2712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4142523"/>
                </p:ext>
              </p:extLst>
            </p:nvPr>
          </p:nvGraphicFramePr>
          <p:xfrm>
            <a:off x="724" y="3315"/>
            <a:ext cx="468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253" name="Equation" r:id="rId12" imgW="7410573" imgH="561807" progId="Equation.DSMT4">
                    <p:embed/>
                  </p:oleObj>
                </mc:Choice>
                <mc:Fallback>
                  <p:oleObj name="Equation" r:id="rId12" imgW="7410573" imgH="561807" progId="Equation.DSMT4">
                    <p:embed/>
                    <p:pic>
                      <p:nvPicPr>
                        <p:cNvPr id="923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" y="3315"/>
                          <a:ext cx="468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8" name="Rectangle 24"/>
            <p:cNvSpPr>
              <a:spLocks noChangeArrowheads="1"/>
            </p:cNvSpPr>
            <p:nvPr/>
          </p:nvSpPr>
          <p:spPr bwMode="auto">
            <a:xfrm>
              <a:off x="409" y="3612"/>
              <a:ext cx="34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>
                  <a:ea typeface="楷体_GB2312" pitchFamily="49" charset="-122"/>
                </a:rPr>
                <a:t>令</a:t>
              </a:r>
            </a:p>
          </p:txBody>
        </p:sp>
        <p:graphicFrame>
          <p:nvGraphicFramePr>
            <p:cNvPr id="9239" name="Object 25"/>
            <p:cNvGraphicFramePr>
              <a:graphicFrameLocks noChangeAspect="1"/>
            </p:cNvGraphicFramePr>
            <p:nvPr/>
          </p:nvGraphicFramePr>
          <p:xfrm>
            <a:off x="724" y="3702"/>
            <a:ext cx="56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254" name="Equation" r:id="rId14" imgW="885722" imgH="352593" progId="Equation.DSMT4">
                    <p:embed/>
                  </p:oleObj>
                </mc:Choice>
                <mc:Fallback>
                  <p:oleObj name="Equation" r:id="rId14" imgW="885722" imgH="352593" progId="Equation.DSMT4">
                    <p:embed/>
                    <p:pic>
                      <p:nvPicPr>
                        <p:cNvPr id="923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4" y="3702"/>
                          <a:ext cx="56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0" name="Object 26"/>
            <p:cNvGraphicFramePr>
              <a:graphicFrameLocks noChangeAspect="1"/>
            </p:cNvGraphicFramePr>
            <p:nvPr/>
          </p:nvGraphicFramePr>
          <p:xfrm>
            <a:off x="1586" y="3662"/>
            <a:ext cx="39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255" name="Equation" r:id="rId16" imgW="599959" imgH="476220" progId="Equation.DSMT4">
                    <p:embed/>
                  </p:oleObj>
                </mc:Choice>
                <mc:Fallback>
                  <p:oleObj name="Equation" r:id="rId16" imgW="599959" imgH="476220" progId="Equation.DSMT4">
                    <p:embed/>
                    <p:pic>
                      <p:nvPicPr>
                        <p:cNvPr id="924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6" y="3662"/>
                          <a:ext cx="392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1" name="Object 27"/>
            <p:cNvGraphicFramePr>
              <a:graphicFrameLocks noChangeAspect="1"/>
            </p:cNvGraphicFramePr>
            <p:nvPr/>
          </p:nvGraphicFramePr>
          <p:xfrm>
            <a:off x="1994" y="3614"/>
            <a:ext cx="157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256" name="Equation" r:id="rId18" imgW="2486093" imgH="552298" progId="Equation.DSMT4">
                    <p:embed/>
                  </p:oleObj>
                </mc:Choice>
                <mc:Fallback>
                  <p:oleObj name="Equation" r:id="rId18" imgW="2486093" imgH="552298" progId="Equation.DSMT4">
                    <p:embed/>
                    <p:pic>
                      <p:nvPicPr>
                        <p:cNvPr id="924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4" y="3614"/>
                          <a:ext cx="157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2" name="Rectangle 28"/>
            <p:cNvSpPr>
              <a:spLocks noChangeArrowheads="1"/>
            </p:cNvSpPr>
            <p:nvPr/>
          </p:nvSpPr>
          <p:spPr bwMode="auto">
            <a:xfrm>
              <a:off x="633" y="3902"/>
              <a:ext cx="34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>
                  <a:ea typeface="楷体_GB2312" pitchFamily="49" charset="-122"/>
                </a:rPr>
                <a:t>即</a:t>
              </a:r>
            </a:p>
          </p:txBody>
        </p:sp>
        <p:graphicFrame>
          <p:nvGraphicFramePr>
            <p:cNvPr id="9243" name="Object 29"/>
            <p:cNvGraphicFramePr>
              <a:graphicFrameLocks noChangeAspect="1"/>
            </p:cNvGraphicFramePr>
            <p:nvPr/>
          </p:nvGraphicFramePr>
          <p:xfrm>
            <a:off x="1042" y="3936"/>
            <a:ext cx="141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257" name="Equation" r:id="rId20" imgW="2247900" imgH="495300" progId="Equation.DSMT4">
                    <p:embed/>
                  </p:oleObj>
                </mc:Choice>
                <mc:Fallback>
                  <p:oleObj name="Equation" r:id="rId20" imgW="2247900" imgH="495300" progId="Equation.DSMT4">
                    <p:embed/>
                    <p:pic>
                      <p:nvPicPr>
                        <p:cNvPr id="9243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2" y="3936"/>
                          <a:ext cx="1416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1476375" y="1412875"/>
            <a:ext cx="6826250" cy="1603375"/>
            <a:chOff x="930" y="890"/>
            <a:chExt cx="4300" cy="1010"/>
          </a:xfrm>
        </p:grpSpPr>
        <p:grpSp>
          <p:nvGrpSpPr>
            <p:cNvPr id="9224" name="Group 30"/>
            <p:cNvGrpSpPr>
              <a:grpSpLocks/>
            </p:cNvGrpSpPr>
            <p:nvPr/>
          </p:nvGrpSpPr>
          <p:grpSpPr bwMode="auto">
            <a:xfrm>
              <a:off x="930" y="890"/>
              <a:ext cx="4257" cy="1010"/>
              <a:chOff x="705" y="877"/>
              <a:chExt cx="4257" cy="1010"/>
            </a:xfrm>
          </p:grpSpPr>
          <p:graphicFrame>
            <p:nvGraphicFramePr>
              <p:cNvPr id="9226" name="Object 6"/>
              <p:cNvGraphicFramePr>
                <a:graphicFrameLocks noChangeAspect="1"/>
              </p:cNvGraphicFramePr>
              <p:nvPr/>
            </p:nvGraphicFramePr>
            <p:xfrm>
              <a:off x="1066" y="1616"/>
              <a:ext cx="3896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9258" name="Equation" r:id="rId22" imgW="6184900" imgH="431800" progId="Equation.DSMT4">
                      <p:embed/>
                    </p:oleObj>
                  </mc:Choice>
                  <mc:Fallback>
                    <p:oleObj name="Equation" r:id="rId22" imgW="6184900" imgH="431800" progId="Equation.DSMT4">
                      <p:embed/>
                      <p:pic>
                        <p:nvPicPr>
                          <p:cNvPr id="9226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6" y="1616"/>
                            <a:ext cx="3896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7" name="Object 7"/>
              <p:cNvGraphicFramePr>
                <a:graphicFrameLocks noChangeAspect="1"/>
              </p:cNvGraphicFramePr>
              <p:nvPr/>
            </p:nvGraphicFramePr>
            <p:xfrm>
              <a:off x="1099" y="1305"/>
              <a:ext cx="1872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9259" name="Equation" r:id="rId24" imgW="2971800" imgH="495300" progId="Equation.DSMT4">
                      <p:embed/>
                    </p:oleObj>
                  </mc:Choice>
                  <mc:Fallback>
                    <p:oleObj name="Equation" r:id="rId24" imgW="2971800" imgH="495300" progId="Equation.DSMT4">
                      <p:embed/>
                      <p:pic>
                        <p:nvPicPr>
                          <p:cNvPr id="9227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9" y="1305"/>
                            <a:ext cx="1872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228" name="Group 9"/>
              <p:cNvGrpSpPr>
                <a:grpSpLocks/>
              </p:cNvGrpSpPr>
              <p:nvPr/>
            </p:nvGrpSpPr>
            <p:grpSpPr bwMode="auto">
              <a:xfrm>
                <a:off x="705" y="877"/>
                <a:ext cx="3295" cy="376"/>
                <a:chOff x="975" y="1013"/>
                <a:chExt cx="3295" cy="376"/>
              </a:xfrm>
            </p:grpSpPr>
            <p:sp>
              <p:nvSpPr>
                <p:cNvPr id="9230" name="Rectangle 10"/>
                <p:cNvSpPr>
                  <a:spLocks noChangeArrowheads="1"/>
                </p:cNvSpPr>
                <p:nvPr/>
              </p:nvSpPr>
              <p:spPr bwMode="auto">
                <a:xfrm>
                  <a:off x="975" y="1026"/>
                  <a:ext cx="3295" cy="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SzPct val="80000"/>
                    <a:buBlip>
                      <a:blip r:embed="rId3"/>
                    </a:buBlip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65000"/>
                    <a:buFont typeface="Wingdings" panose="05000000000000000000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65000"/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SzTx/>
                    <a:buFontTx/>
                    <a:buNone/>
                  </a:pPr>
                  <a:r>
                    <a:rPr lang="zh-CN" altLang="en-US" sz="2800" b="1" dirty="0">
                      <a:solidFill>
                        <a:schemeClr val="tx2"/>
                      </a:solidFill>
                      <a:latin typeface="楷体_GB2312" pitchFamily="49" charset="-122"/>
                      <a:ea typeface="楷体_GB2312" pitchFamily="49" charset="-122"/>
                    </a:rPr>
                    <a:t>设ｎ阶方阵　　　　的特征值为</a:t>
                  </a:r>
                </a:p>
              </p:txBody>
            </p:sp>
            <p:graphicFrame>
              <p:nvGraphicFramePr>
                <p:cNvPr id="9231" name="Object 11"/>
                <p:cNvGraphicFramePr>
                  <a:graphicFrameLocks noChangeAspect="1"/>
                </p:cNvGraphicFramePr>
                <p:nvPr/>
              </p:nvGraphicFramePr>
              <p:xfrm>
                <a:off x="2154" y="1013"/>
                <a:ext cx="832" cy="3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19260" name="Equation" r:id="rId26" imgW="1320800" imgH="596900" progId="Equation.DSMT4">
                        <p:embed/>
                      </p:oleObj>
                    </mc:Choice>
                    <mc:Fallback>
                      <p:oleObj name="Equation" r:id="rId26" imgW="1320800" imgH="596900" progId="Equation.DSMT4">
                        <p:embed/>
                        <p:pic>
                          <p:nvPicPr>
                            <p:cNvPr id="9231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54" y="1013"/>
                              <a:ext cx="832" cy="3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0000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6350" algn="ctr">
                                  <a:solidFill>
                                    <a:srgbClr val="FF99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9229" name="Rectangle 12"/>
              <p:cNvSpPr>
                <a:spLocks noChangeArrowheads="1"/>
              </p:cNvSpPr>
              <p:nvPr/>
            </p:nvSpPr>
            <p:spPr bwMode="auto">
              <a:xfrm>
                <a:off x="748" y="1253"/>
                <a:ext cx="342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l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5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SzTx/>
                  <a:buFontTx/>
                  <a:buNone/>
                </a:pPr>
                <a:r>
                  <a:rPr lang="zh-CN" altLang="en-US" sz="28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rPr>
                  <a:t>则</a:t>
                </a:r>
              </a:p>
            </p:txBody>
          </p:sp>
        </p:grpSp>
        <p:graphicFrame>
          <p:nvGraphicFramePr>
            <p:cNvPr id="9225" name="Object 33"/>
            <p:cNvGraphicFramePr>
              <a:graphicFrameLocks noChangeAspect="1"/>
            </p:cNvGraphicFramePr>
            <p:nvPr/>
          </p:nvGraphicFramePr>
          <p:xfrm>
            <a:off x="4150" y="935"/>
            <a:ext cx="10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261" name="Equation" r:id="rId28" imgW="1714500" imgH="431800" progId="Equation.DSMT4">
                    <p:embed/>
                  </p:oleObj>
                </mc:Choice>
                <mc:Fallback>
                  <p:oleObj name="Equation" r:id="rId28" imgW="1714500" imgH="431800" progId="Equation.DSMT4">
                    <p:embed/>
                    <p:pic>
                      <p:nvPicPr>
                        <p:cNvPr id="9225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935"/>
                          <a:ext cx="108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227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23850" y="333375"/>
            <a:ext cx="126378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证明</a:t>
            </a: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ea typeface="楷体_GB2312" pitchFamily="49" charset="-122"/>
              </a:rPr>
              <a:t>②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1476375" y="333375"/>
            <a:ext cx="1985137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因为行列式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250825" y="2909888"/>
            <a:ext cx="63373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它的展开式中，主对角线上元素的乘积</a:t>
            </a: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61740"/>
              </p:ext>
            </p:extLst>
          </p:nvPr>
        </p:nvGraphicFramePr>
        <p:xfrm>
          <a:off x="2339975" y="3498850"/>
          <a:ext cx="4279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9754" name="Equation" r:id="rId4" imgW="4257537" imgH="485729" progId="Equation.DSMT4">
                  <p:embed/>
                </p:oleObj>
              </mc:Choice>
              <mc:Fallback>
                <p:oleObj name="Equation" r:id="rId4" imgW="4257537" imgH="485729" progId="Equation.DSMT4">
                  <p:embed/>
                  <p:pic>
                    <p:nvPicPr>
                      <p:cNvPr id="204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498850"/>
                        <a:ext cx="4279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401468"/>
              </p:ext>
            </p:extLst>
          </p:nvPr>
        </p:nvGraphicFramePr>
        <p:xfrm>
          <a:off x="692150" y="1633538"/>
          <a:ext cx="1346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9755" name="Equation" r:id="rId6" imgW="1333440" imgH="495000" progId="Equation.DSMT4">
                  <p:embed/>
                </p:oleObj>
              </mc:Choice>
              <mc:Fallback>
                <p:oleObj name="Equation" r:id="rId6" imgW="1333440" imgH="495000" progId="Equation.DSMT4">
                  <p:embed/>
                  <p:pic>
                    <p:nvPicPr>
                      <p:cNvPr id="20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1633538"/>
                        <a:ext cx="13462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211138" y="4006850"/>
            <a:ext cx="8837974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是其中的一项，由行列式的定义，展开式中的其它项至</a:t>
            </a: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211138" y="4510088"/>
            <a:ext cx="5591893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多含ｎ－２个主对角线上的元素，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17488" y="5014913"/>
            <a:ext cx="8477249" cy="541337"/>
            <a:chOff x="137" y="3113"/>
            <a:chExt cx="5340" cy="341"/>
          </a:xfrm>
        </p:grpSpPr>
        <p:sp>
          <p:nvSpPr>
            <p:cNvPr id="10256" name="Rectangle 12"/>
            <p:cNvSpPr>
              <a:spLocks noChangeArrowheads="1"/>
            </p:cNvSpPr>
            <p:nvPr/>
          </p:nvSpPr>
          <p:spPr bwMode="auto">
            <a:xfrm>
              <a:off x="137" y="3113"/>
              <a:ext cx="5340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>
                  <a:ea typeface="楷体_GB2312" pitchFamily="49" charset="-122"/>
                </a:rPr>
                <a:t>含　　　　的项只能在主对角线上元素的乘积项中．</a:t>
              </a:r>
            </a:p>
          </p:txBody>
        </p:sp>
        <p:graphicFrame>
          <p:nvGraphicFramePr>
            <p:cNvPr id="10257" name="Object 13"/>
            <p:cNvGraphicFramePr>
              <a:graphicFrameLocks noChangeAspect="1"/>
            </p:cNvGraphicFramePr>
            <p:nvPr/>
          </p:nvGraphicFramePr>
          <p:xfrm>
            <a:off x="459" y="3158"/>
            <a:ext cx="87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9756" name="Equation" r:id="rId8" imgW="1384300" imgH="469900" progId="Equation.DSMT4">
                    <p:embed/>
                  </p:oleObj>
                </mc:Choice>
                <mc:Fallback>
                  <p:oleObj name="Equation" r:id="rId8" imgW="1384300" imgH="469900" progId="Equation.DSMT4">
                    <p:embed/>
                    <p:pic>
                      <p:nvPicPr>
                        <p:cNvPr id="1025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" y="3158"/>
                          <a:ext cx="87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4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837277"/>
              </p:ext>
            </p:extLst>
          </p:nvPr>
        </p:nvGraphicFramePr>
        <p:xfrm>
          <a:off x="1363663" y="5589588"/>
          <a:ext cx="67437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9757" name="Equation" r:id="rId10" imgW="6743520" imgH="520560" progId="Equation.DSMT4">
                  <p:embed/>
                </p:oleObj>
              </mc:Choice>
              <mc:Fallback>
                <p:oleObj name="Equation" r:id="rId10" imgW="6743520" imgH="520560" progId="Equation.DSMT4">
                  <p:embed/>
                  <p:pic>
                    <p:nvPicPr>
                      <p:cNvPr id="204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5589588"/>
                        <a:ext cx="67437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250825" y="5575300"/>
            <a:ext cx="903109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故有</a:t>
            </a:r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250825" y="6094413"/>
            <a:ext cx="1985137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比较①，有</a:t>
            </a:r>
          </a:p>
        </p:txBody>
      </p:sp>
      <p:graphicFrame>
        <p:nvGraphicFramePr>
          <p:cNvPr id="204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895687"/>
              </p:ext>
            </p:extLst>
          </p:nvPr>
        </p:nvGraphicFramePr>
        <p:xfrm>
          <a:off x="2195513" y="6167438"/>
          <a:ext cx="54229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9758" name="Equation" r:id="rId12" imgW="5422900" imgH="431800" progId="Equation.DSMT4">
                  <p:embed/>
                </p:oleObj>
              </mc:Choice>
              <mc:Fallback>
                <p:oleObj name="Equation" r:id="rId12" imgW="5422900" imgH="431800" progId="Equation.DSMT4">
                  <p:embed/>
                  <p:pic>
                    <p:nvPicPr>
                      <p:cNvPr id="2049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6167438"/>
                        <a:ext cx="54229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525054"/>
              </p:ext>
            </p:extLst>
          </p:nvPr>
        </p:nvGraphicFramePr>
        <p:xfrm>
          <a:off x="2051050" y="838200"/>
          <a:ext cx="46736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9759" name="Equation" r:id="rId14" imgW="4673600" imgH="2095500" progId="Equation.DSMT4">
                  <p:embed/>
                </p:oleObj>
              </mc:Choice>
              <mc:Fallback>
                <p:oleObj name="Equation" r:id="rId14" imgW="4673600" imgH="2095500" progId="Equation.DSMT4">
                  <p:embed/>
                  <p:pic>
                    <p:nvPicPr>
                      <p:cNvPr id="2049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838200"/>
                        <a:ext cx="46736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5508625" y="4510088"/>
            <a:ext cx="3427839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因此，特征多项式中</a:t>
            </a:r>
          </a:p>
        </p:txBody>
      </p:sp>
    </p:spTree>
    <p:extLst>
      <p:ext uri="{BB962C8B-B14F-4D97-AF65-F5344CB8AC3E}">
        <p14:creationId xmlns:p14="http://schemas.microsoft.com/office/powerpoint/2010/main" val="336012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" dur="80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" dur="80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80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7" dur="80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8" dur="80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80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2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8" dur="80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9" dur="80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80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4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5" grpId="0"/>
      <p:bldP spid="20486" grpId="0"/>
      <p:bldP spid="20489" grpId="0"/>
      <p:bldP spid="20490" grpId="0"/>
      <p:bldP spid="20495" grpId="0"/>
      <p:bldP spid="20496" grpId="0"/>
      <p:bldP spid="204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0" y="620713"/>
            <a:ext cx="91646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性质</a:t>
            </a:r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阶矩阵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是奇异矩阵的充要条件是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有一个特征值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为零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0" y="1773238"/>
            <a:ext cx="9342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推论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阶矩阵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可逆的充要条件是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的任一特征值不为零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573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0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95288" y="476250"/>
            <a:ext cx="6135311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4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若数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λ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为矩阵的</a:t>
            </a:r>
            <a:r>
              <a:rPr lang="zh-CN" altLang="en-US" sz="2800" b="1" i="1" dirty="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的特征值，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47650" y="1068388"/>
            <a:ext cx="6811965" cy="539750"/>
            <a:chOff x="249" y="2151"/>
            <a:chExt cx="4291" cy="340"/>
          </a:xfrm>
        </p:grpSpPr>
        <p:sp>
          <p:nvSpPr>
            <p:cNvPr id="12308" name="Rectangle 6"/>
            <p:cNvSpPr>
              <a:spLocks noChangeArrowheads="1"/>
            </p:cNvSpPr>
            <p:nvPr/>
          </p:nvSpPr>
          <p:spPr bwMode="auto">
            <a:xfrm>
              <a:off x="1093" y="2151"/>
              <a:ext cx="3447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则 　 为　 的特征值．（</a:t>
              </a:r>
              <a:r>
                <a:rPr lang="en-US" altLang="zh-CN" sz="2800" b="1" i="1" dirty="0">
                  <a:latin typeface="+mn-lt"/>
                  <a:ea typeface="楷体_GB2312" pitchFamily="49" charset="-122"/>
                </a:rPr>
                <a:t>A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可逆）</a:t>
              </a:r>
            </a:p>
          </p:txBody>
        </p:sp>
        <p:sp>
          <p:nvSpPr>
            <p:cNvPr id="23559" name="Text Box 7"/>
            <p:cNvSpPr txBox="1">
              <a:spLocks noChangeArrowheads="1"/>
            </p:cNvSpPr>
            <p:nvPr/>
          </p:nvSpPr>
          <p:spPr bwMode="auto">
            <a:xfrm>
              <a:off x="249" y="2160"/>
              <a:ext cx="680" cy="331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defRPr sz="28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楷体_GB2312" pitchFamily="49" charset="-122"/>
                  <a:ea typeface="楷体_GB2312" pitchFamily="49" charset="-122"/>
                </a:defRPr>
              </a:lvl1pPr>
            </a:lstStyle>
            <a:p>
              <a:r>
                <a:rPr lang="zh-CN" altLang="en-US" dirty="0"/>
                <a:t>（</a:t>
              </a:r>
              <a:r>
                <a:rPr lang="en-US" altLang="zh-CN" dirty="0"/>
                <a:t>1</a:t>
              </a:r>
              <a:r>
                <a:rPr lang="zh-CN" altLang="en-US" dirty="0"/>
                <a:t>）</a:t>
              </a:r>
            </a:p>
          </p:txBody>
        </p:sp>
        <p:graphicFrame>
          <p:nvGraphicFramePr>
            <p:cNvPr id="12310" name="Object 8"/>
            <p:cNvGraphicFramePr>
              <a:graphicFrameLocks noChangeAspect="1"/>
            </p:cNvGraphicFramePr>
            <p:nvPr/>
          </p:nvGraphicFramePr>
          <p:xfrm>
            <a:off x="1389" y="2184"/>
            <a:ext cx="31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071" name="Equation" r:id="rId4" imgW="495085" imgH="393529" progId="Equation.DSMT4">
                    <p:embed/>
                  </p:oleObj>
                </mc:Choice>
                <mc:Fallback>
                  <p:oleObj name="Equation" r:id="rId4" imgW="495085" imgH="393529" progId="Equation.DSMT4">
                    <p:embed/>
                    <p:pic>
                      <p:nvPicPr>
                        <p:cNvPr id="1231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9" y="2184"/>
                          <a:ext cx="312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1" name="Object 9"/>
            <p:cNvGraphicFramePr>
              <a:graphicFrameLocks noChangeAspect="1"/>
            </p:cNvGraphicFramePr>
            <p:nvPr/>
          </p:nvGraphicFramePr>
          <p:xfrm>
            <a:off x="1927" y="2192"/>
            <a:ext cx="3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072" name="Equation" r:id="rId6" imgW="520474" imgH="380835" progId="Equation.DSMT4">
                    <p:embed/>
                  </p:oleObj>
                </mc:Choice>
                <mc:Fallback>
                  <p:oleObj name="Equation" r:id="rId6" imgW="520474" imgH="380835" progId="Equation.DSMT4">
                    <p:embed/>
                    <p:pic>
                      <p:nvPicPr>
                        <p:cNvPr id="1231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2192"/>
                          <a:ext cx="32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47650" y="1614488"/>
            <a:ext cx="5111751" cy="539750"/>
            <a:chOff x="249" y="2867"/>
            <a:chExt cx="3220" cy="340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1093" y="2867"/>
              <a:ext cx="2376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则 　 为　 的特征值．</a:t>
              </a:r>
            </a:p>
          </p:txBody>
        </p:sp>
        <p:sp>
          <p:nvSpPr>
            <p:cNvPr id="23564" name="Text Box 12"/>
            <p:cNvSpPr txBox="1">
              <a:spLocks noChangeArrowheads="1"/>
            </p:cNvSpPr>
            <p:nvPr/>
          </p:nvSpPr>
          <p:spPr bwMode="auto">
            <a:xfrm>
              <a:off x="249" y="2876"/>
              <a:ext cx="680" cy="331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defRPr sz="28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楷体_GB2312" pitchFamily="49" charset="-122"/>
                  <a:ea typeface="楷体_GB2312" pitchFamily="49" charset="-122"/>
                </a:defRPr>
              </a:lvl1pPr>
            </a:lstStyle>
            <a:p>
              <a:r>
                <a:rPr lang="zh-CN" altLang="en-US" dirty="0"/>
                <a:t>（</a:t>
              </a:r>
              <a:r>
                <a:rPr lang="en-US" altLang="zh-CN" dirty="0"/>
                <a:t>2</a:t>
              </a:r>
              <a:r>
                <a:rPr lang="zh-CN" altLang="en-US" dirty="0"/>
                <a:t>）</a:t>
              </a:r>
            </a:p>
          </p:txBody>
        </p:sp>
        <p:graphicFrame>
          <p:nvGraphicFramePr>
            <p:cNvPr id="12306" name="Object 13"/>
            <p:cNvGraphicFramePr>
              <a:graphicFrameLocks noChangeAspect="1"/>
            </p:cNvGraphicFramePr>
            <p:nvPr/>
          </p:nvGraphicFramePr>
          <p:xfrm>
            <a:off x="1401" y="2924"/>
            <a:ext cx="28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073" name="Equation" r:id="rId8" imgW="457002" imgH="317362" progId="Equation.DSMT4">
                    <p:embed/>
                  </p:oleObj>
                </mc:Choice>
                <mc:Fallback>
                  <p:oleObj name="Equation" r:id="rId8" imgW="457002" imgH="317362" progId="Equation.DSMT4">
                    <p:embed/>
                    <p:pic>
                      <p:nvPicPr>
                        <p:cNvPr id="1230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1" y="2924"/>
                          <a:ext cx="28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7" name="Object 14"/>
            <p:cNvGraphicFramePr>
              <a:graphicFrameLocks noChangeAspect="1"/>
            </p:cNvGraphicFramePr>
            <p:nvPr/>
          </p:nvGraphicFramePr>
          <p:xfrm>
            <a:off x="1951" y="2928"/>
            <a:ext cx="28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074" name="Equation" r:id="rId10" imgW="444114" imgH="317225" progId="Equation.DSMT4">
                    <p:embed/>
                  </p:oleObj>
                </mc:Choice>
                <mc:Fallback>
                  <p:oleObj name="Equation" r:id="rId10" imgW="444114" imgH="317225" progId="Equation.DSMT4">
                    <p:embed/>
                    <p:pic>
                      <p:nvPicPr>
                        <p:cNvPr id="12307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1" y="2928"/>
                          <a:ext cx="28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47650" y="2147888"/>
            <a:ext cx="7172326" cy="1171575"/>
            <a:chOff x="249" y="3285"/>
            <a:chExt cx="4518" cy="738"/>
          </a:xfrm>
        </p:grpSpPr>
        <p:sp>
          <p:nvSpPr>
            <p:cNvPr id="12300" name="Rectangle 16"/>
            <p:cNvSpPr>
              <a:spLocks noChangeArrowheads="1"/>
            </p:cNvSpPr>
            <p:nvPr/>
          </p:nvSpPr>
          <p:spPr bwMode="auto">
            <a:xfrm>
              <a:off x="1093" y="3285"/>
              <a:ext cx="3674" cy="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SzTx/>
                <a:buNone/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则 　 　为　 的特征值．（</a:t>
              </a:r>
              <a:r>
                <a:rPr lang="en-US" altLang="zh-CN" sz="2800" b="1" i="1" dirty="0">
                  <a:latin typeface="+mj-lt"/>
                  <a:ea typeface="楷体_GB2312" pitchFamily="49" charset="-122"/>
                </a:rPr>
                <a:t>A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可逆）</a:t>
              </a:r>
            </a:p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3569" name="Text Box 17"/>
            <p:cNvSpPr txBox="1">
              <a:spLocks noChangeArrowheads="1"/>
            </p:cNvSpPr>
            <p:nvPr/>
          </p:nvSpPr>
          <p:spPr bwMode="auto">
            <a:xfrm>
              <a:off x="249" y="3294"/>
              <a:ext cx="680" cy="331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defRPr sz="28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楷体_GB2312" pitchFamily="49" charset="-122"/>
                  <a:ea typeface="楷体_GB2312" pitchFamily="49" charset="-122"/>
                </a:defRPr>
              </a:lvl1pPr>
            </a:lstStyle>
            <a:p>
              <a:r>
                <a:rPr lang="zh-CN" altLang="en-US" dirty="0"/>
                <a:t>（</a:t>
              </a:r>
              <a:r>
                <a:rPr lang="en-US" altLang="zh-CN" dirty="0"/>
                <a:t>3</a:t>
              </a:r>
              <a:r>
                <a:rPr lang="zh-CN" altLang="en-US" dirty="0"/>
                <a:t>）</a:t>
              </a:r>
            </a:p>
          </p:txBody>
        </p:sp>
        <p:graphicFrame>
          <p:nvGraphicFramePr>
            <p:cNvPr id="12302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1068181"/>
                </p:ext>
              </p:extLst>
            </p:nvPr>
          </p:nvGraphicFramePr>
          <p:xfrm>
            <a:off x="1367" y="3313"/>
            <a:ext cx="56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075" name="Equation" r:id="rId12" imgW="889000" imgH="508000" progId="Equation.DSMT4">
                    <p:embed/>
                  </p:oleObj>
                </mc:Choice>
                <mc:Fallback>
                  <p:oleObj name="Equation" r:id="rId12" imgW="889000" imgH="508000" progId="Equation.DSMT4">
                    <p:embed/>
                    <p:pic>
                      <p:nvPicPr>
                        <p:cNvPr id="1230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7" y="3313"/>
                          <a:ext cx="56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3" name="Object 19"/>
            <p:cNvGraphicFramePr>
              <a:graphicFrameLocks noChangeAspect="1"/>
            </p:cNvGraphicFramePr>
            <p:nvPr/>
          </p:nvGraphicFramePr>
          <p:xfrm>
            <a:off x="2170" y="3327"/>
            <a:ext cx="25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076" name="Equation" r:id="rId14" imgW="406224" imgH="380835" progId="Equation.DSMT4">
                    <p:embed/>
                  </p:oleObj>
                </mc:Choice>
                <mc:Fallback>
                  <p:oleObj name="Equation" r:id="rId14" imgW="406224" imgH="380835" progId="Equation.DSMT4">
                    <p:embed/>
                    <p:pic>
                      <p:nvPicPr>
                        <p:cNvPr id="1230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0" y="3327"/>
                          <a:ext cx="25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247650" y="2724150"/>
            <a:ext cx="5111751" cy="539750"/>
            <a:chOff x="249" y="3684"/>
            <a:chExt cx="3220" cy="340"/>
          </a:xfrm>
        </p:grpSpPr>
        <p:sp>
          <p:nvSpPr>
            <p:cNvPr id="12296" name="Rectangle 21"/>
            <p:cNvSpPr>
              <a:spLocks noChangeArrowheads="1"/>
            </p:cNvSpPr>
            <p:nvPr/>
          </p:nvSpPr>
          <p:spPr bwMode="auto">
            <a:xfrm>
              <a:off x="1093" y="3684"/>
              <a:ext cx="2376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l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则 　 为　 的特征值．</a:t>
              </a:r>
            </a:p>
          </p:txBody>
        </p:sp>
        <p:sp>
          <p:nvSpPr>
            <p:cNvPr id="23574" name="Text Box 22"/>
            <p:cNvSpPr txBox="1">
              <a:spLocks noChangeArrowheads="1"/>
            </p:cNvSpPr>
            <p:nvPr/>
          </p:nvSpPr>
          <p:spPr bwMode="auto">
            <a:xfrm>
              <a:off x="249" y="3693"/>
              <a:ext cx="680" cy="331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defPPr>
                <a:defRPr lang="zh-CN"/>
              </a:defPPr>
              <a:lvl1pPr eaLnBrk="1" hangingPunct="1">
                <a:spcBef>
                  <a:spcPct val="50000"/>
                </a:spcBef>
                <a:defRPr sz="2800" b="1">
                  <a:solidFill>
                    <a:schemeClr val="bg2">
                      <a:lumMod val="60000"/>
                      <a:lumOff val="40000"/>
                    </a:schemeClr>
                  </a:solidFill>
                  <a:latin typeface="楷体_GB2312" pitchFamily="49" charset="-122"/>
                  <a:ea typeface="楷体_GB2312" pitchFamily="49" charset="-122"/>
                </a:defRPr>
              </a:lvl1pPr>
            </a:lstStyle>
            <a:p>
              <a:r>
                <a:rPr lang="zh-CN" altLang="en-US" dirty="0"/>
                <a:t>（</a:t>
              </a:r>
              <a:r>
                <a:rPr lang="en-US" altLang="zh-CN" dirty="0"/>
                <a:t>4</a:t>
              </a:r>
              <a:r>
                <a:rPr lang="zh-CN" altLang="en-US" dirty="0"/>
                <a:t>）</a:t>
              </a:r>
            </a:p>
          </p:txBody>
        </p:sp>
        <p:graphicFrame>
          <p:nvGraphicFramePr>
            <p:cNvPr id="12298" name="Object 23"/>
            <p:cNvGraphicFramePr>
              <a:graphicFrameLocks noChangeAspect="1"/>
            </p:cNvGraphicFramePr>
            <p:nvPr/>
          </p:nvGraphicFramePr>
          <p:xfrm>
            <a:off x="1375" y="3717"/>
            <a:ext cx="2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077" name="Equation" r:id="rId16" imgW="444307" imgH="393529" progId="Equation.DSMT4">
                    <p:embed/>
                  </p:oleObj>
                </mc:Choice>
                <mc:Fallback>
                  <p:oleObj name="Equation" r:id="rId16" imgW="444307" imgH="393529" progId="Equation.DSMT4">
                    <p:embed/>
                    <p:pic>
                      <p:nvPicPr>
                        <p:cNvPr id="12298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5" y="3717"/>
                          <a:ext cx="28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9" name="Object 24"/>
            <p:cNvGraphicFramePr>
              <a:graphicFrameLocks noChangeAspect="1"/>
            </p:cNvGraphicFramePr>
            <p:nvPr/>
          </p:nvGraphicFramePr>
          <p:xfrm>
            <a:off x="1941" y="3726"/>
            <a:ext cx="30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1078" name="Equation" r:id="rId18" imgW="482391" imgH="380835" progId="Equation.DSMT4">
                    <p:embed/>
                  </p:oleObj>
                </mc:Choice>
                <mc:Fallback>
                  <p:oleObj name="Equation" r:id="rId18" imgW="482391" imgH="380835" progId="Equation.DSMT4">
                    <p:embed/>
                    <p:pic>
                      <p:nvPicPr>
                        <p:cNvPr id="12299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1" y="3726"/>
                          <a:ext cx="30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7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839072"/>
              </p:ext>
            </p:extLst>
          </p:nvPr>
        </p:nvGraphicFramePr>
        <p:xfrm>
          <a:off x="395288" y="3429000"/>
          <a:ext cx="8166100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079" name="Equation" r:id="rId20" imgW="2679700" imgH="596900" progId="Equation.DSMT4">
                  <p:embed/>
                </p:oleObj>
              </mc:Choice>
              <mc:Fallback>
                <p:oleObj name="Equation" r:id="rId20" imgW="2679700" imgH="596900" progId="Equation.DSMT4">
                  <p:embed/>
                  <p:pic>
                    <p:nvPicPr>
                      <p:cNvPr id="2357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429000"/>
                        <a:ext cx="8166100" cy="181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247650" y="5675313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  <a:endParaRPr lang="zh-CN" altLang="en-US" sz="2800" b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aphicFrame>
        <p:nvGraphicFramePr>
          <p:cNvPr id="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865293"/>
              </p:ext>
            </p:extLst>
          </p:nvPr>
        </p:nvGraphicFramePr>
        <p:xfrm>
          <a:off x="906463" y="5675313"/>
          <a:ext cx="80549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080" name="Equation" r:id="rId22" imgW="2908080" imgH="203040" progId="Equation.DSMT4">
                  <p:embed/>
                </p:oleObj>
              </mc:Choice>
              <mc:Fallback>
                <p:oleObj name="Equation" r:id="rId22" imgW="2908080" imgH="203040" progId="Equation.DSMT4">
                  <p:embed/>
                  <p:pic>
                    <p:nvPicPr>
                      <p:cNvPr id="225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5675313"/>
                        <a:ext cx="80549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171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ChangeArrowheads="1"/>
          </p:cNvSpPr>
          <p:nvPr/>
        </p:nvSpPr>
        <p:spPr bwMode="auto">
          <a:xfrm>
            <a:off x="457200" y="455613"/>
            <a:ext cx="8231188" cy="467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是方阵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的特征值，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依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次是与之对应的特征向量，如果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各不相同，则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推论：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方阵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的两个不同特征值，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ξ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ξ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, … , 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ξ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和 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η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η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, … , 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η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分别是对应于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的线性无关的特征向量，则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ξ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ξ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, … , 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ξ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η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η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, … , 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η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线性无关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9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是方阵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的两个不同的特征值，对应的特征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向量依次为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证明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不是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的特征向量．</a:t>
            </a:r>
          </a:p>
        </p:txBody>
      </p:sp>
    </p:spTree>
    <p:extLst>
      <p:ext uri="{BB962C8B-B14F-4D97-AF65-F5344CB8AC3E}">
        <p14:creationId xmlns:p14="http://schemas.microsoft.com/office/powerpoint/2010/main" val="198643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1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1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21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21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70332" y="1340768"/>
            <a:ext cx="8766164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注：</a:t>
            </a:r>
            <a:endParaRPr lang="en-US" altLang="zh-CN" sz="2800" b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1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n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阶矩阵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有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个特征值（重根按重数计算）；</a:t>
            </a:r>
            <a:endParaRPr lang="en-US" altLang="zh-CN" sz="2800" b="1" dirty="0">
              <a:solidFill>
                <a:schemeClr val="bg2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2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阶矩阵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有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个不同的特征值，则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有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个线性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无关的特征向量；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）属于同一特征值的特征向量的非零线性组合仍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是属于这个特征值的特征向量；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）矩阵的特征向量总是相对于矩阵的特征值而言，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一个特征值具有的特征向量不唯一；一个特征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向量不能属于不同的特征值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505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915816" y="1340768"/>
            <a:ext cx="352742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作业  习题五</a:t>
            </a:r>
            <a:endParaRPr kumimoji="1" lang="en-US" altLang="zh-CN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kumimoji="1" lang="en-US" altLang="zh-CN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6.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12.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13.</a:t>
            </a:r>
            <a:endParaRPr kumimoji="1"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66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lends">
  <a:themeElements>
    <a:clrScheme name="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Blends">
  <a:themeElements>
    <a:clrScheme name="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3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3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4_Blends">
  <a:themeElements>
    <a:clrScheme name="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4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5_Blends">
  <a:themeElements>
    <a:clrScheme name="3_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3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5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6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7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7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8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8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9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楷体_GB2312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9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0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10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11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1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12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1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13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13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14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14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15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15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5.xml><?xml version="1.0" encoding="utf-8"?>
<a:theme xmlns:a="http://schemas.openxmlformats.org/drawingml/2006/main" name="16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16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7.xml><?xml version="1.0" encoding="utf-8"?>
<a:theme xmlns:a="http://schemas.openxmlformats.org/drawingml/2006/main" name="17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8.xml><?xml version="1.0" encoding="utf-8"?>
<a:theme xmlns:a="http://schemas.openxmlformats.org/drawingml/2006/main" name="17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9.xml><?xml version="1.0" encoding="utf-8"?>
<a:theme xmlns:a="http://schemas.openxmlformats.org/drawingml/2006/main" name="18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0.xml><?xml version="1.0" encoding="utf-8"?>
<a:theme xmlns:a="http://schemas.openxmlformats.org/drawingml/2006/main" name="18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1.xml><?xml version="1.0" encoding="utf-8"?>
<a:theme xmlns:a="http://schemas.openxmlformats.org/drawingml/2006/main" name="20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2.xml><?xml version="1.0" encoding="utf-8"?>
<a:theme xmlns:a="http://schemas.openxmlformats.org/drawingml/2006/main" name="20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3.xml><?xml version="1.0" encoding="utf-8"?>
<a:theme xmlns:a="http://schemas.openxmlformats.org/drawingml/2006/main" name="23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1818</TotalTime>
  <Words>641</Words>
  <Application>Microsoft Office PowerPoint</Application>
  <PresentationFormat>全屏显示(4:3)</PresentationFormat>
  <Paragraphs>83</Paragraphs>
  <Slides>14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66" baseType="lpstr">
      <vt:lpstr>楷体_GB2312</vt:lpstr>
      <vt:lpstr>Arial</vt:lpstr>
      <vt:lpstr>Arial Black</vt:lpstr>
      <vt:lpstr>Calibri</vt:lpstr>
      <vt:lpstr>Symbol</vt:lpstr>
      <vt:lpstr>Tahoma</vt:lpstr>
      <vt:lpstr>Times New Roman</vt:lpstr>
      <vt:lpstr>Wingdings</vt:lpstr>
      <vt:lpstr>Office 主题</vt:lpstr>
      <vt:lpstr>Pixel</vt:lpstr>
      <vt:lpstr>Blends</vt:lpstr>
      <vt:lpstr>1_Blends</vt:lpstr>
      <vt:lpstr>1_Pixel</vt:lpstr>
      <vt:lpstr>2_Blends</vt:lpstr>
      <vt:lpstr>2_Pixel</vt:lpstr>
      <vt:lpstr>3_Blends</vt:lpstr>
      <vt:lpstr>3_Pixel</vt:lpstr>
      <vt:lpstr>4_Blends</vt:lpstr>
      <vt:lpstr>4_Pixel</vt:lpstr>
      <vt:lpstr>5_Blends</vt:lpstr>
      <vt:lpstr>5_Pixel</vt:lpstr>
      <vt:lpstr>6_Blends</vt:lpstr>
      <vt:lpstr>6_Pixel</vt:lpstr>
      <vt:lpstr>7_Pixel</vt:lpstr>
      <vt:lpstr>7_Blends</vt:lpstr>
      <vt:lpstr>8_Blends</vt:lpstr>
      <vt:lpstr>8_Pixel</vt:lpstr>
      <vt:lpstr>默认设计模板</vt:lpstr>
      <vt:lpstr>9_Blends</vt:lpstr>
      <vt:lpstr>9_Pixel</vt:lpstr>
      <vt:lpstr>10_Blends</vt:lpstr>
      <vt:lpstr>10_Pixel</vt:lpstr>
      <vt:lpstr>11_Pixel</vt:lpstr>
      <vt:lpstr>11_Blends</vt:lpstr>
      <vt:lpstr>12_Blends</vt:lpstr>
      <vt:lpstr>12_Pixel</vt:lpstr>
      <vt:lpstr>13_Blends</vt:lpstr>
      <vt:lpstr>13_Pixel</vt:lpstr>
      <vt:lpstr>14_Pixel</vt:lpstr>
      <vt:lpstr>14_Blends</vt:lpstr>
      <vt:lpstr>15_Blends</vt:lpstr>
      <vt:lpstr>15_Pixel</vt:lpstr>
      <vt:lpstr>16_Blends</vt:lpstr>
      <vt:lpstr>16_Pixel</vt:lpstr>
      <vt:lpstr>17_Blends</vt:lpstr>
      <vt:lpstr>17_Pixel</vt:lpstr>
      <vt:lpstr>18_Blends</vt:lpstr>
      <vt:lpstr>18_Pixel</vt:lpstr>
      <vt:lpstr>20_Blends</vt:lpstr>
      <vt:lpstr>20_Pixel</vt:lpstr>
      <vt:lpstr>23_Pixel</vt:lpstr>
      <vt:lpstr>Equation</vt:lpstr>
      <vt:lpstr>§2  方阵的特征值与特征向量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Lenovo</cp:lastModifiedBy>
  <cp:revision>73</cp:revision>
  <dcterms:created xsi:type="dcterms:W3CDTF">2012-04-21T04:49:10Z</dcterms:created>
  <dcterms:modified xsi:type="dcterms:W3CDTF">2023-12-27T06:52:26Z</dcterms:modified>
</cp:coreProperties>
</file>