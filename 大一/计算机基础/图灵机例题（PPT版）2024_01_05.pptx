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6400" y="215265"/>
            <a:ext cx="4064000" cy="4328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y=x+1(q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01L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y=x+2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55850" y="215265"/>
            <a:ext cx="2430145" cy="6267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y=x+3(q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endParaRPr lang="en-US" altLang="zh-CN" b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y=x+4(q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70400" y="215265"/>
            <a:ext cx="1827530" cy="6936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y=x+5(q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7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y=2x(q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正负数均符合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baseline="-25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7955" y="5560695"/>
            <a:ext cx="2207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PS:</a:t>
            </a:r>
            <a:r>
              <a:rPr lang="zh-CN" altLang="en-US"/>
              <a:t>颜色只是为了好看，若发现有错误可私信我。</a:t>
            </a:r>
            <a:endParaRPr lang="zh-CN" altLang="en-US"/>
          </a:p>
          <a:p>
            <a:r>
              <a:rPr lang="en-US" altLang="zh-CN"/>
              <a:t>————</a:t>
            </a:r>
            <a:r>
              <a:rPr lang="zh-CN" altLang="en-US"/>
              <a:t>彬彬老师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383655" y="215265"/>
            <a:ext cx="2029460" cy="4231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负数反码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01L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bbRq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y=x-1(q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相当于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y=x+(-1)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88680" y="215265"/>
            <a:ext cx="2077720" cy="6544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y=x-2(q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相当于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y=x+(-2)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y=x-3(q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相当于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y=x+(-3)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326370" y="215265"/>
            <a:ext cx="6096000" cy="3594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y=x-4(q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结束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相当于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y=x+(-4)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01Lq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10Lq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endParaRPr lang="en-US" altLang="zh-CN" baseline="-25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00Lq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11Lq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bbNq</a:t>
            </a:r>
            <a:r>
              <a:rPr lang="en-US" altLang="zh-CN" baseline="-250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baseline="-250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MTlkNWZiN2I0NTQ4ZDAyMTBmYzA0OWNjMmMxZDJkMz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WPS 演示</Application>
  <PresentationFormat>宽屏</PresentationFormat>
  <Paragraphs>129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HOU</cp:lastModifiedBy>
  <cp:revision>156</cp:revision>
  <dcterms:created xsi:type="dcterms:W3CDTF">2019-06-19T02:08:00Z</dcterms:created>
  <dcterms:modified xsi:type="dcterms:W3CDTF">2024-01-04T16:49:37Z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9CC29A0C388F4F309E6D0EEAC2211C45_11</vt:lpwstr>
  </property>
</Properties>
</file>