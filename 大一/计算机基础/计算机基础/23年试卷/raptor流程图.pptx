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0799445" cy="143998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35" userDrawn="1">
          <p15:clr>
            <a:srgbClr val="A4A3A4"/>
          </p15:clr>
        </p15:guide>
        <p15:guide id="2" pos="3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4535"/>
        <p:guide pos="340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61929" y="1920089"/>
            <a:ext cx="8680393" cy="5397416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708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061929" y="7476252"/>
            <a:ext cx="8680393" cy="309179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835" spc="200"/>
            </a:lvl1pPr>
            <a:lvl2pPr marL="539750" indent="0" algn="ctr">
              <a:buNone/>
              <a:defRPr sz="2360"/>
            </a:lvl2pPr>
            <a:lvl3pPr marL="1080135" indent="0" algn="ctr">
              <a:buNone/>
              <a:defRPr sz="2125"/>
            </a:lvl3pPr>
            <a:lvl4pPr marL="1619885" indent="0" algn="ctr">
              <a:buNone/>
              <a:defRPr sz="1890"/>
            </a:lvl4pPr>
            <a:lvl5pPr marL="2160270" indent="0" algn="ctr">
              <a:buNone/>
              <a:defRPr sz="1890"/>
            </a:lvl5pPr>
            <a:lvl6pPr marL="2700020" indent="0" algn="ctr">
              <a:buNone/>
              <a:defRPr sz="1890"/>
            </a:lvl6pPr>
            <a:lvl7pPr marL="3239770" indent="0" algn="ctr">
              <a:buNone/>
              <a:defRPr sz="1890"/>
            </a:lvl7pPr>
            <a:lvl8pPr marL="3780155" indent="0" algn="ctr">
              <a:buNone/>
              <a:defRPr sz="1890"/>
            </a:lvl8pPr>
            <a:lvl9pPr marL="4319905" indent="0" algn="ctr">
              <a:buNone/>
              <a:defRPr sz="189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8937" y="1277540"/>
            <a:ext cx="9716810" cy="148164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38937" y="3129594"/>
            <a:ext cx="9716810" cy="99935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763504" y="8081005"/>
            <a:ext cx="6881811" cy="1610153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519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763504" y="9691158"/>
            <a:ext cx="6881811" cy="182181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1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3975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108013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61988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6027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7000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77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8015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0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8937" y="1277540"/>
            <a:ext cx="9716810" cy="148164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38937" y="3152272"/>
            <a:ext cx="4585748" cy="99708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679567" y="3152272"/>
            <a:ext cx="4585748" cy="99708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8937" y="1277540"/>
            <a:ext cx="9716810" cy="148164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38937" y="3001084"/>
            <a:ext cx="4732441" cy="80129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36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39750" indent="0">
              <a:buNone/>
              <a:defRPr sz="2360" b="1"/>
            </a:lvl2pPr>
            <a:lvl3pPr marL="1080135" indent="0">
              <a:buNone/>
              <a:defRPr sz="2125" b="1"/>
            </a:lvl3pPr>
            <a:lvl4pPr marL="1619885" indent="0">
              <a:buNone/>
              <a:defRPr sz="1890" b="1"/>
            </a:lvl4pPr>
            <a:lvl5pPr marL="2160270" indent="0">
              <a:buNone/>
              <a:defRPr sz="1890" b="1"/>
            </a:lvl5pPr>
            <a:lvl6pPr marL="2700020" indent="0">
              <a:buNone/>
              <a:defRPr sz="1890" b="1"/>
            </a:lvl6pPr>
            <a:lvl7pPr marL="3239770" indent="0">
              <a:buNone/>
              <a:defRPr sz="1890" b="1"/>
            </a:lvl7pPr>
            <a:lvl8pPr marL="3780155" indent="0">
              <a:buNone/>
              <a:defRPr sz="1890" b="1"/>
            </a:lvl8pPr>
            <a:lvl9pPr marL="4319905" indent="0">
              <a:buNone/>
              <a:defRPr sz="189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38937" y="3893094"/>
            <a:ext cx="4732441" cy="923003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5523794" y="2985396"/>
            <a:ext cx="4732441" cy="80129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36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39750" indent="0">
              <a:buNone/>
              <a:defRPr sz="2360" b="1"/>
            </a:lvl2pPr>
            <a:lvl3pPr marL="1080135" indent="0">
              <a:buNone/>
              <a:defRPr sz="2125" b="1"/>
            </a:lvl3pPr>
            <a:lvl4pPr marL="1619885" indent="0">
              <a:buNone/>
              <a:defRPr sz="1890" b="1"/>
            </a:lvl4pPr>
            <a:lvl5pPr marL="2160270" indent="0">
              <a:buNone/>
              <a:defRPr sz="1890" b="1"/>
            </a:lvl5pPr>
            <a:lvl6pPr marL="2700020" indent="0">
              <a:buNone/>
              <a:defRPr sz="1890" b="1"/>
            </a:lvl6pPr>
            <a:lvl7pPr marL="3239770" indent="0">
              <a:buNone/>
              <a:defRPr sz="1890" b="1"/>
            </a:lvl7pPr>
            <a:lvl8pPr marL="3780155" indent="0">
              <a:buNone/>
              <a:defRPr sz="1890" b="1"/>
            </a:lvl8pPr>
            <a:lvl9pPr marL="4319905" indent="0">
              <a:buNone/>
              <a:defRPr sz="189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5523794" y="3893094"/>
            <a:ext cx="4732441" cy="923003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8937" y="1277540"/>
            <a:ext cx="9716810" cy="148164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38937" y="3265663"/>
            <a:ext cx="4635599" cy="967604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89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625354" y="3265663"/>
            <a:ext cx="4630393" cy="967604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89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9066259" y="1920089"/>
            <a:ext cx="924803" cy="1056049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3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810000" y="1920089"/>
            <a:ext cx="8122322" cy="10560490"/>
          </a:xfrm>
        </p:spPr>
        <p:txBody>
          <a:bodyPr vert="eaVert" lIns="46800" tIns="46800" rIns="46800" bIns="46800"/>
          <a:lstStyle>
            <a:lvl1pPr marL="269875" indent="-269875">
              <a:spcAft>
                <a:spcPts val="1000"/>
              </a:spcAft>
              <a:defRPr spc="300"/>
            </a:lvl1pPr>
            <a:lvl2pPr marL="810260" indent="-269875">
              <a:defRPr spc="300"/>
            </a:lvl2pPr>
            <a:lvl3pPr marL="1350010" indent="-269875">
              <a:defRPr spc="300"/>
            </a:lvl3pPr>
            <a:lvl4pPr marL="1889760" indent="-269875">
              <a:defRPr spc="300"/>
            </a:lvl4pPr>
            <a:lvl5pPr marL="2430145" indent="-26987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38937" y="1625272"/>
            <a:ext cx="9719999" cy="115129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061929" y="5215990"/>
            <a:ext cx="8680393" cy="213931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708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061929" y="7476252"/>
            <a:ext cx="8680393" cy="99028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83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38937" y="1277540"/>
            <a:ext cx="9716810" cy="148164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38937" y="3129594"/>
            <a:ext cx="9716810" cy="99935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42126" y="13259198"/>
            <a:ext cx="2391732" cy="665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1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646063" y="13259198"/>
            <a:ext cx="3507874" cy="665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7864015" y="13259198"/>
            <a:ext cx="2391732" cy="665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80135" rtl="0" eaLnBrk="1" fontAlgn="auto" latinLnBrk="0" hangingPunct="1">
        <a:lnSpc>
          <a:spcPct val="100000"/>
        </a:lnSpc>
        <a:spcBef>
          <a:spcPct val="0"/>
        </a:spcBef>
        <a:buNone/>
        <a:defRPr sz="425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69875" indent="-269875" algn="l" defTabSz="10801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1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810260" indent="-269875" algn="l" defTabSz="10801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901190" algn="l"/>
          <a:tab pos="1901190" algn="l"/>
          <a:tab pos="1901190" algn="l"/>
          <a:tab pos="1901190" algn="l"/>
        </a:tabLst>
        <a:defRPr sz="18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350010" indent="-269875" algn="l" defTabSz="10801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8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889760" indent="-269875" algn="l" defTabSz="10801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6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430145" indent="-269875" algn="l" defTabSz="10801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6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969895" indent="-269875" algn="l" defTabSz="1080135" rtl="0" eaLnBrk="1" latinLnBrk="0" hangingPunct="1">
        <a:lnSpc>
          <a:spcPct val="90000"/>
        </a:lnSpc>
        <a:spcBef>
          <a:spcPct val="11900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6pPr>
      <a:lvl7pPr marL="3510280" indent="-269875" algn="l" defTabSz="1080135" rtl="0" eaLnBrk="1" latinLnBrk="0" hangingPunct="1">
        <a:lnSpc>
          <a:spcPct val="90000"/>
        </a:lnSpc>
        <a:spcBef>
          <a:spcPct val="11900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7pPr>
      <a:lvl8pPr marL="4050030" indent="-269875" algn="l" defTabSz="1080135" rtl="0" eaLnBrk="1" latinLnBrk="0" hangingPunct="1">
        <a:lnSpc>
          <a:spcPct val="90000"/>
        </a:lnSpc>
        <a:spcBef>
          <a:spcPct val="11900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8pPr>
      <a:lvl9pPr marL="4589780" indent="-269875" algn="l" defTabSz="1080135" rtl="0" eaLnBrk="1" latinLnBrk="0" hangingPunct="1">
        <a:lnSpc>
          <a:spcPct val="90000"/>
        </a:lnSpc>
        <a:spcBef>
          <a:spcPct val="11900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3pPr>
      <a:lvl4pPr marL="161988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5pPr>
      <a:lvl6pPr marL="270002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6pPr>
      <a:lvl7pPr marL="323977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8pPr>
      <a:lvl9pPr marL="431990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4863982" y="1129807"/>
            <a:ext cx="1736402" cy="668368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Start</a:t>
            </a:r>
            <a:endParaRPr lang="en-US" altLang="zh-CN" sz="1780"/>
          </a:p>
        </p:txBody>
      </p:sp>
      <p:sp>
        <p:nvSpPr>
          <p:cNvPr id="6" name="平行四边形 5"/>
          <p:cNvSpPr/>
          <p:nvPr/>
        </p:nvSpPr>
        <p:spPr>
          <a:xfrm>
            <a:off x="4906884" y="2303967"/>
            <a:ext cx="1650598" cy="724818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“Input n”</a:t>
            </a:r>
            <a:endParaRPr lang="en-US" altLang="zh-CN" sz="1780"/>
          </a:p>
          <a:p>
            <a:pPr algn="ctr"/>
            <a:r>
              <a:rPr lang="en-US" altLang="zh-CN" sz="1780"/>
              <a:t>GET n</a:t>
            </a:r>
            <a:endParaRPr lang="en-US" altLang="zh-CN" sz="1780"/>
          </a:p>
        </p:txBody>
      </p:sp>
      <p:cxnSp>
        <p:nvCxnSpPr>
          <p:cNvPr id="7" name="直接箭头连接符 6"/>
          <p:cNvCxnSpPr>
            <a:stCxn id="5" idx="4"/>
            <a:endCxn id="6" idx="0"/>
          </p:cNvCxnSpPr>
          <p:nvPr/>
        </p:nvCxnSpPr>
        <p:spPr>
          <a:xfrm>
            <a:off x="5732405" y="1798175"/>
            <a:ext cx="0" cy="5054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4782130" y="2303967"/>
            <a:ext cx="3161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菱形 8"/>
          <p:cNvSpPr/>
          <p:nvPr/>
        </p:nvSpPr>
        <p:spPr>
          <a:xfrm>
            <a:off x="4530363" y="3288455"/>
            <a:ext cx="2403641" cy="114029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n&lt;1</a:t>
            </a:r>
            <a:endParaRPr lang="en-US" altLang="zh-CN" sz="1780"/>
          </a:p>
        </p:txBody>
      </p:sp>
      <p:sp>
        <p:nvSpPr>
          <p:cNvPr id="10" name="平行四边形 9"/>
          <p:cNvSpPr/>
          <p:nvPr/>
        </p:nvSpPr>
        <p:spPr>
          <a:xfrm>
            <a:off x="2262201" y="5611937"/>
            <a:ext cx="1650598" cy="724818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PUT</a:t>
            </a:r>
            <a:endParaRPr lang="en-US" altLang="zh-CN" sz="1780"/>
          </a:p>
          <a:p>
            <a:pPr algn="ctr"/>
            <a:r>
              <a:rPr lang="en-US" altLang="zh-CN" sz="1780"/>
              <a:t>”Error</a:t>
            </a:r>
            <a:r>
              <a:rPr lang="zh-CN" altLang="en-US" sz="1780"/>
              <a:t>！</a:t>
            </a:r>
            <a:r>
              <a:rPr lang="en-US" altLang="zh-CN" sz="1780"/>
              <a:t>”</a:t>
            </a:r>
            <a:endParaRPr lang="en-US" altLang="zh-CN" sz="178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3710709" y="6278047"/>
            <a:ext cx="3161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菱形 11"/>
          <p:cNvSpPr/>
          <p:nvPr/>
        </p:nvSpPr>
        <p:spPr>
          <a:xfrm>
            <a:off x="4530363" y="4688415"/>
            <a:ext cx="2403641" cy="92578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n mod 2=0</a:t>
            </a:r>
            <a:endParaRPr lang="en-US" altLang="zh-CN" sz="1780"/>
          </a:p>
        </p:txBody>
      </p:sp>
      <p:cxnSp>
        <p:nvCxnSpPr>
          <p:cNvPr id="13" name="肘形连接符 12"/>
          <p:cNvCxnSpPr/>
          <p:nvPr/>
        </p:nvCxnSpPr>
        <p:spPr>
          <a:xfrm rot="10800000" flipV="1">
            <a:off x="3087500" y="3857471"/>
            <a:ext cx="1424798" cy="1753337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2" idx="1"/>
          </p:cNvCxnSpPr>
          <p:nvPr/>
        </p:nvCxnSpPr>
        <p:spPr>
          <a:xfrm flipH="1">
            <a:off x="3068944" y="5151305"/>
            <a:ext cx="1461135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871885" y="12629611"/>
            <a:ext cx="1720596" cy="35337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a←a*i</a:t>
            </a:r>
            <a:endParaRPr lang="en-US" altLang="zh-CN" sz="1780"/>
          </a:p>
        </p:txBody>
      </p:sp>
      <p:sp>
        <p:nvSpPr>
          <p:cNvPr id="16" name="矩形 15"/>
          <p:cNvSpPr/>
          <p:nvPr/>
        </p:nvSpPr>
        <p:spPr>
          <a:xfrm>
            <a:off x="4871885" y="13279915"/>
            <a:ext cx="1720596" cy="35337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i←i+1</a:t>
            </a:r>
            <a:endParaRPr lang="en-US" altLang="zh-CN" sz="1780"/>
          </a:p>
        </p:txBody>
      </p:sp>
      <p:sp>
        <p:nvSpPr>
          <p:cNvPr id="17" name="椭圆 16"/>
          <p:cNvSpPr/>
          <p:nvPr/>
        </p:nvSpPr>
        <p:spPr>
          <a:xfrm>
            <a:off x="4863982" y="10391933"/>
            <a:ext cx="1736402" cy="668368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Loop</a:t>
            </a:r>
            <a:endParaRPr lang="en-US" altLang="zh-CN" sz="1780"/>
          </a:p>
        </p:txBody>
      </p:sp>
      <p:sp>
        <p:nvSpPr>
          <p:cNvPr id="18" name="菱形 17"/>
          <p:cNvSpPr/>
          <p:nvPr/>
        </p:nvSpPr>
        <p:spPr>
          <a:xfrm>
            <a:off x="4530363" y="11222877"/>
            <a:ext cx="2403641" cy="114029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i&lt;=k</a:t>
            </a:r>
            <a:endParaRPr lang="en-US" altLang="zh-CN" sz="1780"/>
          </a:p>
        </p:txBody>
      </p:sp>
      <p:sp>
        <p:nvSpPr>
          <p:cNvPr id="19" name="椭圆 18"/>
          <p:cNvSpPr/>
          <p:nvPr/>
        </p:nvSpPr>
        <p:spPr>
          <a:xfrm>
            <a:off x="4863982" y="6939641"/>
            <a:ext cx="1736402" cy="668368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Loop</a:t>
            </a:r>
            <a:endParaRPr lang="en-US" altLang="zh-CN" sz="1780"/>
          </a:p>
        </p:txBody>
      </p:sp>
      <p:sp>
        <p:nvSpPr>
          <p:cNvPr id="20" name="菱形 19"/>
          <p:cNvSpPr/>
          <p:nvPr/>
        </p:nvSpPr>
        <p:spPr>
          <a:xfrm>
            <a:off x="4530363" y="7898394"/>
            <a:ext cx="2403641" cy="114029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k&lt;=n</a:t>
            </a:r>
            <a:endParaRPr lang="en-US" altLang="zh-CN" sz="1780"/>
          </a:p>
        </p:txBody>
      </p:sp>
      <p:sp>
        <p:nvSpPr>
          <p:cNvPr id="21" name="平行四边形 20"/>
          <p:cNvSpPr/>
          <p:nvPr/>
        </p:nvSpPr>
        <p:spPr>
          <a:xfrm>
            <a:off x="1390613" y="10552441"/>
            <a:ext cx="2320095" cy="852395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PUT”n=”+n+</a:t>
            </a:r>
            <a:endParaRPr lang="en-US" altLang="zh-CN" sz="1780"/>
          </a:p>
          <a:p>
            <a:pPr algn="ctr"/>
            <a:r>
              <a:rPr lang="en-US" altLang="zh-CN" sz="1780"/>
              <a:t>”</a:t>
            </a:r>
            <a:r>
              <a:rPr lang="en-US" sz="1780"/>
              <a:t>sum=</a:t>
            </a:r>
            <a:r>
              <a:rPr lang="en-US" altLang="zh-CN" sz="1780"/>
              <a:t>”+sum</a:t>
            </a:r>
            <a:endParaRPr lang="en-US" altLang="zh-CN" sz="1780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3482109" y="11404894"/>
            <a:ext cx="3161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20" idx="1"/>
            <a:endCxn id="21" idx="0"/>
          </p:cNvCxnSpPr>
          <p:nvPr/>
        </p:nvCxnSpPr>
        <p:spPr>
          <a:xfrm rot="10800000" flipV="1">
            <a:off x="2550795" y="8468360"/>
            <a:ext cx="1979295" cy="208407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16" idx="2"/>
            <a:endCxn id="17" idx="2"/>
          </p:cNvCxnSpPr>
          <p:nvPr/>
        </p:nvCxnSpPr>
        <p:spPr>
          <a:xfrm rot="5400000" flipH="1">
            <a:off x="3844925" y="11745595"/>
            <a:ext cx="2906395" cy="868045"/>
          </a:xfrm>
          <a:prstGeom prst="bentConnector4">
            <a:avLst>
              <a:gd name="adj1" fmla="val -8193"/>
              <a:gd name="adj2" fmla="val 12743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9" idx="4"/>
            <a:endCxn id="20" idx="0"/>
          </p:cNvCxnSpPr>
          <p:nvPr/>
        </p:nvCxnSpPr>
        <p:spPr>
          <a:xfrm>
            <a:off x="5732326" y="7608644"/>
            <a:ext cx="0" cy="2895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374314" y="8891682"/>
            <a:ext cx="1720596" cy="35337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sum←sum+a</a:t>
            </a:r>
            <a:endParaRPr lang="en-US" altLang="zh-CN" sz="1780"/>
          </a:p>
        </p:txBody>
      </p:sp>
      <p:sp>
        <p:nvSpPr>
          <p:cNvPr id="31" name="矩形 30"/>
          <p:cNvSpPr/>
          <p:nvPr/>
        </p:nvSpPr>
        <p:spPr>
          <a:xfrm>
            <a:off x="7374314" y="9541986"/>
            <a:ext cx="1720596" cy="35337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k←k+2</a:t>
            </a:r>
            <a:endParaRPr lang="en-US" altLang="zh-CN" sz="1780"/>
          </a:p>
        </p:txBody>
      </p:sp>
      <p:cxnSp>
        <p:nvCxnSpPr>
          <p:cNvPr id="32" name="肘形连接符 31"/>
          <p:cNvCxnSpPr>
            <a:stCxn id="18" idx="3"/>
            <a:endCxn id="31" idx="2"/>
          </p:cNvCxnSpPr>
          <p:nvPr/>
        </p:nvCxnSpPr>
        <p:spPr>
          <a:xfrm flipV="1">
            <a:off x="6933565" y="9895205"/>
            <a:ext cx="1301115" cy="189801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30" idx="0"/>
            <a:endCxn id="19" idx="6"/>
          </p:cNvCxnSpPr>
          <p:nvPr/>
        </p:nvCxnSpPr>
        <p:spPr>
          <a:xfrm rot="16200000" flipV="1">
            <a:off x="6608763" y="7265988"/>
            <a:ext cx="1617345" cy="163449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871885" y="5797093"/>
            <a:ext cx="1720596" cy="35337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sum←0</a:t>
            </a:r>
            <a:endParaRPr lang="en-US" altLang="zh-CN" sz="1780"/>
          </a:p>
        </p:txBody>
      </p:sp>
      <p:sp>
        <p:nvSpPr>
          <p:cNvPr id="36" name="矩形 35"/>
          <p:cNvSpPr/>
          <p:nvPr/>
        </p:nvSpPr>
        <p:spPr>
          <a:xfrm>
            <a:off x="4871885" y="6447397"/>
            <a:ext cx="1720596" cy="35337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k←1</a:t>
            </a:r>
            <a:endParaRPr lang="en-US" altLang="zh-CN" sz="1780"/>
          </a:p>
        </p:txBody>
      </p:sp>
      <p:sp>
        <p:nvSpPr>
          <p:cNvPr id="37" name="矩形 36"/>
          <p:cNvSpPr/>
          <p:nvPr/>
        </p:nvSpPr>
        <p:spPr>
          <a:xfrm>
            <a:off x="4871885" y="9213435"/>
            <a:ext cx="1720596" cy="35337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i←1</a:t>
            </a:r>
            <a:endParaRPr lang="en-US" altLang="zh-CN" sz="1780"/>
          </a:p>
        </p:txBody>
      </p:sp>
      <p:sp>
        <p:nvSpPr>
          <p:cNvPr id="38" name="矩形 37"/>
          <p:cNvSpPr/>
          <p:nvPr/>
        </p:nvSpPr>
        <p:spPr>
          <a:xfrm>
            <a:off x="4871885" y="9741819"/>
            <a:ext cx="1720596" cy="35337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780"/>
              <a:t>a←1</a:t>
            </a:r>
            <a:endParaRPr lang="en-US" altLang="zh-CN" sz="1780"/>
          </a:p>
        </p:txBody>
      </p:sp>
      <p:cxnSp>
        <p:nvCxnSpPr>
          <p:cNvPr id="39" name="直接箭头连接符 38"/>
          <p:cNvCxnSpPr>
            <a:stCxn id="6" idx="4"/>
            <a:endCxn id="9" idx="0"/>
          </p:cNvCxnSpPr>
          <p:nvPr/>
        </p:nvCxnSpPr>
        <p:spPr>
          <a:xfrm>
            <a:off x="5732145" y="3028315"/>
            <a:ext cx="0" cy="260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9" idx="2"/>
            <a:endCxn id="12" idx="0"/>
          </p:cNvCxnSpPr>
          <p:nvPr/>
        </p:nvCxnSpPr>
        <p:spPr>
          <a:xfrm>
            <a:off x="5732145" y="4429125"/>
            <a:ext cx="0" cy="259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12" idx="2"/>
            <a:endCxn id="35" idx="0"/>
          </p:cNvCxnSpPr>
          <p:nvPr/>
        </p:nvCxnSpPr>
        <p:spPr>
          <a:xfrm>
            <a:off x="5732145" y="5614035"/>
            <a:ext cx="0" cy="1828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35" idx="2"/>
            <a:endCxn id="36" idx="0"/>
          </p:cNvCxnSpPr>
          <p:nvPr/>
        </p:nvCxnSpPr>
        <p:spPr>
          <a:xfrm>
            <a:off x="5732145" y="6149975"/>
            <a:ext cx="0" cy="2971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36" idx="2"/>
          </p:cNvCxnSpPr>
          <p:nvPr/>
        </p:nvCxnSpPr>
        <p:spPr>
          <a:xfrm>
            <a:off x="5732145" y="6800215"/>
            <a:ext cx="38735" cy="294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20" idx="2"/>
            <a:endCxn id="37" idx="0"/>
          </p:cNvCxnSpPr>
          <p:nvPr/>
        </p:nvCxnSpPr>
        <p:spPr>
          <a:xfrm>
            <a:off x="5732145" y="9038590"/>
            <a:ext cx="0" cy="174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7" idx="2"/>
            <a:endCxn id="38" idx="0"/>
          </p:cNvCxnSpPr>
          <p:nvPr/>
        </p:nvCxnSpPr>
        <p:spPr>
          <a:xfrm>
            <a:off x="5732145" y="9566275"/>
            <a:ext cx="0" cy="1752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38" idx="2"/>
            <a:endCxn id="17" idx="0"/>
          </p:cNvCxnSpPr>
          <p:nvPr/>
        </p:nvCxnSpPr>
        <p:spPr>
          <a:xfrm>
            <a:off x="5732145" y="10094595"/>
            <a:ext cx="0" cy="2971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17" idx="4"/>
            <a:endCxn id="18" idx="0"/>
          </p:cNvCxnSpPr>
          <p:nvPr/>
        </p:nvCxnSpPr>
        <p:spPr>
          <a:xfrm>
            <a:off x="5732145" y="11060430"/>
            <a:ext cx="0" cy="1625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18" idx="2"/>
            <a:endCxn id="15" idx="0"/>
          </p:cNvCxnSpPr>
          <p:nvPr/>
        </p:nvCxnSpPr>
        <p:spPr>
          <a:xfrm>
            <a:off x="5732145" y="12363450"/>
            <a:ext cx="0" cy="2660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15" idx="2"/>
            <a:endCxn id="16" idx="0"/>
          </p:cNvCxnSpPr>
          <p:nvPr/>
        </p:nvCxnSpPr>
        <p:spPr>
          <a:xfrm>
            <a:off x="5732145" y="12982575"/>
            <a:ext cx="0" cy="2971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31" idx="0"/>
            <a:endCxn id="30" idx="2"/>
          </p:cNvCxnSpPr>
          <p:nvPr/>
        </p:nvCxnSpPr>
        <p:spPr>
          <a:xfrm flipV="1">
            <a:off x="8234680" y="9244965"/>
            <a:ext cx="0" cy="2971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3482340" y="3489325"/>
            <a:ext cx="359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Yes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3482340" y="4782820"/>
            <a:ext cx="359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Yes</a:t>
            </a:r>
            <a:endParaRPr lang="en-US" altLang="zh-CN"/>
          </a:p>
        </p:txBody>
      </p:sp>
      <p:sp>
        <p:nvSpPr>
          <p:cNvPr id="53" name="文本框 52"/>
          <p:cNvSpPr txBox="1"/>
          <p:nvPr/>
        </p:nvSpPr>
        <p:spPr>
          <a:xfrm>
            <a:off x="5770880" y="4319905"/>
            <a:ext cx="359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54" name="文本框 53"/>
          <p:cNvSpPr txBox="1"/>
          <p:nvPr/>
        </p:nvSpPr>
        <p:spPr>
          <a:xfrm>
            <a:off x="5770880" y="5428615"/>
            <a:ext cx="359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55" name="文本框 54"/>
          <p:cNvSpPr txBox="1"/>
          <p:nvPr/>
        </p:nvSpPr>
        <p:spPr>
          <a:xfrm>
            <a:off x="4026535" y="8100060"/>
            <a:ext cx="359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56" name="文本框 55"/>
          <p:cNvSpPr txBox="1"/>
          <p:nvPr/>
        </p:nvSpPr>
        <p:spPr>
          <a:xfrm>
            <a:off x="5869940" y="8844915"/>
            <a:ext cx="359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Yes</a:t>
            </a:r>
            <a:endParaRPr lang="en-US" altLang="zh-CN"/>
          </a:p>
        </p:txBody>
      </p:sp>
      <p:sp>
        <p:nvSpPr>
          <p:cNvPr id="57" name="文本框 56"/>
          <p:cNvSpPr txBox="1"/>
          <p:nvPr/>
        </p:nvSpPr>
        <p:spPr>
          <a:xfrm>
            <a:off x="5869940" y="12261215"/>
            <a:ext cx="359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Yes</a:t>
            </a:r>
            <a:endParaRPr lang="en-US" altLang="zh-CN"/>
          </a:p>
        </p:txBody>
      </p:sp>
      <p:sp>
        <p:nvSpPr>
          <p:cNvPr id="58" name="文本框 57"/>
          <p:cNvSpPr txBox="1"/>
          <p:nvPr/>
        </p:nvSpPr>
        <p:spPr>
          <a:xfrm>
            <a:off x="6845935" y="11424920"/>
            <a:ext cx="359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</a:t>
            </a:r>
            <a:r>
              <a:rPr lang="en-US" altLang="zh-CN"/>
              <a:t>o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WPS 演示</Application>
  <PresentationFormat>宽屏</PresentationFormat>
  <Paragraphs>55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HOU</cp:lastModifiedBy>
  <cp:revision>155</cp:revision>
  <dcterms:created xsi:type="dcterms:W3CDTF">2019-06-19T02:08:00Z</dcterms:created>
  <dcterms:modified xsi:type="dcterms:W3CDTF">2024-12-21T11:53:32Z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1449327C4D5440A8A13BA2A130659512_11</vt:lpwstr>
  </property>
</Properties>
</file>