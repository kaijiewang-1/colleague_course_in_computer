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4" r:id="rId4"/>
    <p:sldId id="285" r:id="rId5"/>
    <p:sldId id="258" r:id="rId6"/>
    <p:sldId id="260" r:id="rId7"/>
    <p:sldId id="259" r:id="rId8"/>
    <p:sldId id="262" r:id="rId9"/>
    <p:sldId id="261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87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181 70,'11'-1,"-5"1,-1 0,2 0,-2 0,2 0,-2 0,4 0,-2 0,2 0,1 0,-6 0,1 0,-2 0,3 0,5 0,-4-1,-3 1,1-2,-1 1,1-5,-3 2,-1 1,0 0,1-1,-2 0,0 1,-2-2,1 2,-1 0,0 0,-1-1,1 0,-2 0,1 2,0-1,-1 0,1 3,-5-2,5 1,-3 0,2 1,-1 0,1 0,-1 0,0 0,0 0,-3 0,5 0,0 0,-1 0,1 0,0 1,-18 0,18 0,-3 0,2 0,1 0,0 4,-1-1,1-2,1 1,-3 3,3-1,1-2,1 1,0 4,0-3,0-2,0 0,2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485 67,'3'0,"1"0,3 1,-1-1,5 0,-3 0,2 0,0 0,7 0,-9 0,-1 0,2 0,-6 0,0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530 117,'4'0,"2"0,5 2,-3 0,-5-1,0-1,0 0,0 0,2 1,0-1,5 0,0 0,5 0,0 0,0 0,0 0,-2 0,0 0,0 0,-3 0,1 0,-1 0,0 0,-3 0,1 0,-1 0,0-1,11 1,-8 0,-1 0,-1 0,-1 0,-3 0,-1 0,0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158 172,'5'-1,"-1"1,4 0,13 0,-7 0,-1 0,11 1,-1 1,-13-1,0 0,2-1,-3 1,13 1,-14-2,7 0,-10 0,-1 0,0 0,-1 0,1 0,3 0,-2 0,2 0,-1 0,1 1,0-1,-3 0,0 0,-1 0,0 0,0 0,0 0,0 0,0 0,1 0,1 0,-2 1,0-1,-9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137 297,'7'1,"1"0,4 2,0-3,13 0,5 0,-17 1,-5-1,-2 0,-3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120 230,'10'2,"9"1,-1 0,-9-1,0-1,-3-1,0 0,0 0,0 0,1 0,-1 0,3-2,0 0,5 1,-6 0,-4 0,1-1,-1 2,0-1,-1-1,0 1,2-1,-1-2,3-1,-4 0,-1 2,-1-2,-2 0,-4 2,2 1,0 1,-1-1,-2 0,-6-2,5 3,-2-2,-1 3,0-1,-2 1,0-1,2 0,2-1,1 2,-6 0,8 0,0 0,-1 0,-2 0,1 0,1 0,-1 1,3-1,1 1,-1 1,0 2,0-2,2 2,-1 0,1-1,-1 0,-1-1,1 0,3 1,0 0,0 4,0-3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539 229,'24'0,"37"4,-46-2,-1-2,-1 0,2-1,-11 1,-1 0,0 0,0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766 199,'-1'4,"-1"-1,-2 1,-18 12,13-11,4-1,0-1,1-1,7-4,0-3,-1 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734 212,'5'6,"0"2,1-1,7 9,-8-10,1 0,-1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402 398,'3'0,"3"1,-1 0,2-1,3 0,0 0,0 0,1 0,-4 0,0 0,-3 0,0 0,-1 0,0-3,2 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638 400,'5'1,"4"-1,19 0,-8 0,-2 0,0 0,-1 0,-4 1,-4-1,-4 0,-1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231 456,'3'1,"3"-1,7 1,-6-1,0 0,-1 0,1 0,1 0,-1 0,0 0,-2 0,-1 0,-1 0,0 0,-8 0,2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88 456,'4'0,"2"0,2 0,31 4,-29-4,1 2,-4-2,-2 0,-2 0,1 0,-1-2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348 454,'3'0,"0"0,1 0,1 0,5 0,-2 0,2 0,0 0,-1 0,-1 0,1 0,-4 0,0 0,-2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649 436,'-6'3,"0"-1,0 3,-1 0,-14 9,17-11,-1 0,-1 1,4-9,3 1,1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612 442,'5'6,"6"7,-5-6,-3-2,2-1,-2 0,0-4,0 1,-3 3,-4 1,0-1,1-2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1111 572,'5'0,"11"0,2 0,-8 0,1 2,0-2,1-1,15 1,-17 0,0-1,-2 1,-5 0,-8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167 563,'12'2,"-1"-1,-1-1,-2 0,59 7,-57-7,2 1,-3-1,-6 0,1 0,1 0,-2 0,5 0,-5 0,0 0,7 0,-7 0,0 0,0 0,1-1,-1 1,1-1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770 571,'5'0,"-1"0,1 0,2 0,1 0,2 0,-1 0,-1 0,0 0,11 0,-2 2,-9-2,1 0,1 0,0 0,-3 0,-1 0,3 0,-2 0,-1 0,4 0,-1 1,-4-1,2 0,-3 0,-1 0,1 0,0 0,1 0,-1 0,-1 0,2 0,-1-1,0 1,3-1,-4 1,1 0,-1-1,0 1,0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222 764,'0'4,"1"-1,0 0,0 0,1 1,0-1,-1 1,1-1,1-3,1-2,0 0,0-1,2 2,-2-1,0-1,-1 1,0 0,2-3,-2 2,0 0,0 0,0 2,0-1,3-2,-3 3,0 0,0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581 894,'6'0,"-1"0,2 0,3 0,-2 0,4 0,-2 0,-2 0,-1 0,0 0,-4 1,0-1,0 0,1 0,-1 0,3 0,-2 0,-8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230 888,'4'1,"-1"0,0 0,1 0,-1 0,3 0,-1-1,0 0,2 1,0 1,-1-1,-1 1,1-1,9 0,-9 0,1-1,-2 0,2 0,17 0,-19 0,2 0,-4 0,2 0,-1-1,1 1,-2-3,0 3,0-1,0-1,2 1,-2 0,1-1,1 0,-2-1,-2 0,-1-1,0 1,0 0,0 0,0 0,0 0,-4-2,2 2,-2 1,-1-1,2 0,0 2,-1 0,-3-1,4 1,-9-1,7 0,-2 1,1 0,-1 0,4 1,0 0,-2 0,2 0,-2 0,0 0,-10 0,5 0,0 0,-2 0,4 0,-2-1,-1 1,6-1,-1 1,1 6,1-3,1 1,-1-2,1 0,1 1,1 0,-1 0,0 1,7 6,-3-6,1-2,-2 1,3 0,-2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591 885,'-2'-8,"2"5,0 0,1-1,1 0,0 1,-1 0,1 0,-1-1,2 2,-1-1,1 1,0 0,3 0,-3 1,1 1,3-1,-2 1,-2 0,3 0,-2 0,0 0,-1 0,1 0,-1 0,0 0,1 2,-1 0,0 0,0 0,1 1,-1-1,-2 1,-1 2,1 0,0-1,-1-1,1 0,-1 0,0 0,-2 0,0 0,-1-2,0 1,0-1,0 0,0-1,0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740 959,'4'3,"-2"1,0-1,1 2,-2-2,0 0,1 2,-2-2,1 0,2-5,-2-2,1-1,1 3,0-1,0 0,3-1,9-2,-9 2,-2 3,-1 1,0-1,-8-2,1 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696 56,'4'0,"3"0,22 2,-17-2,-3 1,-1-1,0 1,-5-1,0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931 411,'4'0,"6"0,-3 0,0-1,2-2,1 3,-2-1,-2 0,-2 0,-1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1359 556,'7'0,"18"0,-12 0,0 0,6 0,-13 0,-2 0,-1 0,0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186 117,'3'0,"2"0,1 0,-1 0,0 0,12 0,-9 0,7 0,-8 0,0 0,4-1,1 1,-5 0,0 1,-1-1,0 0,0 0,-2 0,1 0,4 0,-4 0,-2 0,1 0,-1 0,0 0,0 0,0 0,2 0,1 0,-2 0,-1 0,0 0,0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811 121,'3'1,"1"1,0-1,0-1,0 3,0-3,-1 1,0-1,0 0,2 0,0-2,-2 1,2 0,-2 1,0 0,0 0,0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559 112,'9'1,"-4"-1,-1 0,1 0,0 0,2 0,0 0,15 0,-15 0,0 0,-1 0,3 0,-4 0,0 0,2 0,-2 1,4-1,-2 1,2 0,1-1,0 1,0 1,3-2,-4 0,1 0,-2 0,1 1,-1-1,-1 0,0 0,0 1,-1-1,1 1,2-1,-1 0,1 0,-1 0,-1 0,-2 0,-1 0,-1 1,1-1,0 0,5 0,-4 0,-2 0,0 0,1 0,0 0,-1 0,0 0,-4-3,-1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293 161,'4'9,"-2"-6,0 0,-1 0,1 0,0 0,-1 1,2-5,7-10,-4 5,0-2,11-9,-9 9,1 3,-1 1,-2 1,-2 0,0 2,-1-3,0 3,0-1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91 336,'3'0,"0"0,2 0,-1 0,-1 0,0 0,0 0,1 0,-1 0,1 0,0 0,2 0,-1 0,2 0,0 0,0 0,-3-1,0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492 341,'7'0,"0"0,2 0,14 0,-10 0,-3 0,1 1,-5-1,-2 0,-1 0,-8 0,0 0,-2 0,-1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376 336,'4'0,"2"-1,0 1,1 0,3-1,13 1,-13 0,-1 0,-5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228 334,'3'-1,"1"1,6 0,-2 0,4 0,-2 0,9 1,-11-1,-1 1,-2-1,-2 0,0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397 450,'5'2,"7"1,1-2,-6 0,5 0,-4-1,13 0,-15 0,8 0,-7 0,-3-1,0 1,-1 0,3 0,-3-2,0 0,1-1,-1 2,0-2,-2-2,-1 1,0 0,0 1,1-1,1 1,-2 0,0 0,0-1,-2 1,0 0,-3-1,2 2,-2-2,-2 1,-10-7,10 8,1 0,0-1,2 1,0 0,-1 1,1-1,-8 1,5 0,0 1,0 0,-9 0,11 0,1 0,1 1,0-1,-1 3,-1 1,2-2,0 0,0 1,0 0,2 0,-1 1,1 0,0 3,0-4,1 0,-1 0,1 1,0 1,0-1,1 1,1-2,3 2,-1 0,-1-5,3 4,-3-2,0-1,0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268 462,'-4'6,"-4"6,3-6,2 0,-2-2,3 0,0 0,-1-1,1 0,-1 1,0-1,-1-1,5-5,-1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232 475,'10'9,"-2"0,-1-1,1 0,-3-1,0-1,-2 0,2 0,-3-3,0 0,0 0,-1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320 680,'7'-1,"0"-1,5 2,3-1,2-2,-2 2,0 0,-2-1,-1 1,-2 0,-1 1,-2-2,-1 2,1 0,-4 0,0-2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470 673,'-6'3,"0"2,0 0,0-2,-1 2,3-1,1-2,-2 1,3 0,-1-3,3-4,0 0,2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437 668,'2'5,"1"0,0-1,0 2,1 1,-2 1,3-2,-3-1,0-1,-1-1,1 0,-1 1,0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1168 113,'4'0,"1"0,2 0,1 0,1 0,-1 0,4 0,-8 0,0 0,-1 0,0-1,1 0,-10 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554 282,'4'0,"1"1,10-1,-7 0,1 0,8 0,-11 0,0 0,-3 0,2 0,2 0,-4 0,0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686 446,'3'1,"0"-1,2 0,2 0,22-1,-17 1,-1 0,6-1,-10 0,-3 1,0 0,2 0,-3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3-12-30T18:40:2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581 622,'3'0,"10"0,-6 0,0 0,3-1,3 1,1 0,-1 0,0 0,-3 0,-3 0,-3 0,-1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1705 380,'0'-3,"-3"0,1 0,-1 2,-2 1,2 0,0 1,2 2,1 0,0 0,0 0,2 0,2-2,-1-1,1-1,-1-1,0 0,0-1,-3 6,-1 1,-1-1,1 1,0-1,1 0,0 0,0 0,0 1,0-1,0-7,1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1753 323,'3'0,"2"0,1-3,-3 0,0-1,-3 1,-3 1,0 1,0 1,0 0,0 2,3 2,0-1,0 0,3 0,0 0,0-2,0 3,-3-1,-1 0,-2-1,0-1,-1-1,1-3,0 1,3-2,4 3,0 0,0 0,-1 0,0-1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1799 316,'-1'4,"-2"0,1-1,6-2,0-1,2 0,-2 0,0-1,-1 0,-2-2,-2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1814 320,'-1'4,"0"1,-1-2,2 0,1-6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1845 314,'4'2,"-1"-1,-2 2,-1 0,-3 0,-2 0,2-2,-1 3,2-1,5-3,1 0,-1-1,0 1,0 0,0-2,-2-3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1892 312,'0'5,"0"1,0-3,-1 2,0-2,-2-3,-1-2,1 2,-2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1770 375,'0'3,"0"2,0-1,0 0,0 1,-1-2,0 2,0-2,0 1,0 0,1-1,0-7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1809 386,'-1'3,"0"0,0 0,1 0,0 0,3-2,0 0,0-3,-1-1,1 1,-2-1,-1 0,-1 0,-2 1,0 2,3 3,3-3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1837 386,'-1'4,"0"0,1-1,3-3,0 0,1 0,-2-3,1 2,-1-2,-1 0,-1 0,0 0,-3 2,0 1,-3 0,3 2,1 2,1-1,3 0,3-3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1883 388,'-1'4,"1"-1,-1 2,-1 1,2 0,-1-3,-2-2,-1-4,2-2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1752 349,'4'0,"0"0,0 0,-1 0,0 0,0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1882 347,'3'0,"1"0,-1 0,0 0,-6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1709 444,'-3'5,"1"-1,0-1,0 1,2-1,-1 1,-2 1,2-2,-1 0,2 1,2-7,0-1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1719 449,'1'7,"-1"-2,0-2,0 1,0-1,0 2,0-2,0 1,0-1,-3-7,2 1,0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1702 459,'4'1,"0"0,-1-1,0 0,0 0,-6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1768 455,'0'3,"0"3,0-2,-1-1,0 2,0-2,-1 0,1 2,0-2,2-7,2 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1801 463,'-3'5,"1"-2,2 0,0 0,4-1,0-2,0-1,-1-1,-1-1,-1 0,0 0,-1 0,-4 1,1 0,0 1,1 4,6-1,-1-2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1849 459,'-2'8,"0"-4,0 0,0 0,1-1,0 1,1-1,4-7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1881 469,'-2'3,"1"2,-1-2,2 0,-1 0,4-3,0 0,1 0,0-2,-1 0,-1-1,0 0,-2 0,0 0,-2 0,-1 2,0 1,-1 0,0 2,1 0,0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1694 525,'0'3,"0"0,0 0,0 1,-1 0,0 2,-2-1,1-1,2-1,0 0,-1 0,1-6,0-3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1703 519,'3'1,"0"0,1 0,0 0,-2 3,-5 1,0-1,0-1,0-1,0-1,0 1,0-1,0-1,7 0,0 0,0 0,-1 0,0 0,0 2,-2 1,-2 1,-1-1,0 0,0 0,-1-1,0 1,-1-1,1-2,-1 0,0 0,1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1762 537,'0'4,"0"1,0 0,-2 3,1-3,-1-1,0 0,0 1,0-2,7-6,-3 0,0 0,2 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1790 540,'-2'4,"1"0,0-1,1 0,3-2,3-1,-1-1,-2-1,0 0,0 0,-1-1,-2 0,-1 0,0 0,-3 1,-1 1,1 1,0 0,2 4,4-1,1-2,1-1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1859 528,'-2'3,"1"2,0-1,-1 1,0 0,1 0,0-2,0 1,0 0,1-1,2-6,0 0,1 1,-1-1,0 0,1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1902 529,'-2'9,"-1"-3,1-1,-1 1,2 0,0-3,-1 2,1-2,1 1,-2-7,-1-1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1683 618,'-4'0,"1"0,0 2,1 1,0 1,0 0,2-1,-1 0,1 0,0 0,0 0,3 0,1 0,-1-2,1-1,-1 0,0 0,-1-3,0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1768 610,'0'3,"0"0,0 1,0 0,0 1,0-1,-1 0,0-1,0 1,1-1,-2 0,2 0,-2-7,2 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1812 624,'0'4,"0"1,0-2,-1 1,1 0,-1-1,0 0,4-5,0-1,0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1846 626,'-3'5,"1"0,1-2,1 0,4-2,1-1,-2-2,2-1,-3 0,0 0,-2 0,0 0,-3 1,-1 2,0 1,2 2,2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1885 627,'-1'4,"-1"1,1 0,0-2,1 0,3-1,0-2,1 0,-2-3,1 1,-2-1,0 0,1 0,-2 0,-4 1,1 1,0 1,-1 1,1 0,0 0,-2 2,2-1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1681 711,'0'7,"0"-3,0 0,0-1,0 2,0-2,0-8,0 1,0 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1697 689,'3'2,"-1"1,1 0,-2 1,0-1,0 1,0 0,0-1,-1 0,-2 0,-1 0,-2 1,1-2,1-1,-1 1,2 1,-1-2,0 1,3-6,5-3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1772 713,'0'5,"0"-2,0 2,0-2,-1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1804 714,'-1'3,"1"0,-1 0,1 0,0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1840 717,'-1'3,"-2"1,3 2,4-5,-1 0,0-1,0-2,-2-2,1 1,-2 0,0 0,0 0,-2 0,-1 2,0 0,0 1,0 2,0 1,2 0,2 0,5-3,-3 0,2 0,-1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1898 712,'-2'8,"1"-5,0 2,-1-1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1690 776,'4'0,"-1"0,3 0,-2 0,-1 0,1-1,-8 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1695 789,'0'3,"-1"2,0-2,-1 0,1 0,0 0,7 0,-1-3,-2 0,0 0,0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1700 792,'3'1,"1"-1,-1 0,0 0,1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1780 777,'0'3,"-1"1,-1 1,1-1,0-1,1 0,0 0,-1-6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1804 780,'0'3,"0"3,0-2,0 0,-1 0,-1 0,2-1,0-6,2 0,1 1,0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1852 782,'0'5,"0"-1,-1-1,1 0,0 1,-1 0,1 0,0-1,5-5,-4-1,3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1882 791,'-3'5,"2"-1,0 0,5-2,1-2,-2-2,-1-1,0-1,0 1,-1 0,-2 0,-2 1,0 1,0 1,0 0,0 2,2 1,-2-2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1695 852,'5'0,"0"0,-2 1,0-1,0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1695 864,'0'5,"1"-2,-1 1,0 1,0 0,1 1,-1-3,0 0,0 0,1-7,-1 1,0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1698 876,'4'0,"-1"0,1 0,1 0,-2 0,0 0,2-1,-1-2,-1 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1792 856,'-1'5,"0"-2,0 0,0 2,0-1,-1 2,1-2,4-6,-2-1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1821 856,'0'4,"0"0,0 1,0-1,-1 1,0-1,0-1,0 0,3-6,1 1,-1-3,3-1,0 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1863 854,'0'4,"0"2,0-2,0-1,-1 0,0 1,1 0,0 0,0-7,2-3,1 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1900 848,'1'4,"-1"-1,0 0,0 2,0 0,0-1,-1 1,1-2,0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392 406,'-1'3,"-2"0,2 0,0 0,1 0,3-1,0-1,0-1,0-1,0 0,-2-2,-1 0,-2-1,-1 2,0 0,0 3,7-1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426 403,'0'3,"-3"1,3-1,-2 0,1 0,1 0,2-7,0 1,0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466 409,'-1'3,"0"0,1 0,2 0,1-3,0 0,-2-3,-1 0,0 0,1 0,-1 0,-3 2,0 1,-1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502 407,'-3'2,"0"1,0 0,2 0,1 0,3-1,1-1,-1 0,0-1,0-1,2-2,-4-1,-1 1,-3 0,1 0,-1 3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546 408,'-3'3,"2"1,0 0,1-1,3-2,0-1,-3-3,1 0,1 0,-2 0,-3 1,0 2,0 0,4 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570 411,'0'3,"-1"0,0 0,1 0,4-2,-1-1,0-2,-2-1,-1 0,0-1,-4 2,2 6,5-4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604 409,'-3'3,"1"0,2 0,0 0,3-2,1-1,0-2,-3-1,0 0,-4 0,-1 1,1 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652 405,'-3'3,"2"0,-2-1,1 1,1 0,1 0,3-3,0 0,0 0,1-2,-2-2,-2 0,0 0,-3 4,-1-2,0 2,1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677 371,'0'3,"0"0,0 1,0-1,0 0,0 0,-2 0,1 0,0 0,1 0,-1 0,0 0,1 0,0 0,0 0,0 0,0 0,0 0,0 0,0 1,0 0,0-1,0 0,0 0,0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385 362,'3'0,"0"0,0-1,0-2,-2 0,-1 0,-3 2,-2-1,2 1,0 1,0 1,2 2,1 0,0 0,2 0,0 1,1-1,1 1,-2-1,-2 0,-2 0,-2-2,0-4,2 0,2 0,1 0,2 0,0 2,2 1,-2 0,0 0,2 2,-2-2,0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426 360,'-2'3,"-2"0,1 1,2-1,0 0,4-3,1 0,1 0,-2 0,0 0,0-2,-1-1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433 365,'-1'3,"0"0,-1 2,0-1,0-1,2 0,-3 0,3 0,1-6,3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466 357,'4'2,"-1"0,-1 1,-2 2,-5-1,2-2,0 0,-1 0,0 0,1-1,8 0,1-1,-2 0,-1 0,0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507 361,'0'3,"-1"0,0 0,1 0,0 0,0 0,-5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160 407,'-1'3,"-1"0,2 0,-2 0,1 1,4-3,1 0,-1-1,0 0,3-1,-1 1,-5-3,-3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169 410,'0'4,"0"0,-1-1,-1 0,2 0,0 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192 407,'-1'3,"-1"0,0 0,2 0,1 0,2-2,1-1,-1 0,0-1,-1-2,-2 0,1 0,-2-1,-2 3,0 1,-1-1,1 0,6 4,0-3,0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215 398,'0'3,"-1"0,-1 1,1 0,1-1,0 0,-2 0,1 0,2-8,0 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214 406,'3'0,"0"1,1-1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231 393,'0'3,"-1"0,0 0,-1 1,1-1,1 0,-1 0,1 0,-1 0,1 0,0-6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699 403,'-3'1,"1"2,-2-1,4 1,0 1,0-1,3 0,0-2,0-1,0 0,-2-3,0 0,-1 0,-3 1,-1 0,1 2,1 3,6-1,0-2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976 406,'-4'4,"0"0,4-1,0 0,0 0,3-3,1 0,-1 0,-1-3,-2 0,1 0,-1-1,-5 2,2 2,0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939 409,'-3'0,"0"4,0-2,1 1,5 0,0-3,1-2,-1 1,-2-2,0 0,-1 0,-4 2,1 0,0 2,5 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898 408,'-4'3,"2"0,1 0,1 0,1 0,2-3,0 0,0 0,1-1,-1 0,-2-2,-1 0,-1 0,-2 1,0 2,0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847 405,'0'3,"0"0,-1 1,0-1,0 1,1-1,0-6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819 407,'-2'3,"1"0,1 0,4 0,1-3,-2-2,-1-1,0-1,-5 1,0 2,0-1,0 2,-1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777 410,'-4'1,"-1"0,2 2,0-3,2 3,4 0,1-3,-1 0,0-2,-1-1,-1 0,-2 0,-2 3,-1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737 409,'-5'2,"2"0,0-1,2 2,3 0,2-3,-1 0,2 0,-1 0,0 0,-3-3,-1 0,-2 0,-3-1,1 2,1 2,2 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256 405,'-2'3,"0"0,0 0,0 0,5-1,0-1,0-1,0 0,0 0,0-1,-2-3,-1 1,0 0,-3 1,1-1,-1 1,-1 1,1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849 370,'3'-1,"0"0,-2-2,0 0,-1 0,-2 0,-1 2,-1 0,1 1,0 1,3 2,0 1,0-1,1 0,0 0,1 0,1-1,-2 1,-4 0,0-2,0-1,0-1,2-2,0 0,0 0,4 2,0 1,3-1,-2 1,-1-1,0 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892 358,'-3'5,"1"-2,0 0,0 0,5-3,0 0,0 0,2 0,2 0,-3 0,0 0,-5-3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906 366,'-2'4,"1"0,1-1,-2 1,0 0,0 0,3-7,4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938 357,'3'0,"0"2,-2 1,-2 1,-3 0,0-1,0-1,1-1,-1 1,7-1,0-1,0 0,1-1,-1 1,0 0,1 0,-1-2,-1-3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985 353,'-3'4,"3"-1,-2 0,2 1,-1 0,0 0,-1 0,-1-5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276 410,'4'0,"0"-1,-2-2,-1 0,1 0,-2 0,0 0,-4 0,-2 2,1 0,2 1,0 0,3 4,0-1,0 0,2 0,-2 0,3 0,-2 0,1 0,-2 0,0 0,-1 0,-2 0,0-1,1-6,1 1,4 2,0-2,0 2,0 0,0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304 400,'-1'3,"1"0,-2 1,1 0,0-1,1 0,-2 1,2-1,-1 0,-2-7,3 1,0-3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300 410,'3'0,"0"0,0-1,2 0,-2 0,-6 0,3-2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321 396,'0'3,"-1"1,0-1,1 0,-1 0,0 0,0 0,0 1,1-1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392 442,'-3'4,"3"-1,0 0,0 0,0 0,3-1,0-2,1 0,-2-4,0 1,0 0,-2 0,-4 0,1 3,-1 0,7 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427 442,'-3'4,"2"-1,1 0,2 0,1-3,0 0,-1-4,-1 1,-1 0,0 0,-3 3,0 1,1 2,6-2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463 434,'0'3,"0"0,0 0,-1 0,0 1,5-7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501 437,'0'3,"0"1,0-1,0 0,0 1,-1-9,1 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155 431,'4'0,"-1"0,0 0,-3 3,0 0,0 0,-3-1,0-1,0-1,6 0,0 0,0 3,-1 0,-2 0,-2 1,-2-3,1 2,-2-1,1-1,1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544 449,'-4'3,"1"-1,1 2,1-1,3 0,1-3,0 0,0-2,-2-1,0 0,0 0,-4 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578 446,'0'3,"0"1,0-1,-1 1,1-1,0 0,3-5,0-2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606 443,'1'5,"-1"-1,0-1,-1 0,0 1,4-8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640 447,'0'4,"0"0,0-1,-1 1,1-1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183 431,'3'1,"0"-1,0 1,0-1,0 1,-3 3,-2 0,0-1,0 0,2 0,-1 0,1 0,-1 0,0 1,1-1,1-7,2 0,-1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211 436,'0'4,"-1"1,0-2,0 0,1 1,-1-1,4-6,-2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213 439,'3'2,"0"-2,0 0,0-2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224 431,'-1'3,"1"1,0-1,-1 0,1 0,0 1,0-1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696 444,'0'4,"0"-1,0 2,0-2,0 0,0 0,0 0,3-6,-1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724 439,'0'4,"0"0,0 0,0 0,1-1,0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769 444,'0'3,"0"2,0-1,-1 1,1-2,-1 0,0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820 443,'1'5,"-1"-1,0-1,0 0,0 0,0 1,0-1,0 0,-4-2,-2-1,3 0,-1 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259 438,'5'0,"0"1,-2-1,1 0,-9 1,2-2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263 439,'-1'3,"0"0,0 0,-1 1,2-1,0 0,0 1,-2-1,3-6,0-1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259 447,'3'0,"0"0,1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857 446,'0'5,"0"-2,0 0,-1 2,0-1,1-1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891 445,'0'3,"0"0,0 0,0 1,0-1,0 0,2-6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926 451,'-2'3,"1"0,1 0,3-2,0-1,0 0,0-2,-2-1,0 0,-1 0,-1 0,-2 2,1 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960 449,'-3'5,"1"-1,1-1,5-2,-1-1,0-1,0 0,1-1,1 0,-4-1,-1 0,-3-1,2 1,-2 3,0 0,0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1659 663,'4'0,"3"0,-3 0,0 0,0 0,3 0,-3 0,0 0,1 0,0-2,2 2,0-2,-2 2,0 0,-1 0,-1 0,1 0,0 0,0 0,-1 0,2 0,-1-1,3 1,-2-2,0 2,2 0,0 0,-2 0,0 0,0 0,-1 0,-1 0,1-1,1 0,-2 0,0 0,3 1,-3 0,2 0,-1 0,1 0,-1 0,1 0,-2 0,1 0,0 0,1 0,-2 0,0 0,0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302 440,'-2'-3,"-1"2,0 0,0 0,0 1,1 3,-1 0,2 0,-1 0,0 0,1 0,1 0,3 0,0-1,0 0,0-1,0-1,0-4,2 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316 439,'-1'3,"1"0,-1 1,0-1,-1 1,1-1,4-4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315 452,'4'0,"0"0,0 0,-1 0,-2-4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333 439,'0'4,"0"0,0 1,0 0,0 2,-1-1,0 0,1-3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4-01-04T22:34:1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1655 324,'-13'8,"5"-3,1 0,1 1,-2 1,2-1,4-2,-1 0,3 0,0-1,-1 0,2 1,3 2,-1-1,0-1,-1 0,0 0,-1-1,1 1,0 0,0 2,1 1,1 0,1 2,-3 0,1-2,-3-1,0-3,0 2,-4 1,-1 2,-1-2,-2-1,-1 2,3-1,-3-2,2 1,-4-3,1-1,0 3,-1-1,4-1,3 0,8-1,-1-1,3 1,-1 1,1 0,0 1,-2 1,-1-2,2 2,1 0,-4-1,1 2,1 1,1 3,-2 1,1 1,-3-3,0 3,-1-3,0-1,0 1,0-1,0-2,0 1,-1-1,1 0,-1 1,0-2,-1 1,1 1,0-3,0 3,-1-1,0 1,2-1,-1 2,1 0,-1 0,1-2,0 2,0 1,-1-2,-2 1,2-2,0 2,-1-1,1 1,0-2,0-1,1 3,0-3,0 2,0-3,0 0,3 2,0 1,-1-2,0 0,1 0,1 2,-1-1,2-1,1 5,0-3,-1 2,0-2,0 1,0-2,-2-1,0-1,1 2,-1-2,1-1,-1 0,0-1,1 1,0 2,1-1,-2-1,-2-6,0 1,0-1</inkml:trace>
</inkml:ink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5.png"/><Relationship Id="rId7" Type="http://schemas.openxmlformats.org/officeDocument/2006/relationships/customXml" Target="../ink/ink4.xml"/><Relationship Id="rId6" Type="http://schemas.openxmlformats.org/officeDocument/2006/relationships/image" Target="../media/image4.png"/><Relationship Id="rId56" Type="http://schemas.openxmlformats.org/officeDocument/2006/relationships/slideLayout" Target="../slideLayouts/slideLayout7.xml"/><Relationship Id="rId55" Type="http://schemas.openxmlformats.org/officeDocument/2006/relationships/tags" Target="../tags/tag69.xml"/><Relationship Id="rId54" Type="http://schemas.openxmlformats.org/officeDocument/2006/relationships/image" Target="../media/image28.png"/><Relationship Id="rId53" Type="http://schemas.openxmlformats.org/officeDocument/2006/relationships/customXml" Target="../ink/ink27.xml"/><Relationship Id="rId52" Type="http://schemas.openxmlformats.org/officeDocument/2006/relationships/image" Target="../media/image27.png"/><Relationship Id="rId51" Type="http://schemas.openxmlformats.org/officeDocument/2006/relationships/customXml" Target="../ink/ink26.xml"/><Relationship Id="rId50" Type="http://schemas.openxmlformats.org/officeDocument/2006/relationships/image" Target="../media/image26.png"/><Relationship Id="rId5" Type="http://schemas.openxmlformats.org/officeDocument/2006/relationships/customXml" Target="../ink/ink3.xml"/><Relationship Id="rId49" Type="http://schemas.openxmlformats.org/officeDocument/2006/relationships/customXml" Target="../ink/ink25.xml"/><Relationship Id="rId48" Type="http://schemas.openxmlformats.org/officeDocument/2006/relationships/image" Target="../media/image25.png"/><Relationship Id="rId47" Type="http://schemas.openxmlformats.org/officeDocument/2006/relationships/customXml" Target="../ink/ink24.xml"/><Relationship Id="rId46" Type="http://schemas.openxmlformats.org/officeDocument/2006/relationships/image" Target="../media/image24.png"/><Relationship Id="rId45" Type="http://schemas.openxmlformats.org/officeDocument/2006/relationships/customXml" Target="../ink/ink23.xml"/><Relationship Id="rId44" Type="http://schemas.openxmlformats.org/officeDocument/2006/relationships/image" Target="../media/image23.png"/><Relationship Id="rId43" Type="http://schemas.openxmlformats.org/officeDocument/2006/relationships/customXml" Target="../ink/ink22.xml"/><Relationship Id="rId42" Type="http://schemas.openxmlformats.org/officeDocument/2006/relationships/image" Target="../media/image22.png"/><Relationship Id="rId41" Type="http://schemas.openxmlformats.org/officeDocument/2006/relationships/customXml" Target="../ink/ink21.xml"/><Relationship Id="rId40" Type="http://schemas.openxmlformats.org/officeDocument/2006/relationships/image" Target="../media/image21.png"/><Relationship Id="rId4" Type="http://schemas.openxmlformats.org/officeDocument/2006/relationships/image" Target="../media/image3.png"/><Relationship Id="rId39" Type="http://schemas.openxmlformats.org/officeDocument/2006/relationships/customXml" Target="../ink/ink20.xml"/><Relationship Id="rId38" Type="http://schemas.openxmlformats.org/officeDocument/2006/relationships/image" Target="../media/image20.png"/><Relationship Id="rId37" Type="http://schemas.openxmlformats.org/officeDocument/2006/relationships/customXml" Target="../ink/ink19.xml"/><Relationship Id="rId36" Type="http://schemas.openxmlformats.org/officeDocument/2006/relationships/image" Target="../media/image19.png"/><Relationship Id="rId35" Type="http://schemas.openxmlformats.org/officeDocument/2006/relationships/customXml" Target="../ink/ink18.xml"/><Relationship Id="rId34" Type="http://schemas.openxmlformats.org/officeDocument/2006/relationships/image" Target="../media/image18.png"/><Relationship Id="rId33" Type="http://schemas.openxmlformats.org/officeDocument/2006/relationships/customXml" Target="../ink/ink17.xml"/><Relationship Id="rId32" Type="http://schemas.openxmlformats.org/officeDocument/2006/relationships/image" Target="../media/image17.png"/><Relationship Id="rId31" Type="http://schemas.openxmlformats.org/officeDocument/2006/relationships/customXml" Target="../ink/ink16.xml"/><Relationship Id="rId30" Type="http://schemas.openxmlformats.org/officeDocument/2006/relationships/image" Target="../media/image16.png"/><Relationship Id="rId3" Type="http://schemas.openxmlformats.org/officeDocument/2006/relationships/customXml" Target="../ink/ink2.xml"/><Relationship Id="rId29" Type="http://schemas.openxmlformats.org/officeDocument/2006/relationships/customXml" Target="../ink/ink15.xml"/><Relationship Id="rId28" Type="http://schemas.openxmlformats.org/officeDocument/2006/relationships/image" Target="../media/image15.png"/><Relationship Id="rId27" Type="http://schemas.openxmlformats.org/officeDocument/2006/relationships/customXml" Target="../ink/ink14.xml"/><Relationship Id="rId26" Type="http://schemas.openxmlformats.org/officeDocument/2006/relationships/image" Target="../media/image14.png"/><Relationship Id="rId25" Type="http://schemas.openxmlformats.org/officeDocument/2006/relationships/customXml" Target="../ink/ink13.xml"/><Relationship Id="rId24" Type="http://schemas.openxmlformats.org/officeDocument/2006/relationships/image" Target="../media/image13.png"/><Relationship Id="rId23" Type="http://schemas.openxmlformats.org/officeDocument/2006/relationships/customXml" Target="../ink/ink12.xml"/><Relationship Id="rId22" Type="http://schemas.openxmlformats.org/officeDocument/2006/relationships/image" Target="../media/image12.png"/><Relationship Id="rId21" Type="http://schemas.openxmlformats.org/officeDocument/2006/relationships/customXml" Target="../ink/ink11.xml"/><Relationship Id="rId20" Type="http://schemas.openxmlformats.org/officeDocument/2006/relationships/image" Target="../media/image11.png"/><Relationship Id="rId2" Type="http://schemas.openxmlformats.org/officeDocument/2006/relationships/image" Target="../media/image2.png"/><Relationship Id="rId19" Type="http://schemas.openxmlformats.org/officeDocument/2006/relationships/customXml" Target="../ink/ink10.xml"/><Relationship Id="rId18" Type="http://schemas.openxmlformats.org/officeDocument/2006/relationships/image" Target="../media/image10.png"/><Relationship Id="rId17" Type="http://schemas.openxmlformats.org/officeDocument/2006/relationships/customXml" Target="../ink/ink9.xml"/><Relationship Id="rId16" Type="http://schemas.openxmlformats.org/officeDocument/2006/relationships/image" Target="../media/image9.png"/><Relationship Id="rId15" Type="http://schemas.openxmlformats.org/officeDocument/2006/relationships/customXml" Target="../ink/ink8.xml"/><Relationship Id="rId14" Type="http://schemas.openxmlformats.org/officeDocument/2006/relationships/image" Target="../media/image8.png"/><Relationship Id="rId13" Type="http://schemas.openxmlformats.org/officeDocument/2006/relationships/customXml" Target="../ink/ink7.xml"/><Relationship Id="rId12" Type="http://schemas.openxmlformats.org/officeDocument/2006/relationships/image" Target="../media/image7.png"/><Relationship Id="rId11" Type="http://schemas.openxmlformats.org/officeDocument/2006/relationships/customXml" Target="../ink/ink6.xml"/><Relationship Id="rId10" Type="http://schemas.openxmlformats.org/officeDocument/2006/relationships/image" Target="../media/image6.png"/><Relationship Id="rId1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customXml" Target="../ink/ink32.xml"/><Relationship Id="rId8" Type="http://schemas.openxmlformats.org/officeDocument/2006/relationships/image" Target="../media/image32.png"/><Relationship Id="rId7" Type="http://schemas.openxmlformats.org/officeDocument/2006/relationships/customXml" Target="../ink/ink31.xml"/><Relationship Id="rId6" Type="http://schemas.openxmlformats.org/officeDocument/2006/relationships/image" Target="../media/image31.png"/><Relationship Id="rId5" Type="http://schemas.openxmlformats.org/officeDocument/2006/relationships/customXml" Target="../ink/ink30.xml"/><Relationship Id="rId4" Type="http://schemas.openxmlformats.org/officeDocument/2006/relationships/image" Target="../media/image30.png"/><Relationship Id="rId38" Type="http://schemas.openxmlformats.org/officeDocument/2006/relationships/slideLayout" Target="../slideLayouts/slideLayout7.xml"/><Relationship Id="rId37" Type="http://schemas.openxmlformats.org/officeDocument/2006/relationships/tags" Target="../tags/tag70.xml"/><Relationship Id="rId36" Type="http://schemas.openxmlformats.org/officeDocument/2006/relationships/image" Target="../media/image46.png"/><Relationship Id="rId35" Type="http://schemas.openxmlformats.org/officeDocument/2006/relationships/customXml" Target="../ink/ink45.xml"/><Relationship Id="rId34" Type="http://schemas.openxmlformats.org/officeDocument/2006/relationships/image" Target="../media/image45.png"/><Relationship Id="rId33" Type="http://schemas.openxmlformats.org/officeDocument/2006/relationships/customXml" Target="../ink/ink44.xml"/><Relationship Id="rId32" Type="http://schemas.openxmlformats.org/officeDocument/2006/relationships/image" Target="../media/image44.png"/><Relationship Id="rId31" Type="http://schemas.openxmlformats.org/officeDocument/2006/relationships/customXml" Target="../ink/ink43.xml"/><Relationship Id="rId30" Type="http://schemas.openxmlformats.org/officeDocument/2006/relationships/image" Target="../media/image43.png"/><Relationship Id="rId3" Type="http://schemas.openxmlformats.org/officeDocument/2006/relationships/customXml" Target="../ink/ink29.xml"/><Relationship Id="rId29" Type="http://schemas.openxmlformats.org/officeDocument/2006/relationships/customXml" Target="../ink/ink42.xml"/><Relationship Id="rId28" Type="http://schemas.openxmlformats.org/officeDocument/2006/relationships/image" Target="../media/image42.png"/><Relationship Id="rId27" Type="http://schemas.openxmlformats.org/officeDocument/2006/relationships/customXml" Target="../ink/ink41.xml"/><Relationship Id="rId26" Type="http://schemas.openxmlformats.org/officeDocument/2006/relationships/image" Target="../media/image41.png"/><Relationship Id="rId25" Type="http://schemas.openxmlformats.org/officeDocument/2006/relationships/customXml" Target="../ink/ink40.xml"/><Relationship Id="rId24" Type="http://schemas.openxmlformats.org/officeDocument/2006/relationships/image" Target="../media/image40.png"/><Relationship Id="rId23" Type="http://schemas.openxmlformats.org/officeDocument/2006/relationships/customXml" Target="../ink/ink39.xml"/><Relationship Id="rId22" Type="http://schemas.openxmlformats.org/officeDocument/2006/relationships/image" Target="../media/image39.png"/><Relationship Id="rId21" Type="http://schemas.openxmlformats.org/officeDocument/2006/relationships/customXml" Target="../ink/ink38.xml"/><Relationship Id="rId20" Type="http://schemas.openxmlformats.org/officeDocument/2006/relationships/image" Target="../media/image38.png"/><Relationship Id="rId2" Type="http://schemas.openxmlformats.org/officeDocument/2006/relationships/image" Target="../media/image29.png"/><Relationship Id="rId19" Type="http://schemas.openxmlformats.org/officeDocument/2006/relationships/customXml" Target="../ink/ink37.xml"/><Relationship Id="rId18" Type="http://schemas.openxmlformats.org/officeDocument/2006/relationships/image" Target="../media/image37.png"/><Relationship Id="rId17" Type="http://schemas.openxmlformats.org/officeDocument/2006/relationships/customXml" Target="../ink/ink36.xml"/><Relationship Id="rId16" Type="http://schemas.openxmlformats.org/officeDocument/2006/relationships/image" Target="../media/image36.png"/><Relationship Id="rId15" Type="http://schemas.openxmlformats.org/officeDocument/2006/relationships/customXml" Target="../ink/ink35.xml"/><Relationship Id="rId14" Type="http://schemas.openxmlformats.org/officeDocument/2006/relationships/image" Target="../media/image35.png"/><Relationship Id="rId13" Type="http://schemas.openxmlformats.org/officeDocument/2006/relationships/customXml" Target="../ink/ink34.xml"/><Relationship Id="rId12" Type="http://schemas.openxmlformats.org/officeDocument/2006/relationships/image" Target="../media/image34.png"/><Relationship Id="rId11" Type="http://schemas.openxmlformats.org/officeDocument/2006/relationships/customXml" Target="../ink/ink33.xml"/><Relationship Id="rId10" Type="http://schemas.openxmlformats.org/officeDocument/2006/relationships/image" Target="../media/image33.png"/><Relationship Id="rId1" Type="http://schemas.openxmlformats.org/officeDocument/2006/relationships/customXml" Target="../ink/ink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8.xml.rels><?xml version="1.0" encoding="UTF-8" standalone="yes"?>
<Relationships xmlns="http://schemas.openxmlformats.org/package/2006/relationships"><Relationship Id="rId99" Type="http://schemas.openxmlformats.org/officeDocument/2006/relationships/image" Target="../media/image95.png"/><Relationship Id="rId98" Type="http://schemas.openxmlformats.org/officeDocument/2006/relationships/customXml" Target="../ink/ink93.xml"/><Relationship Id="rId97" Type="http://schemas.openxmlformats.org/officeDocument/2006/relationships/image" Target="../media/image94.png"/><Relationship Id="rId96" Type="http://schemas.openxmlformats.org/officeDocument/2006/relationships/customXml" Target="../ink/ink92.xml"/><Relationship Id="rId95" Type="http://schemas.openxmlformats.org/officeDocument/2006/relationships/image" Target="../media/image93.png"/><Relationship Id="rId94" Type="http://schemas.openxmlformats.org/officeDocument/2006/relationships/customXml" Target="../ink/ink91.xml"/><Relationship Id="rId93" Type="http://schemas.openxmlformats.org/officeDocument/2006/relationships/image" Target="../media/image92.png"/><Relationship Id="rId92" Type="http://schemas.openxmlformats.org/officeDocument/2006/relationships/customXml" Target="../ink/ink90.xml"/><Relationship Id="rId91" Type="http://schemas.openxmlformats.org/officeDocument/2006/relationships/image" Target="../media/image91.png"/><Relationship Id="rId90" Type="http://schemas.openxmlformats.org/officeDocument/2006/relationships/customXml" Target="../ink/ink89.xml"/><Relationship Id="rId9" Type="http://schemas.openxmlformats.org/officeDocument/2006/relationships/image" Target="../media/image50.png"/><Relationship Id="rId89" Type="http://schemas.openxmlformats.org/officeDocument/2006/relationships/image" Target="../media/image90.png"/><Relationship Id="rId88" Type="http://schemas.openxmlformats.org/officeDocument/2006/relationships/customXml" Target="../ink/ink88.xml"/><Relationship Id="rId87" Type="http://schemas.openxmlformats.org/officeDocument/2006/relationships/image" Target="../media/image89.png"/><Relationship Id="rId86" Type="http://schemas.openxmlformats.org/officeDocument/2006/relationships/customXml" Target="../ink/ink87.xml"/><Relationship Id="rId85" Type="http://schemas.openxmlformats.org/officeDocument/2006/relationships/image" Target="../media/image88.png"/><Relationship Id="rId84" Type="http://schemas.openxmlformats.org/officeDocument/2006/relationships/customXml" Target="../ink/ink86.xml"/><Relationship Id="rId83" Type="http://schemas.openxmlformats.org/officeDocument/2006/relationships/image" Target="../media/image87.png"/><Relationship Id="rId82" Type="http://schemas.openxmlformats.org/officeDocument/2006/relationships/customXml" Target="../ink/ink85.xml"/><Relationship Id="rId81" Type="http://schemas.openxmlformats.org/officeDocument/2006/relationships/image" Target="../media/image86.png"/><Relationship Id="rId80" Type="http://schemas.openxmlformats.org/officeDocument/2006/relationships/customXml" Target="../ink/ink84.xml"/><Relationship Id="rId8" Type="http://schemas.openxmlformats.org/officeDocument/2006/relationships/customXml" Target="../ink/ink48.xml"/><Relationship Id="rId79" Type="http://schemas.openxmlformats.org/officeDocument/2006/relationships/image" Target="../media/image85.png"/><Relationship Id="rId78" Type="http://schemas.openxmlformats.org/officeDocument/2006/relationships/customXml" Target="../ink/ink83.xml"/><Relationship Id="rId77" Type="http://schemas.openxmlformats.org/officeDocument/2006/relationships/image" Target="../media/image84.png"/><Relationship Id="rId76" Type="http://schemas.openxmlformats.org/officeDocument/2006/relationships/customXml" Target="../ink/ink82.xml"/><Relationship Id="rId75" Type="http://schemas.openxmlformats.org/officeDocument/2006/relationships/image" Target="../media/image83.png"/><Relationship Id="rId74" Type="http://schemas.openxmlformats.org/officeDocument/2006/relationships/customXml" Target="../ink/ink81.xml"/><Relationship Id="rId73" Type="http://schemas.openxmlformats.org/officeDocument/2006/relationships/image" Target="../media/image82.png"/><Relationship Id="rId72" Type="http://schemas.openxmlformats.org/officeDocument/2006/relationships/customXml" Target="../ink/ink80.xml"/><Relationship Id="rId71" Type="http://schemas.openxmlformats.org/officeDocument/2006/relationships/image" Target="../media/image81.png"/><Relationship Id="rId70" Type="http://schemas.openxmlformats.org/officeDocument/2006/relationships/customXml" Target="../ink/ink79.xml"/><Relationship Id="rId7" Type="http://schemas.openxmlformats.org/officeDocument/2006/relationships/image" Target="../media/image49.png"/><Relationship Id="rId69" Type="http://schemas.openxmlformats.org/officeDocument/2006/relationships/image" Target="../media/image80.png"/><Relationship Id="rId68" Type="http://schemas.openxmlformats.org/officeDocument/2006/relationships/customXml" Target="../ink/ink78.xml"/><Relationship Id="rId67" Type="http://schemas.openxmlformats.org/officeDocument/2006/relationships/image" Target="../media/image79.png"/><Relationship Id="rId66" Type="http://schemas.openxmlformats.org/officeDocument/2006/relationships/customXml" Target="../ink/ink77.xml"/><Relationship Id="rId65" Type="http://schemas.openxmlformats.org/officeDocument/2006/relationships/image" Target="../media/image78.png"/><Relationship Id="rId64" Type="http://schemas.openxmlformats.org/officeDocument/2006/relationships/customXml" Target="../ink/ink76.xml"/><Relationship Id="rId63" Type="http://schemas.openxmlformats.org/officeDocument/2006/relationships/image" Target="../media/image77.png"/><Relationship Id="rId62" Type="http://schemas.openxmlformats.org/officeDocument/2006/relationships/customXml" Target="../ink/ink75.xml"/><Relationship Id="rId61" Type="http://schemas.openxmlformats.org/officeDocument/2006/relationships/image" Target="../media/image76.png"/><Relationship Id="rId60" Type="http://schemas.openxmlformats.org/officeDocument/2006/relationships/customXml" Target="../ink/ink74.xml"/><Relationship Id="rId6" Type="http://schemas.openxmlformats.org/officeDocument/2006/relationships/customXml" Target="../ink/ink47.xml"/><Relationship Id="rId59" Type="http://schemas.openxmlformats.org/officeDocument/2006/relationships/image" Target="../media/image75.png"/><Relationship Id="rId58" Type="http://schemas.openxmlformats.org/officeDocument/2006/relationships/customXml" Target="../ink/ink73.xml"/><Relationship Id="rId57" Type="http://schemas.openxmlformats.org/officeDocument/2006/relationships/image" Target="../media/image74.png"/><Relationship Id="rId56" Type="http://schemas.openxmlformats.org/officeDocument/2006/relationships/customXml" Target="../ink/ink72.xml"/><Relationship Id="rId55" Type="http://schemas.openxmlformats.org/officeDocument/2006/relationships/image" Target="../media/image73.png"/><Relationship Id="rId54" Type="http://schemas.openxmlformats.org/officeDocument/2006/relationships/customXml" Target="../ink/ink71.xml"/><Relationship Id="rId53" Type="http://schemas.openxmlformats.org/officeDocument/2006/relationships/image" Target="../media/image72.png"/><Relationship Id="rId52" Type="http://schemas.openxmlformats.org/officeDocument/2006/relationships/customXml" Target="../ink/ink70.xml"/><Relationship Id="rId51" Type="http://schemas.openxmlformats.org/officeDocument/2006/relationships/image" Target="../media/image71.png"/><Relationship Id="rId50" Type="http://schemas.openxmlformats.org/officeDocument/2006/relationships/customXml" Target="../ink/ink69.xml"/><Relationship Id="rId5" Type="http://schemas.openxmlformats.org/officeDocument/2006/relationships/image" Target="../media/image48.png"/><Relationship Id="rId49" Type="http://schemas.openxmlformats.org/officeDocument/2006/relationships/image" Target="../media/image70.png"/><Relationship Id="rId48" Type="http://schemas.openxmlformats.org/officeDocument/2006/relationships/customXml" Target="../ink/ink68.xml"/><Relationship Id="rId47" Type="http://schemas.openxmlformats.org/officeDocument/2006/relationships/image" Target="../media/image69.png"/><Relationship Id="rId46" Type="http://schemas.openxmlformats.org/officeDocument/2006/relationships/customXml" Target="../ink/ink67.xml"/><Relationship Id="rId45" Type="http://schemas.openxmlformats.org/officeDocument/2006/relationships/image" Target="../media/image68.png"/><Relationship Id="rId44" Type="http://schemas.openxmlformats.org/officeDocument/2006/relationships/customXml" Target="../ink/ink66.xml"/><Relationship Id="rId43" Type="http://schemas.openxmlformats.org/officeDocument/2006/relationships/image" Target="../media/image67.png"/><Relationship Id="rId42" Type="http://schemas.openxmlformats.org/officeDocument/2006/relationships/customXml" Target="../ink/ink65.xml"/><Relationship Id="rId41" Type="http://schemas.openxmlformats.org/officeDocument/2006/relationships/image" Target="../media/image66.png"/><Relationship Id="rId40" Type="http://schemas.openxmlformats.org/officeDocument/2006/relationships/customXml" Target="../ink/ink64.xml"/><Relationship Id="rId4" Type="http://schemas.openxmlformats.org/officeDocument/2006/relationships/customXml" Target="../ink/ink46.xml"/><Relationship Id="rId39" Type="http://schemas.openxmlformats.org/officeDocument/2006/relationships/image" Target="../media/image65.png"/><Relationship Id="rId38" Type="http://schemas.openxmlformats.org/officeDocument/2006/relationships/customXml" Target="../ink/ink63.xml"/><Relationship Id="rId37" Type="http://schemas.openxmlformats.org/officeDocument/2006/relationships/image" Target="../media/image64.png"/><Relationship Id="rId36" Type="http://schemas.openxmlformats.org/officeDocument/2006/relationships/customXml" Target="../ink/ink62.xml"/><Relationship Id="rId35" Type="http://schemas.openxmlformats.org/officeDocument/2006/relationships/image" Target="../media/image63.png"/><Relationship Id="rId34" Type="http://schemas.openxmlformats.org/officeDocument/2006/relationships/customXml" Target="../ink/ink61.xml"/><Relationship Id="rId33" Type="http://schemas.openxmlformats.org/officeDocument/2006/relationships/image" Target="../media/image62.png"/><Relationship Id="rId32" Type="http://schemas.openxmlformats.org/officeDocument/2006/relationships/customXml" Target="../ink/ink60.xml"/><Relationship Id="rId31" Type="http://schemas.openxmlformats.org/officeDocument/2006/relationships/image" Target="../media/image61.png"/><Relationship Id="rId30" Type="http://schemas.openxmlformats.org/officeDocument/2006/relationships/customXml" Target="../ink/ink59.xml"/><Relationship Id="rId3" Type="http://schemas.openxmlformats.org/officeDocument/2006/relationships/image" Target="../media/image47.png"/><Relationship Id="rId29" Type="http://schemas.openxmlformats.org/officeDocument/2006/relationships/image" Target="../media/image60.png"/><Relationship Id="rId28" Type="http://schemas.openxmlformats.org/officeDocument/2006/relationships/customXml" Target="../ink/ink58.xml"/><Relationship Id="rId27" Type="http://schemas.openxmlformats.org/officeDocument/2006/relationships/image" Target="../media/image59.png"/><Relationship Id="rId26" Type="http://schemas.openxmlformats.org/officeDocument/2006/relationships/customXml" Target="../ink/ink57.xml"/><Relationship Id="rId25" Type="http://schemas.openxmlformats.org/officeDocument/2006/relationships/image" Target="../media/image58.png"/><Relationship Id="rId241" Type="http://schemas.openxmlformats.org/officeDocument/2006/relationships/slideLayout" Target="../slideLayouts/slideLayout7.xml"/><Relationship Id="rId240" Type="http://schemas.openxmlformats.org/officeDocument/2006/relationships/tags" Target="../tags/tag75.xml"/><Relationship Id="rId24" Type="http://schemas.openxmlformats.org/officeDocument/2006/relationships/customXml" Target="../ink/ink56.xml"/><Relationship Id="rId239" Type="http://schemas.openxmlformats.org/officeDocument/2006/relationships/image" Target="../media/image165.png"/><Relationship Id="rId238" Type="http://schemas.openxmlformats.org/officeDocument/2006/relationships/customXml" Target="../ink/ink163.xml"/><Relationship Id="rId237" Type="http://schemas.openxmlformats.org/officeDocument/2006/relationships/image" Target="../media/image164.png"/><Relationship Id="rId236" Type="http://schemas.openxmlformats.org/officeDocument/2006/relationships/customXml" Target="../ink/ink162.xml"/><Relationship Id="rId235" Type="http://schemas.openxmlformats.org/officeDocument/2006/relationships/image" Target="../media/image163.png"/><Relationship Id="rId234" Type="http://schemas.openxmlformats.org/officeDocument/2006/relationships/customXml" Target="../ink/ink161.xml"/><Relationship Id="rId233" Type="http://schemas.openxmlformats.org/officeDocument/2006/relationships/image" Target="../media/image162.png"/><Relationship Id="rId232" Type="http://schemas.openxmlformats.org/officeDocument/2006/relationships/customXml" Target="../ink/ink160.xml"/><Relationship Id="rId231" Type="http://schemas.openxmlformats.org/officeDocument/2006/relationships/image" Target="../media/image161.png"/><Relationship Id="rId230" Type="http://schemas.openxmlformats.org/officeDocument/2006/relationships/customXml" Target="../ink/ink159.xml"/><Relationship Id="rId23" Type="http://schemas.openxmlformats.org/officeDocument/2006/relationships/image" Target="../media/image57.png"/><Relationship Id="rId229" Type="http://schemas.openxmlformats.org/officeDocument/2006/relationships/image" Target="../media/image160.png"/><Relationship Id="rId228" Type="http://schemas.openxmlformats.org/officeDocument/2006/relationships/customXml" Target="../ink/ink158.xml"/><Relationship Id="rId227" Type="http://schemas.openxmlformats.org/officeDocument/2006/relationships/image" Target="../media/image159.png"/><Relationship Id="rId226" Type="http://schemas.openxmlformats.org/officeDocument/2006/relationships/customXml" Target="../ink/ink157.xml"/><Relationship Id="rId225" Type="http://schemas.openxmlformats.org/officeDocument/2006/relationships/image" Target="../media/image158.png"/><Relationship Id="rId224" Type="http://schemas.openxmlformats.org/officeDocument/2006/relationships/customXml" Target="../ink/ink156.xml"/><Relationship Id="rId223" Type="http://schemas.openxmlformats.org/officeDocument/2006/relationships/image" Target="../media/image157.png"/><Relationship Id="rId222" Type="http://schemas.openxmlformats.org/officeDocument/2006/relationships/customXml" Target="../ink/ink155.xml"/><Relationship Id="rId221" Type="http://schemas.openxmlformats.org/officeDocument/2006/relationships/image" Target="../media/image156.png"/><Relationship Id="rId220" Type="http://schemas.openxmlformats.org/officeDocument/2006/relationships/customXml" Target="../ink/ink154.xml"/><Relationship Id="rId22" Type="http://schemas.openxmlformats.org/officeDocument/2006/relationships/customXml" Target="../ink/ink55.xml"/><Relationship Id="rId219" Type="http://schemas.openxmlformats.org/officeDocument/2006/relationships/image" Target="../media/image155.png"/><Relationship Id="rId218" Type="http://schemas.openxmlformats.org/officeDocument/2006/relationships/customXml" Target="../ink/ink153.xml"/><Relationship Id="rId217" Type="http://schemas.openxmlformats.org/officeDocument/2006/relationships/image" Target="../media/image154.png"/><Relationship Id="rId216" Type="http://schemas.openxmlformats.org/officeDocument/2006/relationships/customXml" Target="../ink/ink152.xml"/><Relationship Id="rId215" Type="http://schemas.openxmlformats.org/officeDocument/2006/relationships/image" Target="../media/image153.png"/><Relationship Id="rId214" Type="http://schemas.openxmlformats.org/officeDocument/2006/relationships/customXml" Target="../ink/ink151.xml"/><Relationship Id="rId213" Type="http://schemas.openxmlformats.org/officeDocument/2006/relationships/image" Target="../media/image152.png"/><Relationship Id="rId212" Type="http://schemas.openxmlformats.org/officeDocument/2006/relationships/customXml" Target="../ink/ink150.xml"/><Relationship Id="rId211" Type="http://schemas.openxmlformats.org/officeDocument/2006/relationships/image" Target="../media/image151.png"/><Relationship Id="rId210" Type="http://schemas.openxmlformats.org/officeDocument/2006/relationships/customXml" Target="../ink/ink149.xml"/><Relationship Id="rId21" Type="http://schemas.openxmlformats.org/officeDocument/2006/relationships/image" Target="../media/image56.png"/><Relationship Id="rId209" Type="http://schemas.openxmlformats.org/officeDocument/2006/relationships/image" Target="../media/image150.png"/><Relationship Id="rId208" Type="http://schemas.openxmlformats.org/officeDocument/2006/relationships/customXml" Target="../ink/ink148.xml"/><Relationship Id="rId207" Type="http://schemas.openxmlformats.org/officeDocument/2006/relationships/image" Target="../media/image149.png"/><Relationship Id="rId206" Type="http://schemas.openxmlformats.org/officeDocument/2006/relationships/customXml" Target="../ink/ink147.xml"/><Relationship Id="rId205" Type="http://schemas.openxmlformats.org/officeDocument/2006/relationships/image" Target="../media/image148.png"/><Relationship Id="rId204" Type="http://schemas.openxmlformats.org/officeDocument/2006/relationships/customXml" Target="../ink/ink146.xml"/><Relationship Id="rId203" Type="http://schemas.openxmlformats.org/officeDocument/2006/relationships/image" Target="../media/image147.png"/><Relationship Id="rId202" Type="http://schemas.openxmlformats.org/officeDocument/2006/relationships/customXml" Target="../ink/ink145.xml"/><Relationship Id="rId201" Type="http://schemas.openxmlformats.org/officeDocument/2006/relationships/image" Target="../media/image146.png"/><Relationship Id="rId200" Type="http://schemas.openxmlformats.org/officeDocument/2006/relationships/customXml" Target="../ink/ink144.xml"/><Relationship Id="rId20" Type="http://schemas.openxmlformats.org/officeDocument/2006/relationships/customXml" Target="../ink/ink54.xml"/><Relationship Id="rId2" Type="http://schemas.openxmlformats.org/officeDocument/2006/relationships/tags" Target="../tags/tag74.xml"/><Relationship Id="rId199" Type="http://schemas.openxmlformats.org/officeDocument/2006/relationships/image" Target="../media/image145.png"/><Relationship Id="rId198" Type="http://schemas.openxmlformats.org/officeDocument/2006/relationships/customXml" Target="../ink/ink143.xml"/><Relationship Id="rId197" Type="http://schemas.openxmlformats.org/officeDocument/2006/relationships/image" Target="../media/image144.png"/><Relationship Id="rId196" Type="http://schemas.openxmlformats.org/officeDocument/2006/relationships/customXml" Target="../ink/ink142.xml"/><Relationship Id="rId195" Type="http://schemas.openxmlformats.org/officeDocument/2006/relationships/image" Target="../media/image143.png"/><Relationship Id="rId194" Type="http://schemas.openxmlformats.org/officeDocument/2006/relationships/customXml" Target="../ink/ink141.xml"/><Relationship Id="rId193" Type="http://schemas.openxmlformats.org/officeDocument/2006/relationships/image" Target="../media/image142.png"/><Relationship Id="rId192" Type="http://schemas.openxmlformats.org/officeDocument/2006/relationships/customXml" Target="../ink/ink140.xml"/><Relationship Id="rId191" Type="http://schemas.openxmlformats.org/officeDocument/2006/relationships/image" Target="../media/image141.png"/><Relationship Id="rId190" Type="http://schemas.openxmlformats.org/officeDocument/2006/relationships/customXml" Target="../ink/ink139.xml"/><Relationship Id="rId19" Type="http://schemas.openxmlformats.org/officeDocument/2006/relationships/image" Target="../media/image55.png"/><Relationship Id="rId189" Type="http://schemas.openxmlformats.org/officeDocument/2006/relationships/image" Target="../media/image140.png"/><Relationship Id="rId188" Type="http://schemas.openxmlformats.org/officeDocument/2006/relationships/customXml" Target="../ink/ink138.xml"/><Relationship Id="rId187" Type="http://schemas.openxmlformats.org/officeDocument/2006/relationships/image" Target="../media/image139.png"/><Relationship Id="rId186" Type="http://schemas.openxmlformats.org/officeDocument/2006/relationships/customXml" Target="../ink/ink137.xml"/><Relationship Id="rId185" Type="http://schemas.openxmlformats.org/officeDocument/2006/relationships/image" Target="../media/image138.png"/><Relationship Id="rId184" Type="http://schemas.openxmlformats.org/officeDocument/2006/relationships/customXml" Target="../ink/ink136.xml"/><Relationship Id="rId183" Type="http://schemas.openxmlformats.org/officeDocument/2006/relationships/image" Target="../media/image137.png"/><Relationship Id="rId182" Type="http://schemas.openxmlformats.org/officeDocument/2006/relationships/customXml" Target="../ink/ink135.xml"/><Relationship Id="rId181" Type="http://schemas.openxmlformats.org/officeDocument/2006/relationships/image" Target="../media/image136.png"/><Relationship Id="rId180" Type="http://schemas.openxmlformats.org/officeDocument/2006/relationships/customXml" Target="../ink/ink134.xml"/><Relationship Id="rId18" Type="http://schemas.openxmlformats.org/officeDocument/2006/relationships/customXml" Target="../ink/ink53.xml"/><Relationship Id="rId179" Type="http://schemas.openxmlformats.org/officeDocument/2006/relationships/image" Target="../media/image135.png"/><Relationship Id="rId178" Type="http://schemas.openxmlformats.org/officeDocument/2006/relationships/customXml" Target="../ink/ink133.xml"/><Relationship Id="rId177" Type="http://schemas.openxmlformats.org/officeDocument/2006/relationships/image" Target="../media/image134.png"/><Relationship Id="rId176" Type="http://schemas.openxmlformats.org/officeDocument/2006/relationships/customXml" Target="../ink/ink132.xml"/><Relationship Id="rId175" Type="http://schemas.openxmlformats.org/officeDocument/2006/relationships/image" Target="../media/image133.png"/><Relationship Id="rId174" Type="http://schemas.openxmlformats.org/officeDocument/2006/relationships/customXml" Target="../ink/ink131.xml"/><Relationship Id="rId173" Type="http://schemas.openxmlformats.org/officeDocument/2006/relationships/image" Target="../media/image132.png"/><Relationship Id="rId172" Type="http://schemas.openxmlformats.org/officeDocument/2006/relationships/customXml" Target="../ink/ink130.xml"/><Relationship Id="rId171" Type="http://schemas.openxmlformats.org/officeDocument/2006/relationships/image" Target="../media/image131.png"/><Relationship Id="rId170" Type="http://schemas.openxmlformats.org/officeDocument/2006/relationships/customXml" Target="../ink/ink129.xml"/><Relationship Id="rId17" Type="http://schemas.openxmlformats.org/officeDocument/2006/relationships/image" Target="../media/image54.png"/><Relationship Id="rId169" Type="http://schemas.openxmlformats.org/officeDocument/2006/relationships/image" Target="../media/image130.png"/><Relationship Id="rId168" Type="http://schemas.openxmlformats.org/officeDocument/2006/relationships/customXml" Target="../ink/ink128.xml"/><Relationship Id="rId167" Type="http://schemas.openxmlformats.org/officeDocument/2006/relationships/image" Target="../media/image129.png"/><Relationship Id="rId166" Type="http://schemas.openxmlformats.org/officeDocument/2006/relationships/customXml" Target="../ink/ink127.xml"/><Relationship Id="rId165" Type="http://schemas.openxmlformats.org/officeDocument/2006/relationships/image" Target="../media/image128.png"/><Relationship Id="rId164" Type="http://schemas.openxmlformats.org/officeDocument/2006/relationships/customXml" Target="../ink/ink126.xml"/><Relationship Id="rId163" Type="http://schemas.openxmlformats.org/officeDocument/2006/relationships/image" Target="../media/image127.png"/><Relationship Id="rId162" Type="http://schemas.openxmlformats.org/officeDocument/2006/relationships/customXml" Target="../ink/ink125.xml"/><Relationship Id="rId161" Type="http://schemas.openxmlformats.org/officeDocument/2006/relationships/image" Target="../media/image126.png"/><Relationship Id="rId160" Type="http://schemas.openxmlformats.org/officeDocument/2006/relationships/customXml" Target="../ink/ink124.xml"/><Relationship Id="rId16" Type="http://schemas.openxmlformats.org/officeDocument/2006/relationships/customXml" Target="../ink/ink52.xml"/><Relationship Id="rId159" Type="http://schemas.openxmlformats.org/officeDocument/2006/relationships/image" Target="../media/image125.png"/><Relationship Id="rId158" Type="http://schemas.openxmlformats.org/officeDocument/2006/relationships/customXml" Target="../ink/ink123.xml"/><Relationship Id="rId157" Type="http://schemas.openxmlformats.org/officeDocument/2006/relationships/image" Target="../media/image124.png"/><Relationship Id="rId156" Type="http://schemas.openxmlformats.org/officeDocument/2006/relationships/customXml" Target="../ink/ink122.xml"/><Relationship Id="rId155" Type="http://schemas.openxmlformats.org/officeDocument/2006/relationships/image" Target="../media/image123.png"/><Relationship Id="rId154" Type="http://schemas.openxmlformats.org/officeDocument/2006/relationships/customXml" Target="../ink/ink121.xml"/><Relationship Id="rId153" Type="http://schemas.openxmlformats.org/officeDocument/2006/relationships/image" Target="../media/image122.png"/><Relationship Id="rId152" Type="http://schemas.openxmlformats.org/officeDocument/2006/relationships/customXml" Target="../ink/ink120.xml"/><Relationship Id="rId151" Type="http://schemas.openxmlformats.org/officeDocument/2006/relationships/image" Target="../media/image121.png"/><Relationship Id="rId150" Type="http://schemas.openxmlformats.org/officeDocument/2006/relationships/customXml" Target="../ink/ink119.xml"/><Relationship Id="rId15" Type="http://schemas.openxmlformats.org/officeDocument/2006/relationships/image" Target="../media/image53.png"/><Relationship Id="rId149" Type="http://schemas.openxmlformats.org/officeDocument/2006/relationships/image" Target="../media/image120.png"/><Relationship Id="rId148" Type="http://schemas.openxmlformats.org/officeDocument/2006/relationships/customXml" Target="../ink/ink118.xml"/><Relationship Id="rId147" Type="http://schemas.openxmlformats.org/officeDocument/2006/relationships/image" Target="../media/image119.png"/><Relationship Id="rId146" Type="http://schemas.openxmlformats.org/officeDocument/2006/relationships/customXml" Target="../ink/ink117.xml"/><Relationship Id="rId145" Type="http://schemas.openxmlformats.org/officeDocument/2006/relationships/image" Target="../media/image118.png"/><Relationship Id="rId144" Type="http://schemas.openxmlformats.org/officeDocument/2006/relationships/customXml" Target="../ink/ink116.xml"/><Relationship Id="rId143" Type="http://schemas.openxmlformats.org/officeDocument/2006/relationships/image" Target="../media/image117.png"/><Relationship Id="rId142" Type="http://schemas.openxmlformats.org/officeDocument/2006/relationships/customXml" Target="../ink/ink115.xml"/><Relationship Id="rId141" Type="http://schemas.openxmlformats.org/officeDocument/2006/relationships/image" Target="../media/image116.png"/><Relationship Id="rId140" Type="http://schemas.openxmlformats.org/officeDocument/2006/relationships/customXml" Target="../ink/ink114.xml"/><Relationship Id="rId14" Type="http://schemas.openxmlformats.org/officeDocument/2006/relationships/customXml" Target="../ink/ink51.xml"/><Relationship Id="rId139" Type="http://schemas.openxmlformats.org/officeDocument/2006/relationships/image" Target="../media/image115.png"/><Relationship Id="rId138" Type="http://schemas.openxmlformats.org/officeDocument/2006/relationships/customXml" Target="../ink/ink113.xml"/><Relationship Id="rId137" Type="http://schemas.openxmlformats.org/officeDocument/2006/relationships/image" Target="../media/image114.png"/><Relationship Id="rId136" Type="http://schemas.openxmlformats.org/officeDocument/2006/relationships/customXml" Target="../ink/ink112.xml"/><Relationship Id="rId135" Type="http://schemas.openxmlformats.org/officeDocument/2006/relationships/image" Target="../media/image113.png"/><Relationship Id="rId134" Type="http://schemas.openxmlformats.org/officeDocument/2006/relationships/customXml" Target="../ink/ink111.xml"/><Relationship Id="rId133" Type="http://schemas.openxmlformats.org/officeDocument/2006/relationships/image" Target="../media/image112.png"/><Relationship Id="rId132" Type="http://schemas.openxmlformats.org/officeDocument/2006/relationships/customXml" Target="../ink/ink110.xml"/><Relationship Id="rId131" Type="http://schemas.openxmlformats.org/officeDocument/2006/relationships/image" Target="../media/image111.png"/><Relationship Id="rId130" Type="http://schemas.openxmlformats.org/officeDocument/2006/relationships/customXml" Target="../ink/ink109.xml"/><Relationship Id="rId13" Type="http://schemas.openxmlformats.org/officeDocument/2006/relationships/image" Target="../media/image52.png"/><Relationship Id="rId129" Type="http://schemas.openxmlformats.org/officeDocument/2006/relationships/image" Target="../media/image110.png"/><Relationship Id="rId128" Type="http://schemas.openxmlformats.org/officeDocument/2006/relationships/customXml" Target="../ink/ink108.xml"/><Relationship Id="rId127" Type="http://schemas.openxmlformats.org/officeDocument/2006/relationships/image" Target="../media/image109.png"/><Relationship Id="rId126" Type="http://schemas.openxmlformats.org/officeDocument/2006/relationships/customXml" Target="../ink/ink107.xml"/><Relationship Id="rId125" Type="http://schemas.openxmlformats.org/officeDocument/2006/relationships/image" Target="../media/image108.png"/><Relationship Id="rId124" Type="http://schemas.openxmlformats.org/officeDocument/2006/relationships/customXml" Target="../ink/ink106.xml"/><Relationship Id="rId123" Type="http://schemas.openxmlformats.org/officeDocument/2006/relationships/image" Target="../media/image107.png"/><Relationship Id="rId122" Type="http://schemas.openxmlformats.org/officeDocument/2006/relationships/customXml" Target="../ink/ink105.xml"/><Relationship Id="rId121" Type="http://schemas.openxmlformats.org/officeDocument/2006/relationships/image" Target="../media/image106.png"/><Relationship Id="rId120" Type="http://schemas.openxmlformats.org/officeDocument/2006/relationships/customXml" Target="../ink/ink104.xml"/><Relationship Id="rId12" Type="http://schemas.openxmlformats.org/officeDocument/2006/relationships/customXml" Target="../ink/ink50.xml"/><Relationship Id="rId119" Type="http://schemas.openxmlformats.org/officeDocument/2006/relationships/image" Target="../media/image105.png"/><Relationship Id="rId118" Type="http://schemas.openxmlformats.org/officeDocument/2006/relationships/customXml" Target="../ink/ink103.xml"/><Relationship Id="rId117" Type="http://schemas.openxmlformats.org/officeDocument/2006/relationships/image" Target="../media/image104.png"/><Relationship Id="rId116" Type="http://schemas.openxmlformats.org/officeDocument/2006/relationships/customXml" Target="../ink/ink102.xml"/><Relationship Id="rId115" Type="http://schemas.openxmlformats.org/officeDocument/2006/relationships/image" Target="../media/image103.png"/><Relationship Id="rId114" Type="http://schemas.openxmlformats.org/officeDocument/2006/relationships/customXml" Target="../ink/ink101.xml"/><Relationship Id="rId113" Type="http://schemas.openxmlformats.org/officeDocument/2006/relationships/image" Target="../media/image102.png"/><Relationship Id="rId112" Type="http://schemas.openxmlformats.org/officeDocument/2006/relationships/customXml" Target="../ink/ink100.xml"/><Relationship Id="rId111" Type="http://schemas.openxmlformats.org/officeDocument/2006/relationships/image" Target="../media/image101.png"/><Relationship Id="rId110" Type="http://schemas.openxmlformats.org/officeDocument/2006/relationships/customXml" Target="../ink/ink99.xml"/><Relationship Id="rId11" Type="http://schemas.openxmlformats.org/officeDocument/2006/relationships/image" Target="../media/image51.png"/><Relationship Id="rId109" Type="http://schemas.openxmlformats.org/officeDocument/2006/relationships/image" Target="../media/image100.png"/><Relationship Id="rId108" Type="http://schemas.openxmlformats.org/officeDocument/2006/relationships/customXml" Target="../ink/ink98.xml"/><Relationship Id="rId107" Type="http://schemas.openxmlformats.org/officeDocument/2006/relationships/image" Target="../media/image99.png"/><Relationship Id="rId106" Type="http://schemas.openxmlformats.org/officeDocument/2006/relationships/customXml" Target="../ink/ink97.xml"/><Relationship Id="rId105" Type="http://schemas.openxmlformats.org/officeDocument/2006/relationships/image" Target="../media/image98.png"/><Relationship Id="rId104" Type="http://schemas.openxmlformats.org/officeDocument/2006/relationships/customXml" Target="../ink/ink96.xml"/><Relationship Id="rId103" Type="http://schemas.openxmlformats.org/officeDocument/2006/relationships/image" Target="../media/image97.png"/><Relationship Id="rId102" Type="http://schemas.openxmlformats.org/officeDocument/2006/relationships/customXml" Target="../ink/ink95.xml"/><Relationship Id="rId101" Type="http://schemas.openxmlformats.org/officeDocument/2006/relationships/image" Target="../media/image96.png"/><Relationship Id="rId100" Type="http://schemas.openxmlformats.org/officeDocument/2006/relationships/customXml" Target="../ink/ink94.xml"/><Relationship Id="rId10" Type="http://schemas.openxmlformats.org/officeDocument/2006/relationships/customXml" Target="../ink/ink49.xml"/><Relationship Id="rId1" Type="http://schemas.openxmlformats.org/officeDocument/2006/relationships/tags" Target="../tags/tag7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80.xml"/><Relationship Id="rId3" Type="http://schemas.openxmlformats.org/officeDocument/2006/relationships/image" Target="../media/image16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83.xml"/><Relationship Id="rId3" Type="http://schemas.openxmlformats.org/officeDocument/2006/relationships/image" Target="../media/image167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33400" y="632460"/>
            <a:ext cx="878840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几点说明：</a:t>
            </a:r>
            <a:endParaRPr lang="zh-CN" altLang="en-US" sz="2400"/>
          </a:p>
          <a:p>
            <a:r>
              <a:rPr lang="en-US" altLang="zh-CN" sz="2400"/>
              <a:t>1.</a:t>
            </a:r>
            <a:r>
              <a:rPr lang="zh-CN" altLang="en-US" sz="2400"/>
              <a:t>题目没有标准答案，都是自己做的，距离我学习大计已经过了</a:t>
            </a:r>
            <a:r>
              <a:rPr lang="en-US" altLang="zh-CN" sz="2400"/>
              <a:t>7</a:t>
            </a:r>
            <a:r>
              <a:rPr lang="zh-CN" altLang="en-US" sz="2400"/>
              <a:t>年时间了。倘若讲解的过程中有错误或与老师讲解的有出入，请在评论区或私信指出。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2.</a:t>
            </a:r>
            <a:r>
              <a:rPr lang="zh-CN" altLang="en-US" sz="2400"/>
              <a:t>今年听了课的同学，倘若考试中考有余力，可以帮忙抄点</a:t>
            </a:r>
            <a:r>
              <a:rPr lang="en-US" altLang="zh-CN" sz="2400"/>
              <a:t>/</a:t>
            </a:r>
            <a:r>
              <a:rPr lang="zh-CN" altLang="en-US" sz="2400"/>
              <a:t>记点题目发给我或者邮箱，</a:t>
            </a:r>
            <a:r>
              <a:rPr lang="en-US" altLang="zh-CN" sz="2400"/>
              <a:t>15217406045@163.com</a:t>
            </a:r>
            <a:r>
              <a:rPr lang="zh-CN" altLang="en-US" sz="2400"/>
              <a:t>。有题目下一年就有新视频，没题目就只有停更了。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3.</a:t>
            </a:r>
            <a:r>
              <a:rPr lang="zh-CN" altLang="en-US" sz="2400"/>
              <a:t>讲解针对的是开卷的同学，闭卷的同学需要把所有抄书的内容记在脑海中，毕竟没书可翻了。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4.</a:t>
            </a:r>
            <a:r>
              <a:rPr lang="zh-CN" altLang="en-US" sz="2400"/>
              <a:t>评论区置顶有网盘链接，里面很多资料，特别是图灵机，记得抄下来。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49250" y="295910"/>
            <a:ext cx="8096885" cy="7093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spcAft>
                <a:spcPts val="600"/>
              </a:spcAft>
            </a:pPr>
            <a:r>
              <a:rPr lang="en-US" altLang="zh-CN"/>
              <a:t>1.</a:t>
            </a:r>
            <a:r>
              <a:rPr lang="zh-CN" altLang="en-US"/>
              <a:t>在</a:t>
            </a:r>
            <a:r>
              <a:rPr lang="en-US" altLang="zh-CN"/>
              <a:t>——</a:t>
            </a:r>
            <a:r>
              <a:rPr lang="zh-CN" altLang="en-US"/>
              <a:t>下等式</a:t>
            </a:r>
            <a:r>
              <a:rPr lang="en-US" altLang="zh-CN"/>
              <a:t>7X8=62</a:t>
            </a:r>
            <a:r>
              <a:rPr lang="zh-CN" altLang="en-US"/>
              <a:t>成立？</a:t>
            </a:r>
            <a:r>
              <a:rPr lang="en-US" altLang="zh-CN"/>
              <a:t>P8</a:t>
            </a:r>
            <a:endParaRPr lang="zh-CN" altLang="en-US"/>
          </a:p>
          <a:p>
            <a:pPr indent="0" fontAlgn="auto">
              <a:spcAft>
                <a:spcPts val="600"/>
              </a:spcAft>
            </a:pPr>
            <a:r>
              <a:rPr lang="en-US" altLang="zh-CN"/>
              <a:t>A.</a:t>
            </a:r>
            <a:r>
              <a:rPr lang="zh-CN" altLang="en-US"/>
              <a:t>五进制</a:t>
            </a:r>
            <a:r>
              <a:rPr lang="en-US" altLang="zh-CN"/>
              <a:t> B.</a:t>
            </a:r>
            <a:r>
              <a:rPr lang="zh-CN" altLang="en-US"/>
              <a:t>七进制</a:t>
            </a:r>
            <a:r>
              <a:rPr lang="en-US" altLang="zh-CN"/>
              <a:t> </a:t>
            </a:r>
            <a:r>
              <a:rPr lang="en-US" altLang="zh-CN">
                <a:solidFill>
                  <a:srgbClr val="FF0000"/>
                </a:solidFill>
              </a:rPr>
              <a:t>C.</a:t>
            </a:r>
            <a:r>
              <a:rPr lang="zh-CN" altLang="en-US">
                <a:solidFill>
                  <a:srgbClr val="FF0000"/>
                </a:solidFill>
              </a:rPr>
              <a:t>九进制</a:t>
            </a:r>
            <a:r>
              <a:rPr lang="en-US" altLang="zh-CN"/>
              <a:t> D.</a:t>
            </a:r>
            <a:r>
              <a:rPr lang="zh-CN" altLang="en-US"/>
              <a:t>十六进制</a:t>
            </a:r>
            <a:endParaRPr lang="zh-CN" altLang="en-US"/>
          </a:p>
          <a:p>
            <a:pPr indent="0" fontAlgn="auto">
              <a:spcAft>
                <a:spcPts val="600"/>
              </a:spcAft>
            </a:pPr>
            <a:endParaRPr lang="zh-CN" altLang="en-US"/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在</a:t>
            </a:r>
            <a:r>
              <a:rPr lang="zh-CN">
                <a:sym typeface="+mn-ea"/>
              </a:rPr>
              <a:t>十进制下的</a:t>
            </a:r>
            <a:r>
              <a:rPr lang="en-US" altLang="zh-CN">
                <a:sym typeface="+mn-ea"/>
              </a:rPr>
              <a:t>105.875</a:t>
            </a:r>
            <a:r>
              <a:rPr lang="zh-CN" altLang="en-US">
                <a:sym typeface="+mn-ea"/>
              </a:rPr>
              <a:t>转换为二进制</a:t>
            </a:r>
            <a:r>
              <a:rPr lang="en-US" altLang="zh-CN">
                <a:sym typeface="+mn-ea"/>
              </a:rPr>
              <a:t>————</a:t>
            </a:r>
            <a:r>
              <a:rPr lang="zh-CN" altLang="en-US">
                <a:sym typeface="+mn-ea"/>
              </a:rPr>
              <a:t>？</a:t>
            </a:r>
            <a:r>
              <a:rPr lang="en-US" altLang="zh-CN">
                <a:sym typeface="+mn-ea"/>
              </a:rPr>
              <a:t>P9</a:t>
            </a:r>
            <a:endParaRPr lang="zh-CN" altLang="en-US"/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A.1101001.011 B.1100110.101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C.1101001.111</a:t>
            </a:r>
            <a:r>
              <a:rPr lang="en-US" altLang="zh-CN">
                <a:sym typeface="+mn-ea"/>
              </a:rPr>
              <a:t> D.1100110.111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以下代表图像文件的扩展名？</a:t>
            </a:r>
            <a:endParaRPr lang="zh-CN" altLang="en-US"/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A..doc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B..png</a:t>
            </a:r>
            <a:r>
              <a:rPr lang="en-US" altLang="zh-CN">
                <a:sym typeface="+mn-ea"/>
              </a:rPr>
              <a:t> C. .wav D..wma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/>
              <a:t>4.8</a:t>
            </a:r>
            <a:r>
              <a:rPr lang="zh-CN" altLang="en-US"/>
              <a:t>位二进制原码的有效表示范围</a:t>
            </a:r>
            <a:r>
              <a:rPr lang="en-US" altLang="zh-CN"/>
              <a:t>——</a:t>
            </a:r>
            <a:r>
              <a:rPr lang="zh-CN" altLang="en-US"/>
              <a:t>？</a:t>
            </a:r>
            <a:endParaRPr lang="zh-CN" altLang="en-US"/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A.-128</a:t>
            </a:r>
            <a:r>
              <a:rPr lang="zh-CN" altLang="en-US">
                <a:sym typeface="+mn-ea"/>
              </a:rPr>
              <a:t>到</a:t>
            </a:r>
            <a:r>
              <a:rPr lang="en-US" altLang="zh-CN">
                <a:sym typeface="+mn-ea"/>
              </a:rPr>
              <a:t>127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B.-127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到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127</a:t>
            </a:r>
            <a:r>
              <a:rPr lang="en-US" altLang="zh-CN">
                <a:sym typeface="+mn-ea"/>
              </a:rPr>
              <a:t> C.-128</a:t>
            </a:r>
            <a:r>
              <a:rPr lang="zh-CN" altLang="en-US">
                <a:sym typeface="+mn-ea"/>
              </a:rPr>
              <a:t>到</a:t>
            </a:r>
            <a:r>
              <a:rPr lang="en-US" altLang="zh-CN">
                <a:sym typeface="+mn-ea"/>
              </a:rPr>
              <a:t>128 D.0</a:t>
            </a:r>
            <a:r>
              <a:rPr lang="zh-CN" altLang="en-US">
                <a:sym typeface="+mn-ea"/>
              </a:rPr>
              <a:t>到</a:t>
            </a:r>
            <a:r>
              <a:rPr lang="en-US" altLang="zh-CN">
                <a:sym typeface="+mn-ea"/>
              </a:rPr>
              <a:t>255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5.</a:t>
            </a:r>
            <a:r>
              <a:rPr lang="zh-CN" altLang="en-US">
                <a:sym typeface="+mn-ea"/>
              </a:rPr>
              <a:t>国王的婚姻问题中国王的求解思路利用了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算法思想？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</a:t>
            </a:r>
            <a:r>
              <a:rPr lang="zh-CN" altLang="en-US">
                <a:sym typeface="+mn-ea"/>
              </a:rPr>
              <a:t>分治法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B.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穷举法</a:t>
            </a:r>
            <a:r>
              <a:rPr lang="en-US" altLang="zh-CN">
                <a:sym typeface="+mn-ea"/>
              </a:rPr>
              <a:t> C.</a:t>
            </a:r>
            <a:r>
              <a:rPr lang="zh-CN" altLang="en-US">
                <a:sym typeface="+mn-ea"/>
              </a:rPr>
              <a:t>递归</a:t>
            </a:r>
            <a:r>
              <a:rPr lang="en-US" altLang="zh-CN">
                <a:sym typeface="+mn-ea"/>
              </a:rPr>
              <a:t> D.</a:t>
            </a:r>
            <a:r>
              <a:rPr lang="zh-CN" altLang="en-US">
                <a:sym typeface="+mn-ea"/>
              </a:rPr>
              <a:t>回溯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6.4</a:t>
            </a:r>
            <a:r>
              <a:rPr lang="zh-CN" altLang="en-US">
                <a:sym typeface="+mn-ea"/>
              </a:rPr>
              <a:t>位二进制下，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的反码为</a:t>
            </a:r>
            <a:r>
              <a:rPr lang="en-US" altLang="zh-CN">
                <a:sym typeface="+mn-ea"/>
              </a:rPr>
              <a:t>111</a:t>
            </a:r>
            <a:r>
              <a:rPr lang="zh-CN" altLang="en-US">
                <a:sym typeface="+mn-ea"/>
              </a:rPr>
              <a:t>，请问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的真值是</a:t>
            </a:r>
            <a:r>
              <a:rPr lang="en-US" altLang="zh-CN">
                <a:sym typeface="+mn-ea"/>
              </a:rPr>
              <a:t>————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 -0 B.+0 C.+1 D.-1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01295" y="304800"/>
            <a:ext cx="10972800" cy="6385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7.——</a:t>
            </a:r>
            <a:r>
              <a:rPr lang="zh-CN" altLang="en-US">
                <a:sym typeface="+mn-ea"/>
              </a:rPr>
              <a:t>不属于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类时间复杂性问题</a:t>
            </a:r>
            <a:r>
              <a:rPr lang="en-US" altLang="zh-CN">
                <a:sym typeface="+mn-ea"/>
              </a:rPr>
              <a:t> P40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A.O(n</a:t>
            </a:r>
            <a:r>
              <a:rPr lang="en-US" altLang="zh-CN" baseline="30000">
                <a:sym typeface="+mn-ea"/>
              </a:rPr>
              <a:t>2</a:t>
            </a:r>
            <a:r>
              <a:rPr lang="en-US" altLang="zh-CN">
                <a:sym typeface="+mn-ea"/>
              </a:rPr>
              <a:t>)  B.O(nlgn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 C.O(1)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D.O(2</a:t>
            </a:r>
            <a:r>
              <a:rPr lang="en-US" altLang="zh-CN" baseline="30000">
                <a:solidFill>
                  <a:srgbClr val="FF0000"/>
                </a:solidFill>
                <a:sym typeface="+mn-ea"/>
              </a:rPr>
              <a:t>n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)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8.——</a:t>
            </a:r>
            <a:r>
              <a:rPr lang="zh-CN" altLang="en-US">
                <a:sym typeface="+mn-ea"/>
              </a:rPr>
              <a:t>不属于可计算性的特征</a:t>
            </a:r>
            <a:r>
              <a:rPr lang="en-US" altLang="zh-CN">
                <a:sym typeface="+mn-ea"/>
              </a:rPr>
              <a:t> P36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</a:t>
            </a:r>
            <a:r>
              <a:rPr lang="zh-CN" altLang="en-US">
                <a:sym typeface="+mn-ea"/>
              </a:rPr>
              <a:t>确定性</a:t>
            </a:r>
            <a:r>
              <a:rPr lang="en-US" altLang="zh-CN">
                <a:sym typeface="+mn-ea"/>
              </a:rPr>
              <a:t> B.</a:t>
            </a:r>
            <a:r>
              <a:rPr lang="zh-CN" altLang="en-US">
                <a:sym typeface="+mn-ea"/>
              </a:rPr>
              <a:t>有限性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C.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存在输入和输出</a:t>
            </a:r>
            <a:r>
              <a:rPr lang="en-US" altLang="zh-CN">
                <a:sym typeface="+mn-ea"/>
              </a:rPr>
              <a:t> D.</a:t>
            </a:r>
            <a:r>
              <a:rPr lang="zh-CN" altLang="en-US">
                <a:sym typeface="+mn-ea"/>
              </a:rPr>
              <a:t>可执行性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9.</a:t>
            </a:r>
            <a:r>
              <a:rPr lang="zh-CN" altLang="en-US">
                <a:sym typeface="+mn-ea"/>
              </a:rPr>
              <a:t>冯诺依曼机以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为中心</a:t>
            </a:r>
            <a:r>
              <a:rPr lang="en-US" altLang="zh-CN">
                <a:sym typeface="+mn-ea"/>
              </a:rPr>
              <a:t> P45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</a:t>
            </a:r>
            <a:r>
              <a:rPr lang="zh-CN" altLang="en-US">
                <a:sym typeface="+mn-ea"/>
              </a:rPr>
              <a:t>指令</a:t>
            </a:r>
            <a:r>
              <a:rPr lang="en-US" altLang="zh-CN">
                <a:sym typeface="+mn-ea"/>
              </a:rPr>
              <a:t>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B.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运算器</a:t>
            </a:r>
            <a:r>
              <a:rPr lang="en-US" altLang="zh-CN">
                <a:sym typeface="+mn-ea"/>
              </a:rPr>
              <a:t>  C.</a:t>
            </a:r>
            <a:r>
              <a:rPr lang="zh-CN" altLang="en-US">
                <a:sym typeface="+mn-ea"/>
              </a:rPr>
              <a:t>存储器</a:t>
            </a:r>
            <a:r>
              <a:rPr lang="en-US" altLang="zh-CN">
                <a:sym typeface="+mn-ea"/>
              </a:rPr>
              <a:t>  D.</a:t>
            </a:r>
            <a:r>
              <a:rPr lang="zh-CN" altLang="en-US">
                <a:sym typeface="+mn-ea"/>
              </a:rPr>
              <a:t>软件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10.</a:t>
            </a:r>
            <a:r>
              <a:rPr lang="zh-CN" altLang="en-US">
                <a:sym typeface="+mn-ea"/>
              </a:rPr>
              <a:t>算法描述有很多表达方式，下面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不可以描述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斐波那契数列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的算法。目录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</a:t>
            </a:r>
            <a:r>
              <a:rPr lang="zh-CN" altLang="en-US">
                <a:sym typeface="+mn-ea"/>
              </a:rPr>
              <a:t>自然语言</a:t>
            </a:r>
            <a:r>
              <a:rPr lang="en-US" altLang="zh-CN">
                <a:sym typeface="+mn-ea"/>
              </a:rPr>
              <a:t>  B.</a:t>
            </a:r>
            <a:r>
              <a:rPr lang="zh-CN" altLang="en-US">
                <a:sym typeface="+mn-ea"/>
              </a:rPr>
              <a:t>流程图</a:t>
            </a:r>
            <a:r>
              <a:rPr lang="en-US" altLang="zh-CN">
                <a:sym typeface="+mn-ea"/>
              </a:rPr>
              <a:t>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C.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机器语言</a:t>
            </a:r>
            <a:r>
              <a:rPr lang="en-US" altLang="zh-CN">
                <a:sym typeface="+mn-ea"/>
              </a:rPr>
              <a:t>  D.</a:t>
            </a:r>
            <a:r>
              <a:rPr lang="zh-CN" altLang="en-US">
                <a:sym typeface="+mn-ea"/>
              </a:rPr>
              <a:t>伪代码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11.</a:t>
            </a:r>
            <a:r>
              <a:rPr lang="zh-CN" altLang="en-US">
                <a:sym typeface="+mn-ea"/>
              </a:rPr>
              <a:t>以下流程图描述的算法有错，根据算法的特征，错误的原因是</a:t>
            </a:r>
            <a:r>
              <a:rPr lang="en-US" altLang="zh-CN">
                <a:sym typeface="+mn-ea"/>
              </a:rPr>
              <a:t>————P65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</a:t>
            </a:r>
            <a:r>
              <a:rPr lang="zh-CN" altLang="en-US">
                <a:sym typeface="+mn-ea"/>
              </a:rPr>
              <a:t>不符合确定性特征</a:t>
            </a:r>
            <a:r>
              <a:rPr lang="en-US" altLang="zh-CN">
                <a:sym typeface="+mn-ea"/>
              </a:rPr>
              <a:t>  B.</a:t>
            </a:r>
            <a:r>
              <a:rPr lang="zh-CN" altLang="en-US">
                <a:sym typeface="+mn-ea"/>
              </a:rPr>
              <a:t>没有数据输入</a:t>
            </a:r>
            <a:r>
              <a:rPr lang="en-US" altLang="zh-CN">
                <a:sym typeface="+mn-ea"/>
              </a:rPr>
              <a:t>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C.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没有输出步骤</a:t>
            </a:r>
            <a:r>
              <a:rPr lang="en-US" altLang="zh-CN">
                <a:sym typeface="+mn-ea"/>
              </a:rPr>
              <a:t>  D.</a:t>
            </a:r>
            <a:r>
              <a:rPr lang="zh-CN" altLang="en-US">
                <a:sym typeface="+mn-ea"/>
              </a:rPr>
              <a:t>不符合有穷特征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12.</a:t>
            </a:r>
            <a:r>
              <a:rPr lang="zh-CN" altLang="en-US">
                <a:sym typeface="+mn-ea"/>
              </a:rPr>
              <a:t>二分搜索算法是利用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实现的算法</a:t>
            </a:r>
            <a:r>
              <a:rPr lang="en-US" altLang="zh-CN">
                <a:sym typeface="+mn-ea"/>
              </a:rPr>
              <a:t> P76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A.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分治法</a:t>
            </a:r>
            <a:r>
              <a:rPr lang="en-US" altLang="zh-CN">
                <a:sym typeface="+mn-ea"/>
              </a:rPr>
              <a:t> B.</a:t>
            </a:r>
            <a:r>
              <a:rPr lang="zh-CN" altLang="en-US">
                <a:sym typeface="+mn-ea"/>
              </a:rPr>
              <a:t>动态规划法</a:t>
            </a:r>
            <a:r>
              <a:rPr lang="en-US" altLang="zh-CN">
                <a:sym typeface="+mn-ea"/>
              </a:rPr>
              <a:t>  C.</a:t>
            </a:r>
            <a:r>
              <a:rPr lang="zh-CN" altLang="en-US">
                <a:sym typeface="+mn-ea"/>
              </a:rPr>
              <a:t>贪心法</a:t>
            </a:r>
            <a:r>
              <a:rPr lang="en-US" altLang="zh-CN">
                <a:sym typeface="+mn-ea"/>
              </a:rPr>
              <a:t>  D.</a:t>
            </a:r>
            <a:r>
              <a:rPr lang="zh-CN" altLang="en-US">
                <a:sym typeface="+mn-ea"/>
              </a:rPr>
              <a:t>回溯法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grayscl/>
          </a:blip>
          <a:stretch>
            <a:fillRect/>
          </a:stretch>
        </p:blipFill>
        <p:spPr>
          <a:xfrm>
            <a:off x="8434705" y="459105"/>
            <a:ext cx="4059555" cy="6076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4795" y="104775"/>
            <a:ext cx="10365740" cy="78009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13.</a:t>
            </a:r>
            <a:r>
              <a:rPr lang="zh-CN" altLang="en-US">
                <a:sym typeface="+mn-ea"/>
              </a:rPr>
              <a:t>关于程序设计，以下说法错误的是？</a:t>
            </a:r>
            <a:r>
              <a:rPr lang="en-US" altLang="zh-CN">
                <a:sym typeface="+mn-ea"/>
              </a:rPr>
              <a:t> P94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 </a:t>
            </a:r>
            <a:r>
              <a:rPr lang="zh-CN" altLang="en-US">
                <a:sym typeface="+mn-ea"/>
              </a:rPr>
              <a:t>程序设计需要对问题进行分析并建立数学模型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B.</a:t>
            </a:r>
            <a:r>
              <a:rPr lang="zh-CN" altLang="en-US">
                <a:sym typeface="+mn-ea"/>
              </a:rPr>
              <a:t>程序结构和采用的算法是程序设计要考虑的问题</a:t>
            </a:r>
            <a:r>
              <a:rPr lang="en-US" altLang="zh-CN">
                <a:sym typeface="+mn-ea"/>
              </a:rPr>
              <a:t>  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C.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编写完程序表示程序设计的全过程结束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D.</a:t>
            </a:r>
            <a:r>
              <a:rPr lang="zh-CN" altLang="en-US">
                <a:sym typeface="+mn-ea"/>
              </a:rPr>
              <a:t>整理程序文档是程序设计的一部分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14.</a:t>
            </a:r>
            <a:r>
              <a:rPr lang="zh-CN" altLang="en-US">
                <a:sym typeface="+mn-ea"/>
              </a:rPr>
              <a:t>程序设计语言分为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代，不属于第四代语言的是</a:t>
            </a:r>
            <a:r>
              <a:rPr lang="en-US" altLang="zh-CN">
                <a:sym typeface="+mn-ea"/>
              </a:rPr>
              <a:t>——P97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A.SQL  B.Basic  C.C++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D.raptor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15.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raptor</a:t>
            </a:r>
            <a:r>
              <a:rPr lang="zh-CN" altLang="en-US">
                <a:sym typeface="+mn-ea"/>
              </a:rPr>
              <a:t>循环结构中，如果</a:t>
            </a:r>
            <a:r>
              <a:rPr lang="en-US" altLang="zh-CN">
                <a:sym typeface="+mn-ea"/>
              </a:rPr>
              <a:t>Decision</a:t>
            </a:r>
            <a:r>
              <a:rPr lang="zh-CN" altLang="en-US">
                <a:sym typeface="+mn-ea"/>
              </a:rPr>
              <a:t>语句无法运算得到</a:t>
            </a:r>
            <a:r>
              <a:rPr lang="en-US" altLang="zh-CN">
                <a:sym typeface="+mn-ea"/>
              </a:rPr>
              <a:t>Yes</a:t>
            </a:r>
            <a:r>
              <a:rPr lang="zh-CN" altLang="en-US">
                <a:sym typeface="+mn-ea"/>
              </a:rPr>
              <a:t>，则该循环结构</a:t>
            </a:r>
            <a:r>
              <a:rPr lang="en-US" altLang="zh-CN">
                <a:sym typeface="+mn-ea"/>
              </a:rPr>
              <a:t>—— P109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</a:t>
            </a:r>
            <a:r>
              <a:rPr lang="zh-CN" altLang="en-US">
                <a:sym typeface="+mn-ea"/>
              </a:rPr>
              <a:t>可通过</a:t>
            </a:r>
            <a:r>
              <a:rPr lang="en-US" altLang="zh-CN">
                <a:sym typeface="+mn-ea"/>
              </a:rPr>
              <a:t>break</a:t>
            </a:r>
            <a:r>
              <a:rPr lang="zh-CN" altLang="en-US">
                <a:sym typeface="+mn-ea"/>
              </a:rPr>
              <a:t>中断语句跳出循环</a:t>
            </a:r>
            <a:r>
              <a:rPr lang="en-US" altLang="zh-CN">
                <a:sym typeface="+mn-ea"/>
              </a:rPr>
              <a:t>  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B.</a:t>
            </a:r>
            <a:r>
              <a:rPr lang="zh-CN" altLang="en-US">
                <a:sym typeface="+mn-ea"/>
              </a:rPr>
              <a:t>终止循环</a:t>
            </a:r>
            <a:r>
              <a:rPr lang="en-US" altLang="zh-CN">
                <a:sym typeface="+mn-ea"/>
              </a:rPr>
              <a:t>  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C.</a:t>
            </a:r>
            <a:r>
              <a:rPr lang="zh-CN" altLang="en-US">
                <a:sym typeface="+mn-ea"/>
              </a:rPr>
              <a:t>在其他结构的</a:t>
            </a:r>
            <a:r>
              <a:rPr lang="en-US" altLang="zh-CN">
                <a:sym typeface="+mn-ea"/>
              </a:rPr>
              <a:t>Decision</a:t>
            </a:r>
            <a:r>
              <a:rPr lang="zh-CN" altLang="en-US">
                <a:sym typeface="+mn-ea"/>
              </a:rPr>
              <a:t>条件计算得到</a:t>
            </a:r>
            <a:r>
              <a:rPr lang="en-US" altLang="zh-CN">
                <a:sym typeface="+mn-ea"/>
              </a:rPr>
              <a:t>Yes</a:t>
            </a:r>
            <a:r>
              <a:rPr lang="zh-CN" altLang="en-US">
                <a:sym typeface="+mn-ea"/>
              </a:rPr>
              <a:t>情况下可终止循环</a:t>
            </a:r>
            <a:r>
              <a:rPr lang="en-US" altLang="zh-CN">
                <a:sym typeface="+mn-ea"/>
              </a:rPr>
              <a:t>  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D.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死循环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16.</a:t>
            </a:r>
            <a:r>
              <a:rPr lang="zh-CN" altLang="en-US">
                <a:sym typeface="+mn-ea"/>
              </a:rPr>
              <a:t>完整的计算机系统由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构成</a:t>
            </a:r>
            <a:r>
              <a:rPr lang="en-US" altLang="zh-CN">
                <a:sym typeface="+mn-ea"/>
              </a:rPr>
              <a:t> P115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</a:t>
            </a:r>
            <a:r>
              <a:rPr lang="zh-CN" altLang="en-US">
                <a:sym typeface="+mn-ea"/>
              </a:rPr>
              <a:t>运算器、控制器、存储器、输入设备和输出设备</a:t>
            </a:r>
            <a:r>
              <a:rPr lang="en-US" altLang="zh-CN">
                <a:sym typeface="+mn-ea"/>
              </a:rPr>
              <a:t>  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B.</a:t>
            </a:r>
            <a:r>
              <a:rPr lang="zh-CN" altLang="en-US">
                <a:sym typeface="+mn-ea"/>
              </a:rPr>
              <a:t>主机和外部设备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C.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硬件系统和软件系统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 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D.</a:t>
            </a:r>
            <a:r>
              <a:rPr lang="zh-CN" altLang="en-US">
                <a:sym typeface="+mn-ea"/>
              </a:rPr>
              <a:t>主机、键盘、鼠标、显示器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1060450" y="0"/>
              <a:ext cx="984250" cy="4445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1060450" y="0"/>
                <a:ext cx="984250" cy="444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3079750" y="425450"/>
              <a:ext cx="673100" cy="635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3079750" y="425450"/>
                <a:ext cx="67310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墨迹 4"/>
              <p14:cNvContentPartPr/>
              <p14:nvPr/>
            </p14:nvContentPartPr>
            <p14:xfrm>
              <a:off x="3365500" y="742950"/>
              <a:ext cx="1917700" cy="381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6"/>
            </p:blipFill>
            <p:spPr>
              <a:xfrm>
                <a:off x="3365500" y="742950"/>
                <a:ext cx="191770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墨迹 5"/>
              <p14:cNvContentPartPr/>
              <p14:nvPr/>
            </p14:nvContentPartPr>
            <p14:xfrm>
              <a:off x="1003300" y="1085850"/>
              <a:ext cx="1892300" cy="635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8"/>
            </p:blipFill>
            <p:spPr>
              <a:xfrm>
                <a:off x="1003300" y="1085850"/>
                <a:ext cx="1892300" cy="63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7" name="墨迹 6"/>
              <p14:cNvContentPartPr/>
              <p14:nvPr/>
            </p14:nvContentPartPr>
            <p14:xfrm>
              <a:off x="869950" y="1885950"/>
              <a:ext cx="787400" cy="4445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0"/>
            </p:blipFill>
            <p:spPr>
              <a:xfrm>
                <a:off x="869950" y="1885950"/>
                <a:ext cx="787400" cy="44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8" name="墨迹 7"/>
              <p14:cNvContentPartPr/>
              <p14:nvPr/>
            </p14:nvContentPartPr>
            <p14:xfrm>
              <a:off x="603250" y="1117600"/>
              <a:ext cx="1346200" cy="4127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2"/>
            </p:blipFill>
            <p:spPr>
              <a:xfrm>
                <a:off x="603250" y="1117600"/>
                <a:ext cx="1346200" cy="412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9" name="墨迹 8"/>
              <p14:cNvContentPartPr/>
              <p14:nvPr/>
            </p14:nvContentPartPr>
            <p14:xfrm>
              <a:off x="3422650" y="1454150"/>
              <a:ext cx="984250" cy="3810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4"/>
            </p:blipFill>
            <p:spPr>
              <a:xfrm>
                <a:off x="3422650" y="1454150"/>
                <a:ext cx="98425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0" name="墨迹 9"/>
              <p14:cNvContentPartPr/>
              <p14:nvPr/>
            </p14:nvContentPartPr>
            <p14:xfrm>
              <a:off x="4533900" y="1263650"/>
              <a:ext cx="330200" cy="26035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6"/>
            </p:blipFill>
            <p:spPr>
              <a:xfrm>
                <a:off x="4533900" y="1263650"/>
                <a:ext cx="330200" cy="260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1" name="墨迹 10"/>
              <p14:cNvContentPartPr/>
              <p14:nvPr/>
            </p14:nvContentPartPr>
            <p14:xfrm>
              <a:off x="4660900" y="1346200"/>
              <a:ext cx="285750" cy="34925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8"/>
            </p:blipFill>
            <p:spPr>
              <a:xfrm>
                <a:off x="4660900" y="1346200"/>
                <a:ext cx="285750" cy="349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2" name="墨迹 11"/>
              <p14:cNvContentPartPr/>
              <p14:nvPr/>
            </p14:nvContentPartPr>
            <p14:xfrm>
              <a:off x="2552700" y="2514600"/>
              <a:ext cx="603250" cy="2540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0"/>
            </p:blipFill>
            <p:spPr>
              <a:xfrm>
                <a:off x="2552700" y="2514600"/>
                <a:ext cx="603250" cy="25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3" name="墨迹 12"/>
              <p14:cNvContentPartPr/>
              <p14:nvPr/>
            </p14:nvContentPartPr>
            <p14:xfrm>
              <a:off x="4051300" y="2540000"/>
              <a:ext cx="927100" cy="1270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2"/>
            </p:blipFill>
            <p:spPr>
              <a:xfrm>
                <a:off x="4051300" y="2540000"/>
                <a:ext cx="92710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4" name="墨迹 13"/>
              <p14:cNvContentPartPr/>
              <p14:nvPr/>
            </p14:nvContentPartPr>
            <p14:xfrm>
              <a:off x="1466850" y="2895600"/>
              <a:ext cx="546100" cy="1270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4"/>
            </p:blipFill>
            <p:spPr>
              <a:xfrm>
                <a:off x="1466850" y="2895600"/>
                <a:ext cx="54610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5" name="墨迹 14"/>
              <p14:cNvContentPartPr/>
              <p14:nvPr/>
            </p14:nvContentPartPr>
            <p14:xfrm>
              <a:off x="558800" y="2895600"/>
              <a:ext cx="635000" cy="3810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6"/>
            </p:blipFill>
            <p:spPr>
              <a:xfrm>
                <a:off x="558800" y="2895600"/>
                <a:ext cx="63500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6" name="墨迹 15"/>
              <p14:cNvContentPartPr/>
              <p14:nvPr/>
            </p14:nvContentPartPr>
            <p14:xfrm>
              <a:off x="2209800" y="2882900"/>
              <a:ext cx="584200" cy="36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8"/>
            </p:blipFill>
            <p:spPr>
              <a:xfrm>
                <a:off x="2209800" y="2882900"/>
                <a:ext cx="5842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7" name="墨迹 16"/>
              <p14:cNvContentPartPr/>
              <p14:nvPr/>
            </p14:nvContentPartPr>
            <p14:xfrm>
              <a:off x="3721100" y="2768600"/>
              <a:ext cx="400050" cy="24765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0"/>
            </p:blipFill>
            <p:spPr>
              <a:xfrm>
                <a:off x="3721100" y="2768600"/>
                <a:ext cx="400050" cy="247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8" name="墨迹 17"/>
              <p14:cNvContentPartPr/>
              <p14:nvPr/>
            </p14:nvContentPartPr>
            <p14:xfrm>
              <a:off x="3886200" y="2806700"/>
              <a:ext cx="247650" cy="34925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2"/>
            </p:blipFill>
            <p:spPr>
              <a:xfrm>
                <a:off x="3886200" y="2806700"/>
                <a:ext cx="247650" cy="349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19" name="墨迹 18"/>
              <p14:cNvContentPartPr/>
              <p14:nvPr/>
            </p14:nvContentPartPr>
            <p14:xfrm>
              <a:off x="7054850" y="3632200"/>
              <a:ext cx="895350" cy="1270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4"/>
            </p:blipFill>
            <p:spPr>
              <a:xfrm>
                <a:off x="7054850" y="3632200"/>
                <a:ext cx="89535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0" name="墨迹 19"/>
              <p14:cNvContentPartPr/>
              <p14:nvPr/>
            </p14:nvContentPartPr>
            <p14:xfrm>
              <a:off x="1060450" y="3575050"/>
              <a:ext cx="1257300" cy="6985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6"/>
            </p:blipFill>
            <p:spPr>
              <a:xfrm>
                <a:off x="1060450" y="3575050"/>
                <a:ext cx="1257300" cy="69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1" name="墨迹 20"/>
              <p14:cNvContentPartPr/>
              <p14:nvPr/>
            </p14:nvContentPartPr>
            <p14:xfrm>
              <a:off x="4889500" y="3625850"/>
              <a:ext cx="1689100" cy="1905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8"/>
            </p:blipFill>
            <p:spPr>
              <a:xfrm>
                <a:off x="4889500" y="3625850"/>
                <a:ext cx="168910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2" name="墨迹 21"/>
              <p14:cNvContentPartPr/>
              <p14:nvPr/>
            </p14:nvContentPartPr>
            <p14:xfrm>
              <a:off x="1409700" y="4762500"/>
              <a:ext cx="508000" cy="26035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40"/>
            </p:blipFill>
            <p:spPr>
              <a:xfrm>
                <a:off x="1409700" y="4762500"/>
                <a:ext cx="508000" cy="260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3" name="墨迹 22"/>
              <p14:cNvContentPartPr/>
              <p14:nvPr/>
            </p14:nvContentPartPr>
            <p14:xfrm>
              <a:off x="3689350" y="5676900"/>
              <a:ext cx="673100" cy="1270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2"/>
            </p:blipFill>
            <p:spPr>
              <a:xfrm>
                <a:off x="3689350" y="5676900"/>
                <a:ext cx="67310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4" name="墨迹 23"/>
              <p14:cNvContentPartPr/>
              <p14:nvPr/>
            </p14:nvContentPartPr>
            <p14:xfrm>
              <a:off x="1339850" y="5302250"/>
              <a:ext cx="1327150" cy="43180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4"/>
            </p:blipFill>
            <p:spPr>
              <a:xfrm>
                <a:off x="1339850" y="5302250"/>
                <a:ext cx="1327150" cy="431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25" name="墨迹 24"/>
              <p14:cNvContentPartPr/>
              <p14:nvPr/>
            </p14:nvContentPartPr>
            <p14:xfrm>
              <a:off x="3740150" y="5314950"/>
              <a:ext cx="628650" cy="34290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6"/>
            </p:blipFill>
            <p:spPr>
              <a:xfrm>
                <a:off x="3740150" y="5314950"/>
                <a:ext cx="628650" cy="342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26" name="墨迹 25"/>
              <p14:cNvContentPartPr/>
              <p14:nvPr/>
            </p14:nvContentPartPr>
            <p14:xfrm>
              <a:off x="4699000" y="6045200"/>
              <a:ext cx="431800" cy="24765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8"/>
            </p:blipFill>
            <p:spPr>
              <a:xfrm>
                <a:off x="4699000" y="6045200"/>
                <a:ext cx="431800" cy="247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27" name="墨迹 26"/>
              <p14:cNvContentPartPr/>
              <p14:nvPr/>
            </p14:nvContentPartPr>
            <p14:xfrm>
              <a:off x="4419600" y="355600"/>
              <a:ext cx="527050" cy="2540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50"/>
            </p:blipFill>
            <p:spPr>
              <a:xfrm>
                <a:off x="4419600" y="355600"/>
                <a:ext cx="527050" cy="25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28" name="墨迹 27"/>
              <p14:cNvContentPartPr/>
              <p14:nvPr/>
            </p14:nvContentPartPr>
            <p14:xfrm>
              <a:off x="5911850" y="2565400"/>
              <a:ext cx="431800" cy="4445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2"/>
            </p:blipFill>
            <p:spPr>
              <a:xfrm>
                <a:off x="5911850" y="2565400"/>
                <a:ext cx="431800" cy="44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29" name="墨迹 28"/>
              <p14:cNvContentPartPr/>
              <p14:nvPr/>
            </p14:nvContentPartPr>
            <p14:xfrm>
              <a:off x="8629650" y="3530600"/>
              <a:ext cx="590550" cy="36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4"/>
            </p:blipFill>
            <p:spPr>
              <a:xfrm>
                <a:off x="8629650" y="3530600"/>
                <a:ext cx="590550" cy="360"/>
              </a:xfrm>
              <a:prstGeom prst="rect"/>
            </p:spPr>
          </p:pic>
        </mc:Fallback>
      </mc:AlternateContent>
    </p:spTree>
    <p:custDataLst>
      <p:tags r:id="rId5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1165" y="398145"/>
            <a:ext cx="8366760" cy="4261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17.</a:t>
            </a:r>
            <a:r>
              <a:rPr lang="zh-CN" altLang="en-US">
                <a:sym typeface="+mn-ea"/>
              </a:rPr>
              <a:t>在</a:t>
            </a:r>
            <a:r>
              <a:rPr lang="en-US" altLang="zh-CN">
                <a:sym typeface="+mn-ea"/>
              </a:rPr>
              <a:t>OSI</a:t>
            </a:r>
            <a:r>
              <a:rPr lang="zh-CN" altLang="en-US">
                <a:sym typeface="+mn-ea"/>
              </a:rPr>
              <a:t>参考模型中，负责把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数据发往任何网络的是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的功能</a:t>
            </a:r>
            <a:r>
              <a:rPr lang="en-US" altLang="zh-CN">
                <a:sym typeface="+mn-ea"/>
              </a:rPr>
              <a:t> P147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</a:t>
            </a:r>
            <a:r>
              <a:rPr lang="zh-CN" altLang="en-US">
                <a:sym typeface="+mn-ea"/>
              </a:rPr>
              <a:t>传输层</a:t>
            </a:r>
            <a:r>
              <a:rPr lang="en-US" altLang="zh-CN">
                <a:sym typeface="+mn-ea"/>
              </a:rPr>
              <a:t>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B.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网络层</a:t>
            </a:r>
            <a:r>
              <a:rPr lang="en-US" altLang="zh-CN">
                <a:sym typeface="+mn-ea"/>
              </a:rPr>
              <a:t>  C.</a:t>
            </a:r>
            <a:r>
              <a:rPr lang="zh-CN" altLang="en-US">
                <a:sym typeface="+mn-ea"/>
              </a:rPr>
              <a:t>应用层</a:t>
            </a:r>
            <a:r>
              <a:rPr lang="en-US" altLang="zh-CN">
                <a:sym typeface="+mn-ea"/>
              </a:rPr>
              <a:t>  D.</a:t>
            </a:r>
            <a:r>
              <a:rPr lang="zh-CN" altLang="en-US">
                <a:sym typeface="+mn-ea"/>
              </a:rPr>
              <a:t>数据链路层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18.</a:t>
            </a:r>
            <a:r>
              <a:rPr lang="zh-CN" altLang="en-US">
                <a:sym typeface="+mn-ea"/>
              </a:rPr>
              <a:t>软件是计算机系统的</a:t>
            </a:r>
            <a:r>
              <a:rPr lang="en-US" altLang="zh-CN">
                <a:sym typeface="+mn-ea"/>
              </a:rPr>
              <a:t>——P173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A.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灵魂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>
                <a:sym typeface="+mn-ea"/>
              </a:rPr>
              <a:t> B.</a:t>
            </a:r>
            <a:r>
              <a:rPr lang="zh-CN" altLang="en-US">
                <a:sym typeface="+mn-ea"/>
              </a:rPr>
              <a:t>母亲</a:t>
            </a:r>
            <a:r>
              <a:rPr lang="en-US" altLang="zh-CN">
                <a:sym typeface="+mn-ea"/>
              </a:rPr>
              <a:t>  C.</a:t>
            </a:r>
            <a:r>
              <a:rPr lang="zh-CN" altLang="en-US">
                <a:sym typeface="+mn-ea"/>
              </a:rPr>
              <a:t>源头</a:t>
            </a:r>
            <a:r>
              <a:rPr lang="en-US" altLang="zh-CN">
                <a:sym typeface="+mn-ea"/>
              </a:rPr>
              <a:t>  D.</a:t>
            </a:r>
            <a:r>
              <a:rPr lang="zh-CN" altLang="en-US">
                <a:sym typeface="+mn-ea"/>
              </a:rPr>
              <a:t>附属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19.</a:t>
            </a:r>
            <a:r>
              <a:rPr lang="zh-CN" altLang="en-US">
                <a:sym typeface="+mn-ea"/>
              </a:rPr>
              <a:t>以下哪个不属于存储管理的功能？</a:t>
            </a:r>
            <a:r>
              <a:rPr lang="en-US" altLang="zh-CN">
                <a:sym typeface="+mn-ea"/>
              </a:rPr>
              <a:t>P175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A.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地址还原</a:t>
            </a:r>
            <a:r>
              <a:rPr lang="en-US" altLang="zh-CN">
                <a:sym typeface="+mn-ea"/>
              </a:rPr>
              <a:t>  B.</a:t>
            </a:r>
            <a:r>
              <a:rPr lang="zh-CN" altLang="en-US">
                <a:sym typeface="+mn-ea"/>
              </a:rPr>
              <a:t>内存分配</a:t>
            </a:r>
            <a:r>
              <a:rPr lang="en-US" altLang="zh-CN">
                <a:sym typeface="+mn-ea"/>
              </a:rPr>
              <a:t>  C.</a:t>
            </a:r>
            <a:r>
              <a:rPr lang="zh-CN" altLang="en-US">
                <a:sym typeface="+mn-ea"/>
              </a:rPr>
              <a:t>地址映射</a:t>
            </a:r>
            <a:r>
              <a:rPr lang="en-US" altLang="zh-CN">
                <a:sym typeface="+mn-ea"/>
              </a:rPr>
              <a:t>  D.</a:t>
            </a:r>
            <a:r>
              <a:rPr lang="zh-CN" altLang="en-US">
                <a:sym typeface="+mn-ea"/>
              </a:rPr>
              <a:t>内存保护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20.</a:t>
            </a:r>
            <a:r>
              <a:rPr lang="zh-CN" altLang="en-US">
                <a:sym typeface="+mn-ea"/>
              </a:rPr>
              <a:t>死锁的必要条件不包括</a:t>
            </a:r>
            <a:r>
              <a:rPr lang="en-US" altLang="zh-CN">
                <a:sym typeface="+mn-ea"/>
              </a:rPr>
              <a:t>——P184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A.</a:t>
            </a:r>
            <a:r>
              <a:rPr lang="zh-CN" altLang="en-US">
                <a:sym typeface="+mn-ea"/>
              </a:rPr>
              <a:t>互斥条件</a:t>
            </a:r>
            <a:r>
              <a:rPr lang="en-US" altLang="zh-CN">
                <a:sym typeface="+mn-ea"/>
              </a:rPr>
              <a:t>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B.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剥夺条件</a:t>
            </a:r>
            <a:r>
              <a:rPr lang="en-US" altLang="zh-CN">
                <a:sym typeface="+mn-ea"/>
              </a:rPr>
              <a:t>  C.</a:t>
            </a:r>
            <a:r>
              <a:rPr lang="zh-CN" altLang="en-US">
                <a:sym typeface="+mn-ea"/>
              </a:rPr>
              <a:t>请求和保持条件</a:t>
            </a:r>
            <a:r>
              <a:rPr lang="en-US" altLang="zh-CN">
                <a:sym typeface="+mn-ea"/>
              </a:rPr>
              <a:t>  D.</a:t>
            </a:r>
            <a:r>
              <a:rPr lang="zh-CN" altLang="en-US">
                <a:sym typeface="+mn-ea"/>
              </a:rPr>
              <a:t>环路等待条件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3" name="墨迹 2"/>
              <p14:cNvContentPartPr/>
              <p14:nvPr/>
            </p14:nvContentPartPr>
            <p14:xfrm>
              <a:off x="1181100" y="736600"/>
              <a:ext cx="1263650" cy="635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2"/>
            </p:blipFill>
            <p:spPr>
              <a:xfrm>
                <a:off x="1181100" y="736600"/>
                <a:ext cx="126365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" name="墨迹 3"/>
              <p14:cNvContentPartPr/>
              <p14:nvPr/>
            </p14:nvContentPartPr>
            <p14:xfrm>
              <a:off x="5149850" y="768350"/>
              <a:ext cx="393700" cy="5080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4"/>
            </p:blipFill>
            <p:spPr>
              <a:xfrm>
                <a:off x="5149850" y="768350"/>
                <a:ext cx="393700" cy="50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5" name="墨迹 4"/>
              <p14:cNvContentPartPr/>
              <p14:nvPr/>
            </p14:nvContentPartPr>
            <p14:xfrm>
              <a:off x="3549650" y="711200"/>
              <a:ext cx="2260600" cy="6985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6"/>
            </p:blipFill>
            <p:spPr>
              <a:xfrm>
                <a:off x="3549650" y="711200"/>
                <a:ext cx="2260600" cy="69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6" name="墨迹 5"/>
              <p14:cNvContentPartPr/>
              <p14:nvPr/>
            </p14:nvContentPartPr>
            <p14:xfrm>
              <a:off x="1860550" y="730250"/>
              <a:ext cx="660400" cy="4699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8"/>
            </p:blipFill>
            <p:spPr>
              <a:xfrm>
                <a:off x="1860550" y="730250"/>
                <a:ext cx="660400" cy="469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7" name="墨迹 6"/>
              <p14:cNvContentPartPr/>
              <p14:nvPr/>
            </p14:nvContentPartPr>
            <p14:xfrm>
              <a:off x="577850" y="2127250"/>
              <a:ext cx="501650" cy="635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10"/>
            </p:blipFill>
            <p:spPr>
              <a:xfrm>
                <a:off x="577850" y="2127250"/>
                <a:ext cx="50165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8" name="墨迹 7"/>
              <p14:cNvContentPartPr/>
              <p14:nvPr/>
            </p14:nvContentPartPr>
            <p14:xfrm>
              <a:off x="3124200" y="2165350"/>
              <a:ext cx="590550" cy="63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2"/>
            </p:blipFill>
            <p:spPr>
              <a:xfrm>
                <a:off x="3124200" y="2165350"/>
                <a:ext cx="59055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9" name="墨迹 8"/>
              <p14:cNvContentPartPr/>
              <p14:nvPr/>
            </p14:nvContentPartPr>
            <p14:xfrm>
              <a:off x="2387600" y="2120900"/>
              <a:ext cx="501650" cy="1270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4"/>
            </p:blipFill>
            <p:spPr>
              <a:xfrm>
                <a:off x="2387600" y="2120900"/>
                <a:ext cx="50165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0" name="墨迹 9"/>
              <p14:cNvContentPartPr/>
              <p14:nvPr/>
            </p14:nvContentPartPr>
            <p14:xfrm>
              <a:off x="1447800" y="2114550"/>
              <a:ext cx="584200" cy="127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6"/>
            </p:blipFill>
            <p:spPr>
              <a:xfrm>
                <a:off x="1447800" y="2114550"/>
                <a:ext cx="58420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1" name="墨迹 10"/>
              <p14:cNvContentPartPr/>
              <p14:nvPr/>
            </p14:nvContentPartPr>
            <p14:xfrm>
              <a:off x="2349500" y="2336800"/>
              <a:ext cx="1073150" cy="57150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8"/>
            </p:blipFill>
            <p:spPr>
              <a:xfrm>
                <a:off x="2349500" y="2336800"/>
                <a:ext cx="1073150" cy="571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2" name="墨迹 11"/>
              <p14:cNvContentPartPr/>
              <p14:nvPr/>
            </p14:nvContentPartPr>
            <p14:xfrm>
              <a:off x="1422400" y="2933700"/>
              <a:ext cx="279400" cy="36195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20"/>
            </p:blipFill>
            <p:spPr>
              <a:xfrm>
                <a:off x="1422400" y="2933700"/>
                <a:ext cx="279400" cy="361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3" name="墨迹 12"/>
              <p14:cNvContentPartPr/>
              <p14:nvPr/>
            </p14:nvContentPartPr>
            <p14:xfrm>
              <a:off x="1473200" y="3016250"/>
              <a:ext cx="368300" cy="45085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2"/>
            </p:blipFill>
            <p:spPr>
              <a:xfrm>
                <a:off x="1473200" y="3016250"/>
                <a:ext cx="368300" cy="450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4" name="墨迹 13"/>
              <p14:cNvContentPartPr/>
              <p14:nvPr/>
            </p14:nvContentPartPr>
            <p14:xfrm>
              <a:off x="2032000" y="4210050"/>
              <a:ext cx="1003300" cy="10795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4"/>
            </p:blipFill>
            <p:spPr>
              <a:xfrm>
                <a:off x="2032000" y="4210050"/>
                <a:ext cx="100330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5" name="墨迹 14"/>
              <p14:cNvContentPartPr/>
              <p14:nvPr/>
            </p14:nvContentPartPr>
            <p14:xfrm>
              <a:off x="2679700" y="4273550"/>
              <a:ext cx="304800" cy="20955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6"/>
            </p:blipFill>
            <p:spPr>
              <a:xfrm>
                <a:off x="2679700" y="4273550"/>
                <a:ext cx="304800" cy="209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6" name="墨迹 15"/>
              <p14:cNvContentPartPr/>
              <p14:nvPr/>
            </p14:nvContentPartPr>
            <p14:xfrm>
              <a:off x="2774950" y="4241800"/>
              <a:ext cx="196850" cy="40640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8"/>
            </p:blipFill>
            <p:spPr>
              <a:xfrm>
                <a:off x="2774950" y="4241800"/>
                <a:ext cx="196850" cy="406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7" name="墨迹 16"/>
              <p14:cNvContentPartPr/>
              <p14:nvPr/>
            </p14:nvContentPartPr>
            <p14:xfrm>
              <a:off x="7416800" y="704850"/>
              <a:ext cx="450850" cy="1270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30"/>
            </p:blipFill>
            <p:spPr>
              <a:xfrm>
                <a:off x="7416800" y="704850"/>
                <a:ext cx="45085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18" name="墨迹 17"/>
              <p14:cNvContentPartPr/>
              <p14:nvPr/>
            </p14:nvContentPartPr>
            <p14:xfrm>
              <a:off x="3517900" y="1790700"/>
              <a:ext cx="577850" cy="635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2"/>
            </p:blipFill>
            <p:spPr>
              <a:xfrm>
                <a:off x="3517900" y="1790700"/>
                <a:ext cx="57785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19" name="墨迹 18"/>
              <p14:cNvContentPartPr/>
              <p14:nvPr/>
            </p14:nvContentPartPr>
            <p14:xfrm>
              <a:off x="4356100" y="2819400"/>
              <a:ext cx="704850" cy="1905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4"/>
            </p:blipFill>
            <p:spPr>
              <a:xfrm>
                <a:off x="4356100" y="2819400"/>
                <a:ext cx="70485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0" name="墨迹 19"/>
              <p14:cNvContentPartPr/>
              <p14:nvPr/>
            </p14:nvContentPartPr>
            <p14:xfrm>
              <a:off x="3689350" y="3943350"/>
              <a:ext cx="742950" cy="635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6"/>
            </p:blipFill>
            <p:spPr>
              <a:xfrm>
                <a:off x="3689350" y="3943350"/>
                <a:ext cx="742950" cy="6350"/>
              </a:xfrm>
              <a:prstGeom prst="rect"/>
            </p:spPr>
          </p:pic>
        </mc:Fallback>
      </mc:AlternateContent>
    </p:spTree>
    <p:custDataLst>
      <p:tags r:id="rId3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584200"/>
            <a:ext cx="10020300" cy="170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（每题</a:t>
            </a:r>
            <a:r>
              <a:rPr lang="en-US" altLang="zh-CN">
                <a:sym typeface="+mn-ea"/>
              </a:rPr>
              <a:t>6</a:t>
            </a:r>
            <a:r>
              <a:rPr lang="zh-CN" altLang="en-US">
                <a:sym typeface="+mn-ea"/>
              </a:rPr>
              <a:t>分）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利用</a:t>
            </a:r>
            <a:r>
              <a:rPr lang="en-US" altLang="zh-CN">
                <a:sym typeface="+mn-ea"/>
              </a:rPr>
              <a:t>8</a:t>
            </a:r>
            <a:r>
              <a:rPr lang="zh-CN" altLang="en-US">
                <a:sym typeface="+mn-ea"/>
              </a:rPr>
              <a:t>位二进制补码计算两个十六进制数</a:t>
            </a:r>
            <a:r>
              <a:rPr lang="en-US" altLang="zh-CN">
                <a:sym typeface="+mn-ea"/>
              </a:rPr>
              <a:t>5DH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F0H</a:t>
            </a:r>
            <a:r>
              <a:rPr lang="zh-CN" altLang="en-US">
                <a:sym typeface="+mn-ea"/>
              </a:rPr>
              <a:t>之和，简单写出运算过程，并将最终结果以十进制给出。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en-US" altLang="zh-CN">
                <a:sym typeface="+mn-ea"/>
              </a:rPr>
              <a:t>5DH=</a:t>
            </a:r>
            <a:endParaRPr lang="en-US" altLang="zh-CN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09600" y="584200"/>
            <a:ext cx="10020300" cy="170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.2.</a:t>
            </a:r>
            <a:r>
              <a:rPr lang="zh-CN">
                <a:sym typeface="+mn-ea"/>
              </a:rPr>
              <a:t>在内存中，若汉字以</a:t>
            </a:r>
            <a:r>
              <a:rPr lang="en-US" altLang="zh-CN">
                <a:sym typeface="+mn-ea"/>
              </a:rPr>
              <a:t>GB2312</a:t>
            </a:r>
            <a:r>
              <a:rPr lang="zh-CN" altLang="en-US">
                <a:sym typeface="+mn-ea"/>
              </a:rPr>
              <a:t>的机内码表示，已知存储了</a:t>
            </a:r>
            <a:r>
              <a:rPr lang="en-US" altLang="zh-CN">
                <a:sym typeface="+mn-ea"/>
              </a:rPr>
              <a:t>6</a:t>
            </a:r>
            <a:r>
              <a:rPr lang="zh-CN" altLang="en-US">
                <a:sym typeface="+mn-ea"/>
              </a:rPr>
              <a:t>个字节的字符串，其十六进制的内容依次为：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C9H E4H</a:t>
            </a:r>
            <a:r>
              <a:rPr lang="en-US" altLang="zh-CN">
                <a:sym typeface="+mn-ea"/>
              </a:rPr>
              <a:t> 8EH 8BH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B4H E6</a:t>
            </a:r>
            <a:r>
              <a:rPr lang="en-US" altLang="zh-CN">
                <a:sym typeface="+mn-ea"/>
              </a:rPr>
              <a:t>H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）这个字符串中有几个汉字？请说明理由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）查询附表，包含的汉字具体是什么？困惑，去问问老师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zh-CN" altLang="en-US"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702945" y="1976120"/>
          <a:ext cx="85337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45"/>
                <a:gridCol w="1706245"/>
                <a:gridCol w="1706245"/>
                <a:gridCol w="1706245"/>
                <a:gridCol w="17062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区位码（十进制）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4178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5958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2083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4907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汉字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深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圳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学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02945" y="3063240"/>
            <a:ext cx="99999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理由：汉字机内码在计算机的表达方式的描述是,使用二个字节，每个字节最高位一位为1。</a:t>
            </a:r>
            <a:endParaRPr lang="zh-CN" altLang="en-US"/>
          </a:p>
          <a:p>
            <a:r>
              <a:rPr lang="en-US" altLang="zh-CN"/>
              <a:t>C9H=(1100 1001)   E4H=(1110 0100)  8EH=(1000 1110)  8BH=(1000 1011) B4H=(1011 0100)</a:t>
            </a:r>
            <a:endParaRPr lang="en-US" altLang="zh-CN"/>
          </a:p>
          <a:p>
            <a:r>
              <a:rPr lang="en-US" altLang="zh-CN"/>
              <a:t>E6H=(1110 0110)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6</a:t>
            </a:r>
            <a:r>
              <a:rPr lang="zh-CN" altLang="en-US"/>
              <a:t>个字节都满足最高位为</a:t>
            </a:r>
            <a:r>
              <a:rPr lang="en-US" altLang="zh-CN"/>
              <a:t>1</a:t>
            </a:r>
            <a:r>
              <a:rPr lang="zh-CN" altLang="en-US"/>
              <a:t>，对应</a:t>
            </a:r>
            <a:r>
              <a:rPr lang="en-US" altLang="zh-CN"/>
              <a:t>3</a:t>
            </a:r>
            <a:r>
              <a:rPr lang="zh-CN" altLang="en-US"/>
              <a:t>个汉字。</a:t>
            </a:r>
            <a:endParaRPr lang="zh-CN" altLang="en-US"/>
          </a:p>
          <a:p>
            <a:r>
              <a:rPr lang="zh-CN" altLang="en-US"/>
              <a:t>国际码</a:t>
            </a:r>
            <a:r>
              <a:rPr lang="en-US" altLang="zh-CN"/>
              <a:t>=</a:t>
            </a:r>
            <a:r>
              <a:rPr lang="zh-CN" altLang="en-US"/>
              <a:t>区位码</a:t>
            </a:r>
            <a:r>
              <a:rPr lang="en-US" altLang="zh-CN"/>
              <a:t>+3232(</a:t>
            </a:r>
            <a:r>
              <a:rPr lang="zh-CN" altLang="en-US"/>
              <a:t>十进制</a:t>
            </a:r>
            <a:r>
              <a:rPr lang="en-US" altLang="zh-CN"/>
              <a:t>)         </a:t>
            </a:r>
            <a:r>
              <a:rPr lang="zh-CN" altLang="en-US"/>
              <a:t>深：</a:t>
            </a:r>
            <a:r>
              <a:rPr lang="en-US" altLang="zh-CN"/>
              <a:t>4178+3232-&gt;73110-&gt;496EH+8080H-&gt;C9EEH</a:t>
            </a:r>
            <a:endParaRPr lang="en-US" altLang="zh-CN"/>
          </a:p>
          <a:p>
            <a:r>
              <a:rPr lang="zh-CN" altLang="en-US"/>
              <a:t>机内码</a:t>
            </a:r>
            <a:r>
              <a:rPr lang="en-US" altLang="zh-CN"/>
              <a:t>=</a:t>
            </a:r>
            <a:r>
              <a:rPr lang="zh-CN" altLang="en-US"/>
              <a:t>国际码</a:t>
            </a:r>
            <a:r>
              <a:rPr lang="en-US" altLang="zh-CN"/>
              <a:t>+8080H </a:t>
            </a:r>
            <a:r>
              <a:rPr lang="zh-CN" altLang="en-US"/>
              <a:t>（十六进制）</a:t>
            </a:r>
            <a:r>
              <a:rPr lang="en-US" altLang="zh-CN"/>
              <a:t>   </a:t>
            </a:r>
            <a:r>
              <a:rPr lang="zh-CN" altLang="en-US"/>
              <a:t>圳：</a:t>
            </a:r>
            <a:r>
              <a:rPr lang="en-US" altLang="zh-CN"/>
              <a:t>5958+3232</a:t>
            </a:r>
            <a:r>
              <a:rPr lang="en-US" altLang="zh-CN">
                <a:sym typeface="+mn-ea"/>
              </a:rPr>
              <a:t>-&gt;9190-&gt;5B5AH+8080H-&gt;DBDAH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09600" y="584200"/>
            <a:ext cx="10020300" cy="1706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.3.以下为汉字“汉”的 16X16点阵信息，若用1代表黑点，用0代表白点，则可以得到该字的字形码，请问: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(1) 此汉字的字形码共需要多少位的二进制数来进行表示?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(2)此字形码占用了多少字节?</a:t>
            </a:r>
            <a:endParaRPr lang="zh-CN" altLang="en-US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(3)请在下方表格中写出汉字“汉”的16X16点阵字形码。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7230" y="2378710"/>
            <a:ext cx="5806440" cy="42672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210425" y="15538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一个点代表一位，一共</a:t>
            </a:r>
            <a:r>
              <a:rPr lang="en-US" altLang="zh-CN"/>
              <a:t>16*16=256</a:t>
            </a:r>
            <a:r>
              <a:rPr lang="zh-CN" altLang="en-US"/>
              <a:t>位</a:t>
            </a:r>
            <a:endParaRPr lang="zh-CN" altLang="en-US"/>
          </a:p>
          <a:p>
            <a:r>
              <a:rPr lang="en-US" altLang="zh-CN"/>
              <a:t>2.</a:t>
            </a:r>
            <a:r>
              <a:rPr lang="en-US" altLang="zh-CN">
                <a:sym typeface="+mn-ea"/>
              </a:rPr>
              <a:t>256/8=32</a:t>
            </a:r>
            <a:r>
              <a:rPr lang="zh-CN" altLang="en-US">
                <a:sym typeface="+mn-ea"/>
              </a:rPr>
              <a:t>字节</a:t>
            </a:r>
            <a:endParaRPr lang="zh-CN" altLang="en-US"/>
          </a:p>
          <a:p>
            <a:r>
              <a:rPr lang="en-US" altLang="zh-CN"/>
              <a:t>3.</a:t>
            </a:r>
            <a:endParaRPr lang="en-US" altLang="zh-C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5" name="墨迹 4"/>
              <p14:cNvContentPartPr/>
              <p14:nvPr/>
            </p14:nvContentPartPr>
            <p14:xfrm>
              <a:off x="10699750" y="2349500"/>
              <a:ext cx="139700" cy="26670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5"/>
            </p:blipFill>
            <p:spPr>
              <a:xfrm>
                <a:off x="10699750" y="2349500"/>
                <a:ext cx="139700" cy="266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6" name="墨迹 5"/>
              <p14:cNvContentPartPr/>
              <p14:nvPr/>
            </p14:nvContentPartPr>
            <p14:xfrm>
              <a:off x="11131550" y="1949450"/>
              <a:ext cx="127000" cy="20320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7"/>
            </p:blipFill>
            <p:spPr>
              <a:xfrm>
                <a:off x="11131550" y="1949450"/>
                <a:ext cx="127000" cy="203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7" name="墨迹 6"/>
              <p14:cNvContentPartPr/>
              <p14:nvPr/>
            </p14:nvContentPartPr>
            <p14:xfrm>
              <a:off x="11385550" y="2006600"/>
              <a:ext cx="165100" cy="762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9"/>
            </p:blipFill>
            <p:spPr>
              <a:xfrm>
                <a:off x="11385550" y="2006600"/>
                <a:ext cx="165100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8" name="墨迹 7"/>
              <p14:cNvContentPartPr/>
              <p14:nvPr/>
            </p14:nvContentPartPr>
            <p14:xfrm>
              <a:off x="11493500" y="2032000"/>
              <a:ext cx="25400" cy="9525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1"/>
            </p:blipFill>
            <p:spPr>
              <a:xfrm>
                <a:off x="11493500" y="2032000"/>
                <a:ext cx="25400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9" name="墨迹 8"/>
              <p14:cNvContentPartPr/>
              <p14:nvPr/>
            </p14:nvContentPartPr>
            <p14:xfrm>
              <a:off x="11658600" y="1993900"/>
              <a:ext cx="127000" cy="1460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3"/>
            </p:blipFill>
            <p:spPr>
              <a:xfrm>
                <a:off x="11658600" y="1993900"/>
                <a:ext cx="127000" cy="146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0" name="墨迹 9"/>
              <p14:cNvContentPartPr/>
              <p14:nvPr/>
            </p14:nvContentPartPr>
            <p14:xfrm>
              <a:off x="11906250" y="1981200"/>
              <a:ext cx="107950" cy="1397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5"/>
            </p:blipFill>
            <p:spPr>
              <a:xfrm>
                <a:off x="11906250" y="1981200"/>
                <a:ext cx="107950" cy="139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1" name="墨迹 10"/>
              <p14:cNvContentPartPr/>
              <p14:nvPr/>
            </p14:nvContentPartPr>
            <p14:xfrm>
              <a:off x="11207750" y="2381250"/>
              <a:ext cx="31750" cy="27305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7"/>
            </p:blipFill>
            <p:spPr>
              <a:xfrm>
                <a:off x="11207750" y="2381250"/>
                <a:ext cx="31750" cy="273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2" name="墨迹 11"/>
              <p14:cNvContentPartPr/>
              <p14:nvPr/>
            </p14:nvContentPartPr>
            <p14:xfrm>
              <a:off x="11468100" y="2444750"/>
              <a:ext cx="95250" cy="11430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9"/>
            </p:blipFill>
            <p:spPr>
              <a:xfrm>
                <a:off x="11468100" y="2444750"/>
                <a:ext cx="95250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3" name="墨迹 12"/>
              <p14:cNvContentPartPr/>
              <p14:nvPr/>
            </p14:nvContentPartPr>
            <p14:xfrm>
              <a:off x="11652250" y="2413000"/>
              <a:ext cx="114300" cy="10795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1"/>
            </p:blipFill>
            <p:spPr>
              <a:xfrm>
                <a:off x="11652250" y="2413000"/>
                <a:ext cx="11430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4" name="墨迹 13"/>
              <p14:cNvContentPartPr/>
              <p14:nvPr/>
            </p14:nvContentPartPr>
            <p14:xfrm>
              <a:off x="11868150" y="2463800"/>
              <a:ext cx="88900" cy="17780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3"/>
            </p:blipFill>
            <p:spPr>
              <a:xfrm>
                <a:off x="11868150" y="2463800"/>
                <a:ext cx="88900" cy="177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5" name="墨迹 14"/>
              <p14:cNvContentPartPr/>
              <p14:nvPr/>
            </p14:nvContentPartPr>
            <p14:xfrm>
              <a:off x="11125200" y="2216150"/>
              <a:ext cx="13335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5"/>
            </p:blipFill>
            <p:spPr>
              <a:xfrm>
                <a:off x="11125200" y="2216150"/>
                <a:ext cx="13335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6" name="墨迹 15"/>
              <p14:cNvContentPartPr/>
              <p14:nvPr/>
            </p14:nvContentPartPr>
            <p14:xfrm>
              <a:off x="11950700" y="2203450"/>
              <a:ext cx="82550" cy="36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7"/>
            </p:blipFill>
            <p:spPr>
              <a:xfrm>
                <a:off x="11950700" y="2203450"/>
                <a:ext cx="8255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7" name="墨迹 16"/>
              <p14:cNvContentPartPr/>
              <p14:nvPr/>
            </p14:nvContentPartPr>
            <p14:xfrm>
              <a:off x="10750550" y="2819400"/>
              <a:ext cx="101600" cy="24130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9"/>
            </p:blipFill>
            <p:spPr>
              <a:xfrm>
                <a:off x="10750550" y="2819400"/>
                <a:ext cx="101600" cy="241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18" name="墨迹 17"/>
              <p14:cNvContentPartPr/>
              <p14:nvPr/>
            </p14:nvContentPartPr>
            <p14:xfrm>
              <a:off x="10890250" y="2851150"/>
              <a:ext cx="31750" cy="23495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31"/>
            </p:blipFill>
            <p:spPr>
              <a:xfrm>
                <a:off x="10890250" y="2851150"/>
                <a:ext cx="31750" cy="234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19" name="墨迹 18"/>
              <p14:cNvContentPartPr/>
              <p14:nvPr/>
            </p14:nvContentPartPr>
            <p14:xfrm>
              <a:off x="10807700" y="2914650"/>
              <a:ext cx="107950" cy="1270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3"/>
            </p:blipFill>
            <p:spPr>
              <a:xfrm>
                <a:off x="10807700" y="2914650"/>
                <a:ext cx="10795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0" name="墨迹 19"/>
              <p14:cNvContentPartPr/>
              <p14:nvPr/>
            </p14:nvContentPartPr>
            <p14:xfrm>
              <a:off x="11182350" y="2889250"/>
              <a:ext cx="44450" cy="22225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5"/>
            </p:blipFill>
            <p:spPr>
              <a:xfrm>
                <a:off x="11182350" y="2889250"/>
                <a:ext cx="44450" cy="222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1" name="墨迹 20"/>
              <p14:cNvContentPartPr/>
              <p14:nvPr/>
            </p14:nvContentPartPr>
            <p14:xfrm>
              <a:off x="11404600" y="2914650"/>
              <a:ext cx="120650" cy="12700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7"/>
            </p:blipFill>
            <p:spPr>
              <a:xfrm>
                <a:off x="11404600" y="2914650"/>
                <a:ext cx="120650" cy="127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2" name="墨迹 21"/>
              <p14:cNvContentPartPr/>
              <p14:nvPr/>
            </p14:nvContentPartPr>
            <p14:xfrm>
              <a:off x="11677650" y="2914650"/>
              <a:ext cx="63500" cy="19050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9"/>
            </p:blipFill>
            <p:spPr>
              <a:xfrm>
                <a:off x="11677650" y="2914650"/>
                <a:ext cx="63500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3" name="墨迹 22"/>
              <p14:cNvContentPartPr/>
              <p14:nvPr/>
            </p14:nvContentPartPr>
            <p14:xfrm>
              <a:off x="11899900" y="2959100"/>
              <a:ext cx="139700" cy="12700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41"/>
            </p:blipFill>
            <p:spPr>
              <a:xfrm>
                <a:off x="11899900" y="2959100"/>
                <a:ext cx="139700" cy="127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4" name="墨迹 23"/>
              <p14:cNvContentPartPr/>
              <p14:nvPr/>
            </p14:nvContentPartPr>
            <p14:xfrm>
              <a:off x="10706100" y="3333750"/>
              <a:ext cx="50800" cy="26035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3"/>
            </p:blipFill>
            <p:spPr>
              <a:xfrm>
                <a:off x="10706100" y="3333750"/>
                <a:ext cx="50800" cy="260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5" name="墨迹 24"/>
              <p14:cNvContentPartPr/>
              <p14:nvPr/>
            </p14:nvContentPartPr>
            <p14:xfrm>
              <a:off x="10706100" y="3295650"/>
              <a:ext cx="209550" cy="32385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5"/>
            </p:blipFill>
            <p:spPr>
              <a:xfrm>
                <a:off x="10706100" y="3295650"/>
                <a:ext cx="209550" cy="323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6" name="墨迹 25"/>
              <p14:cNvContentPartPr/>
              <p14:nvPr/>
            </p14:nvContentPartPr>
            <p14:xfrm>
              <a:off x="11118850" y="3409950"/>
              <a:ext cx="82550" cy="27305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7"/>
            </p:blipFill>
            <p:spPr>
              <a:xfrm>
                <a:off x="11118850" y="3409950"/>
                <a:ext cx="82550" cy="273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7" name="墨迹 26"/>
              <p14:cNvContentPartPr/>
              <p14:nvPr/>
            </p14:nvContentPartPr>
            <p14:xfrm>
              <a:off x="11341100" y="3384550"/>
              <a:ext cx="158750" cy="13970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9"/>
            </p:blipFill>
            <p:spPr>
              <a:xfrm>
                <a:off x="11341100" y="3384550"/>
                <a:ext cx="158750" cy="139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28" name="墨迹 27"/>
              <p14:cNvContentPartPr/>
              <p14:nvPr/>
            </p14:nvContentPartPr>
            <p14:xfrm>
              <a:off x="11728450" y="3352800"/>
              <a:ext cx="88900" cy="26035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51"/>
            </p:blipFill>
            <p:spPr>
              <a:xfrm>
                <a:off x="11728450" y="3352800"/>
                <a:ext cx="88900" cy="260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29" name="墨迹 28"/>
              <p14:cNvContentPartPr/>
              <p14:nvPr/>
            </p14:nvContentPartPr>
            <p14:xfrm>
              <a:off x="11950700" y="3359150"/>
              <a:ext cx="127000" cy="29845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3"/>
            </p:blipFill>
            <p:spPr>
              <a:xfrm>
                <a:off x="11950700" y="3359150"/>
                <a:ext cx="127000" cy="298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0" name="墨迹 29"/>
              <p14:cNvContentPartPr/>
              <p14:nvPr/>
            </p14:nvContentPartPr>
            <p14:xfrm>
              <a:off x="10579100" y="3924300"/>
              <a:ext cx="152400" cy="22225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5"/>
            </p:blipFill>
            <p:spPr>
              <a:xfrm>
                <a:off x="10579100" y="3924300"/>
                <a:ext cx="152400" cy="222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31" name="墨迹 30"/>
              <p14:cNvContentPartPr/>
              <p14:nvPr/>
            </p14:nvContentPartPr>
            <p14:xfrm>
              <a:off x="11182350" y="3873500"/>
              <a:ext cx="44450" cy="27305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57"/>
            </p:blipFill>
            <p:spPr>
              <a:xfrm>
                <a:off x="11182350" y="3873500"/>
                <a:ext cx="44450" cy="273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32" name="墨迹 31"/>
              <p14:cNvContentPartPr/>
              <p14:nvPr/>
            </p14:nvContentPartPr>
            <p14:xfrm>
              <a:off x="11487150" y="3962400"/>
              <a:ext cx="57150" cy="16510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59"/>
            </p:blipFill>
            <p:spPr>
              <a:xfrm>
                <a:off x="11487150" y="3962400"/>
                <a:ext cx="57150" cy="165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33" name="墨迹 32"/>
              <p14:cNvContentPartPr/>
              <p14:nvPr/>
            </p14:nvContentPartPr>
            <p14:xfrm>
              <a:off x="11684000" y="3962400"/>
              <a:ext cx="133350" cy="12065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61"/>
            </p:blipFill>
            <p:spPr>
              <a:xfrm>
                <a:off x="11684000" y="3962400"/>
                <a:ext cx="133350" cy="120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34" name="墨迹 33"/>
              <p14:cNvContentPartPr/>
              <p14:nvPr/>
            </p14:nvContentPartPr>
            <p14:xfrm>
              <a:off x="11880850" y="3981450"/>
              <a:ext cx="177800" cy="13970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63"/>
            </p:blipFill>
            <p:spPr>
              <a:xfrm>
                <a:off x="11880850" y="3981450"/>
                <a:ext cx="177800" cy="139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4" p14:bwMode="auto">
            <p14:nvContentPartPr>
              <p14:cNvPr id="35" name="墨迹 34"/>
              <p14:cNvContentPartPr/>
              <p14:nvPr/>
            </p14:nvContentPartPr>
            <p14:xfrm>
              <a:off x="10674350" y="4514850"/>
              <a:ext cx="360" cy="16510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5"/>
            </p:blipFill>
            <p:spPr>
              <a:xfrm>
                <a:off x="10674350" y="4514850"/>
                <a:ext cx="360" cy="165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6" p14:bwMode="auto">
            <p14:nvContentPartPr>
              <p14:cNvPr id="36" name="墨迹 35"/>
              <p14:cNvContentPartPr/>
              <p14:nvPr/>
            </p14:nvContentPartPr>
            <p14:xfrm>
              <a:off x="10674350" y="4375150"/>
              <a:ext cx="184150" cy="31750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67"/>
            </p:blipFill>
            <p:spPr>
              <a:xfrm>
                <a:off x="10674350" y="4375150"/>
                <a:ext cx="184150" cy="317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8" p14:bwMode="auto">
            <p14:nvContentPartPr>
              <p14:cNvPr id="37" name="墨迹 36"/>
              <p14:cNvContentPartPr/>
              <p14:nvPr/>
            </p14:nvContentPartPr>
            <p14:xfrm>
              <a:off x="11245850" y="4527550"/>
              <a:ext cx="6350" cy="120650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69"/>
            </p:blipFill>
            <p:spPr>
              <a:xfrm>
                <a:off x="11245850" y="4527550"/>
                <a:ext cx="6350" cy="120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0" p14:bwMode="auto">
            <p14:nvContentPartPr>
              <p14:cNvPr id="38" name="墨迹 37"/>
              <p14:cNvContentPartPr/>
              <p14:nvPr/>
            </p14:nvContentPartPr>
            <p14:xfrm>
              <a:off x="11442700" y="4533900"/>
              <a:ext cx="12700" cy="9525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71"/>
            </p:blipFill>
            <p:spPr>
              <a:xfrm>
                <a:off x="11442700" y="4533900"/>
                <a:ext cx="12700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2" p14:bwMode="auto">
            <p14:nvContentPartPr>
              <p14:cNvPr id="39" name="墨迹 38"/>
              <p14:cNvContentPartPr/>
              <p14:nvPr/>
            </p14:nvContentPartPr>
            <p14:xfrm>
              <a:off x="11645900" y="4502150"/>
              <a:ext cx="120650" cy="146050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73"/>
            </p:blipFill>
            <p:spPr>
              <a:xfrm>
                <a:off x="11645900" y="4502150"/>
                <a:ext cx="120650" cy="146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4" p14:bwMode="auto">
            <p14:nvContentPartPr>
              <p14:cNvPr id="40" name="墨迹 39"/>
              <p14:cNvContentPartPr/>
              <p14:nvPr/>
            </p14:nvContentPartPr>
            <p14:xfrm>
              <a:off x="12014200" y="4521200"/>
              <a:ext cx="38100" cy="12700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75"/>
            </p:blipFill>
            <p:spPr>
              <a:xfrm>
                <a:off x="12014200" y="4521200"/>
                <a:ext cx="38100" cy="127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6" p14:bwMode="auto">
            <p14:nvContentPartPr>
              <p14:cNvPr id="41" name="墨迹 40"/>
              <p14:cNvContentPartPr/>
              <p14:nvPr/>
            </p14:nvContentPartPr>
            <p14:xfrm>
              <a:off x="10731500" y="4921250"/>
              <a:ext cx="152400" cy="635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77"/>
            </p:blipFill>
            <p:spPr>
              <a:xfrm>
                <a:off x="10731500" y="4921250"/>
                <a:ext cx="15240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8" p14:bwMode="auto">
            <p14:nvContentPartPr>
              <p14:cNvPr id="42" name="墨迹 41"/>
              <p14:cNvContentPartPr/>
              <p14:nvPr/>
            </p14:nvContentPartPr>
            <p14:xfrm>
              <a:off x="10725150" y="5010150"/>
              <a:ext cx="127000" cy="14605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79"/>
            </p:blipFill>
            <p:spPr>
              <a:xfrm>
                <a:off x="10725150" y="5010150"/>
                <a:ext cx="127000" cy="146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0" p14:bwMode="auto">
            <p14:nvContentPartPr>
              <p14:cNvPr id="43" name="墨迹 42"/>
              <p14:cNvContentPartPr/>
              <p14:nvPr/>
            </p14:nvContentPartPr>
            <p14:xfrm>
              <a:off x="10795000" y="5029200"/>
              <a:ext cx="107950" cy="6350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81"/>
            </p:blipFill>
            <p:spPr>
              <a:xfrm>
                <a:off x="10795000" y="5029200"/>
                <a:ext cx="10795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2" p14:bwMode="auto">
            <p14:nvContentPartPr>
              <p14:cNvPr id="44" name="墨迹 43"/>
              <p14:cNvContentPartPr/>
              <p14:nvPr/>
            </p14:nvContentPartPr>
            <p14:xfrm>
              <a:off x="11264900" y="4933950"/>
              <a:ext cx="38100" cy="158750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83"/>
            </p:blipFill>
            <p:spPr>
              <a:xfrm>
                <a:off x="11264900" y="4933950"/>
                <a:ext cx="38100" cy="158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4" p14:bwMode="auto">
            <p14:nvContentPartPr>
              <p14:cNvPr id="45" name="墨迹 44"/>
              <p14:cNvContentPartPr/>
              <p14:nvPr/>
            </p14:nvContentPartPr>
            <p14:xfrm>
              <a:off x="11436350" y="4953000"/>
              <a:ext cx="50800" cy="17780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85"/>
            </p:blipFill>
            <p:spPr>
              <a:xfrm>
                <a:off x="11436350" y="4953000"/>
                <a:ext cx="50800" cy="177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6" p14:bwMode="auto">
            <p14:nvContentPartPr>
              <p14:cNvPr id="46" name="墨迹 45"/>
              <p14:cNvContentPartPr/>
              <p14:nvPr/>
            </p14:nvContentPartPr>
            <p14:xfrm>
              <a:off x="11747500" y="4965700"/>
              <a:ext cx="63500" cy="190500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87"/>
            </p:blipFill>
            <p:spPr>
              <a:xfrm>
                <a:off x="11747500" y="4965700"/>
                <a:ext cx="63500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8" p14:bwMode="auto">
            <p14:nvContentPartPr>
              <p14:cNvPr id="47" name="墨迹 46"/>
              <p14:cNvContentPartPr/>
              <p14:nvPr/>
            </p14:nvContentPartPr>
            <p14:xfrm>
              <a:off x="11912600" y="4984750"/>
              <a:ext cx="127000" cy="133350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89"/>
            </p:blipFill>
            <p:spPr>
              <a:xfrm>
                <a:off x="11912600" y="4984750"/>
                <a:ext cx="127000" cy="133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0" p14:bwMode="auto">
            <p14:nvContentPartPr>
              <p14:cNvPr id="48" name="墨迹 47"/>
              <p14:cNvContentPartPr/>
              <p14:nvPr/>
            </p14:nvContentPartPr>
            <p14:xfrm>
              <a:off x="10763250" y="5410200"/>
              <a:ext cx="120650" cy="6350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91"/>
            </p:blipFill>
            <p:spPr>
              <a:xfrm>
                <a:off x="10763250" y="5410200"/>
                <a:ext cx="12065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2" p14:bwMode="auto">
            <p14:nvContentPartPr>
              <p14:cNvPr id="49" name="墨迹 48"/>
              <p14:cNvContentPartPr/>
              <p14:nvPr/>
            </p14:nvContentPartPr>
            <p14:xfrm>
              <a:off x="10763250" y="5486400"/>
              <a:ext cx="19050" cy="234950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93"/>
            </p:blipFill>
            <p:spPr>
              <a:xfrm>
                <a:off x="10763250" y="5486400"/>
                <a:ext cx="19050" cy="234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4" p14:bwMode="auto">
            <p14:nvContentPartPr>
              <p14:cNvPr id="50" name="墨迹 49"/>
              <p14:cNvContentPartPr/>
              <p14:nvPr/>
            </p14:nvContentPartPr>
            <p14:xfrm>
              <a:off x="10782300" y="5537200"/>
              <a:ext cx="215900" cy="25400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95"/>
            </p:blipFill>
            <p:spPr>
              <a:xfrm>
                <a:off x="10782300" y="5537200"/>
                <a:ext cx="215900" cy="25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6" p14:bwMode="auto">
            <p14:nvContentPartPr>
              <p14:cNvPr id="51" name="墨迹 50"/>
              <p14:cNvContentPartPr/>
              <p14:nvPr/>
            </p14:nvContentPartPr>
            <p14:xfrm>
              <a:off x="11328400" y="5435600"/>
              <a:ext cx="50800" cy="19050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97"/>
            </p:blipFill>
            <p:spPr>
              <a:xfrm>
                <a:off x="11328400" y="5435600"/>
                <a:ext cx="50800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8" p14:bwMode="auto">
            <p14:nvContentPartPr>
              <p14:cNvPr id="52" name="墨迹 51"/>
              <p14:cNvContentPartPr/>
              <p14:nvPr/>
            </p14:nvContentPartPr>
            <p14:xfrm>
              <a:off x="11537950" y="5435600"/>
              <a:ext cx="107950" cy="203200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99"/>
            </p:blipFill>
            <p:spPr>
              <a:xfrm>
                <a:off x="11537950" y="5435600"/>
                <a:ext cx="107950" cy="203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0" p14:bwMode="auto">
            <p14:nvContentPartPr>
              <p14:cNvPr id="53" name="墨迹 52"/>
              <p14:cNvContentPartPr/>
              <p14:nvPr/>
            </p14:nvContentPartPr>
            <p14:xfrm>
              <a:off x="11817350" y="5422900"/>
              <a:ext cx="31750" cy="203200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101"/>
            </p:blipFill>
            <p:spPr>
              <a:xfrm>
                <a:off x="11817350" y="5422900"/>
                <a:ext cx="31750" cy="203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2" p14:bwMode="auto">
            <p14:nvContentPartPr>
              <p14:cNvPr id="54" name="墨迹 53"/>
              <p14:cNvContentPartPr/>
              <p14:nvPr/>
            </p14:nvContentPartPr>
            <p14:xfrm>
              <a:off x="12065000" y="5384800"/>
              <a:ext cx="6350" cy="222250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103"/>
            </p:blipFill>
            <p:spPr>
              <a:xfrm>
                <a:off x="12065000" y="5384800"/>
                <a:ext cx="6350" cy="222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4" p14:bwMode="auto">
            <p14:nvContentPartPr>
              <p14:cNvPr id="55" name="墨迹 54"/>
              <p14:cNvContentPartPr/>
              <p14:nvPr/>
            </p14:nvContentPartPr>
            <p14:xfrm>
              <a:off x="2451100" y="2578100"/>
              <a:ext cx="101600" cy="114300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105"/>
            </p:blipFill>
            <p:spPr>
              <a:xfrm>
                <a:off x="2451100" y="2578100"/>
                <a:ext cx="101600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6" p14:bwMode="auto">
            <p14:nvContentPartPr>
              <p14:cNvPr id="56" name="墨迹 55"/>
              <p14:cNvContentPartPr/>
              <p14:nvPr/>
            </p14:nvContentPartPr>
            <p14:xfrm>
              <a:off x="2667000" y="2559050"/>
              <a:ext cx="38100" cy="120650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107"/>
            </p:blipFill>
            <p:spPr>
              <a:xfrm>
                <a:off x="2667000" y="2559050"/>
                <a:ext cx="38100" cy="120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8" p14:bwMode="auto">
            <p14:nvContentPartPr>
              <p14:cNvPr id="57" name="墨迹 56"/>
              <p14:cNvContentPartPr/>
              <p14:nvPr/>
            </p14:nvContentPartPr>
            <p14:xfrm>
              <a:off x="2946400" y="2571750"/>
              <a:ext cx="63500" cy="101600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109"/>
            </p:blipFill>
            <p:spPr>
              <a:xfrm>
                <a:off x="2946400" y="2571750"/>
                <a:ext cx="63500" cy="101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0" p14:bwMode="auto">
            <p14:nvContentPartPr>
              <p14:cNvPr id="58" name="墨迹 57"/>
              <p14:cNvContentPartPr/>
              <p14:nvPr/>
            </p14:nvContentPartPr>
            <p14:xfrm>
              <a:off x="3124200" y="2584450"/>
              <a:ext cx="139700" cy="114300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111"/>
            </p:blipFill>
            <p:spPr>
              <a:xfrm>
                <a:off x="3124200" y="2584450"/>
                <a:ext cx="139700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2" p14:bwMode="auto">
            <p14:nvContentPartPr>
              <p14:cNvPr id="59" name="墨迹 58"/>
              <p14:cNvContentPartPr/>
              <p14:nvPr/>
            </p14:nvContentPartPr>
            <p14:xfrm>
              <a:off x="3435350" y="2590800"/>
              <a:ext cx="57150" cy="95250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113"/>
            </p:blipFill>
            <p:spPr>
              <a:xfrm>
                <a:off x="3435350" y="2590800"/>
                <a:ext cx="57150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4" p14:bwMode="auto">
            <p14:nvContentPartPr>
              <p14:cNvPr id="60" name="墨迹 59"/>
              <p14:cNvContentPartPr/>
              <p14:nvPr/>
            </p14:nvContentPartPr>
            <p14:xfrm>
              <a:off x="3606800" y="2603500"/>
              <a:ext cx="69850" cy="88900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115"/>
            </p:blipFill>
            <p:spPr>
              <a:xfrm>
                <a:off x="3606800" y="2603500"/>
                <a:ext cx="69850" cy="88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6" p14:bwMode="auto">
            <p14:nvContentPartPr>
              <p14:cNvPr id="61" name="墨迹 60"/>
              <p14:cNvContentPartPr/>
              <p14:nvPr/>
            </p14:nvContentPartPr>
            <p14:xfrm>
              <a:off x="3803650" y="2597150"/>
              <a:ext cx="82550" cy="82550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117"/>
            </p:blipFill>
            <p:spPr>
              <a:xfrm>
                <a:off x="3803650" y="2597150"/>
                <a:ext cx="82550" cy="82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8" p14:bwMode="auto">
            <p14:nvContentPartPr>
              <p14:cNvPr id="62" name="墨迹 61"/>
              <p14:cNvContentPartPr/>
              <p14:nvPr/>
            </p14:nvContentPartPr>
            <p14:xfrm>
              <a:off x="4076700" y="2571750"/>
              <a:ext cx="95250" cy="107950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119"/>
            </p:blipFill>
            <p:spPr>
              <a:xfrm>
                <a:off x="4076700" y="2571750"/>
                <a:ext cx="9525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0" p14:bwMode="auto">
            <p14:nvContentPartPr>
              <p14:cNvPr id="63" name="墨迹 62"/>
              <p14:cNvContentPartPr/>
              <p14:nvPr/>
            </p14:nvContentPartPr>
            <p14:xfrm>
              <a:off x="4260850" y="2355850"/>
              <a:ext cx="38100" cy="495300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121"/>
            </p:blipFill>
            <p:spPr>
              <a:xfrm>
                <a:off x="4260850" y="2355850"/>
                <a:ext cx="38100" cy="495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2" p14:bwMode="auto">
            <p14:nvContentPartPr>
              <p14:cNvPr id="64" name="墨迹 63"/>
              <p14:cNvContentPartPr/>
              <p14:nvPr/>
            </p14:nvContentPartPr>
            <p14:xfrm>
              <a:off x="2413000" y="2209800"/>
              <a:ext cx="190500" cy="215900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123"/>
            </p:blipFill>
            <p:spPr>
              <a:xfrm>
                <a:off x="2413000" y="2209800"/>
                <a:ext cx="190500" cy="215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4" p14:bwMode="auto">
            <p14:nvContentPartPr>
              <p14:cNvPr id="65" name="墨迹 64"/>
              <p14:cNvContentPartPr/>
              <p14:nvPr/>
            </p14:nvContentPartPr>
            <p14:xfrm>
              <a:off x="2635250" y="2286000"/>
              <a:ext cx="146050" cy="101600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125"/>
            </p:blipFill>
            <p:spPr>
              <a:xfrm>
                <a:off x="2635250" y="2286000"/>
                <a:ext cx="146050" cy="101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6" p14:bwMode="auto">
            <p14:nvContentPartPr>
              <p14:cNvPr id="66" name="墨迹 65"/>
              <p14:cNvContentPartPr/>
              <p14:nvPr/>
            </p14:nvContentPartPr>
            <p14:xfrm>
              <a:off x="2679700" y="2317750"/>
              <a:ext cx="69850" cy="171450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127"/>
            </p:blipFill>
            <p:spPr>
              <a:xfrm>
                <a:off x="2679700" y="2317750"/>
                <a:ext cx="69850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8" p14:bwMode="auto">
            <p14:nvContentPartPr>
              <p14:cNvPr id="67" name="墨迹 66"/>
              <p14:cNvContentPartPr/>
              <p14:nvPr/>
            </p14:nvContentPartPr>
            <p14:xfrm>
              <a:off x="2876550" y="2266950"/>
              <a:ext cx="139700" cy="165100"/>
            </p14:xfrm>
          </p:contentPart>
        </mc:Choice>
        <mc:Fallback xmlns="">
          <p:pic>
            <p:nvPicPr>
              <p:cNvPr id="67" name="墨迹 66"/>
            </p:nvPicPr>
            <p:blipFill>
              <a:blip r:embed="rId129"/>
            </p:blipFill>
            <p:spPr>
              <a:xfrm>
                <a:off x="2876550" y="2266950"/>
                <a:ext cx="139700" cy="165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0" p14:bwMode="auto">
            <p14:nvContentPartPr>
              <p14:cNvPr id="68" name="墨迹 67"/>
              <p14:cNvContentPartPr/>
              <p14:nvPr/>
            </p14:nvContentPartPr>
            <p14:xfrm>
              <a:off x="3175000" y="2292350"/>
              <a:ext cx="44450" cy="133350"/>
            </p14:xfrm>
          </p:contentPart>
        </mc:Choice>
        <mc:Fallback xmlns="">
          <p:pic>
            <p:nvPicPr>
              <p:cNvPr id="68" name="墨迹 67"/>
            </p:nvPicPr>
            <p:blipFill>
              <a:blip r:embed="rId131"/>
            </p:blipFill>
            <p:spPr>
              <a:xfrm>
                <a:off x="3175000" y="2292350"/>
                <a:ext cx="44450" cy="133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2" p14:bwMode="auto">
            <p14:nvContentPartPr>
              <p14:cNvPr id="69" name="墨迹 68"/>
              <p14:cNvContentPartPr/>
              <p14:nvPr/>
            </p14:nvContentPartPr>
            <p14:xfrm>
              <a:off x="977900" y="2584450"/>
              <a:ext cx="152400" cy="114300"/>
            </p14:xfrm>
          </p:contentPart>
        </mc:Choice>
        <mc:Fallback xmlns="">
          <p:pic>
            <p:nvPicPr>
              <p:cNvPr id="69" name="墨迹 68"/>
            </p:nvPicPr>
            <p:blipFill>
              <a:blip r:embed="rId133"/>
            </p:blipFill>
            <p:spPr>
              <a:xfrm>
                <a:off x="977900" y="2584450"/>
                <a:ext cx="152400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4" p14:bwMode="auto">
            <p14:nvContentPartPr>
              <p14:cNvPr id="70" name="墨迹 69"/>
              <p14:cNvContentPartPr/>
              <p14:nvPr/>
            </p14:nvContentPartPr>
            <p14:xfrm>
              <a:off x="1054100" y="2603500"/>
              <a:ext cx="19050" cy="133350"/>
            </p14:xfrm>
          </p:contentPart>
        </mc:Choice>
        <mc:Fallback xmlns="">
          <p:pic>
            <p:nvPicPr>
              <p:cNvPr id="70" name="墨迹 69"/>
            </p:nvPicPr>
            <p:blipFill>
              <a:blip r:embed="rId135"/>
            </p:blipFill>
            <p:spPr>
              <a:xfrm>
                <a:off x="1054100" y="2603500"/>
                <a:ext cx="19050" cy="133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6" p14:bwMode="auto">
            <p14:nvContentPartPr>
              <p14:cNvPr id="71" name="墨迹 70"/>
              <p14:cNvContentPartPr/>
              <p14:nvPr/>
            </p14:nvContentPartPr>
            <p14:xfrm>
              <a:off x="1187450" y="2578100"/>
              <a:ext cx="107950" cy="107950"/>
            </p14:xfrm>
          </p:contentPart>
        </mc:Choice>
        <mc:Fallback xmlns="">
          <p:pic>
            <p:nvPicPr>
              <p:cNvPr id="71" name="墨迹 70"/>
            </p:nvPicPr>
            <p:blipFill>
              <a:blip r:embed="rId137"/>
            </p:blipFill>
            <p:spPr>
              <a:xfrm>
                <a:off x="1187450" y="2578100"/>
                <a:ext cx="10795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8" p14:bwMode="auto">
            <p14:nvContentPartPr>
              <p14:cNvPr id="72" name="墨迹 71"/>
              <p14:cNvContentPartPr/>
              <p14:nvPr/>
            </p14:nvContentPartPr>
            <p14:xfrm>
              <a:off x="1320800" y="2527300"/>
              <a:ext cx="44450" cy="165100"/>
            </p14:xfrm>
          </p:contentPart>
        </mc:Choice>
        <mc:Fallback xmlns="">
          <p:pic>
            <p:nvPicPr>
              <p:cNvPr id="72" name="墨迹 71"/>
            </p:nvPicPr>
            <p:blipFill>
              <a:blip r:embed="rId139"/>
            </p:blipFill>
            <p:spPr>
              <a:xfrm>
                <a:off x="1320800" y="2527300"/>
                <a:ext cx="44450" cy="165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0" p14:bwMode="auto">
            <p14:nvContentPartPr>
              <p14:cNvPr id="73" name="墨迹 72"/>
              <p14:cNvContentPartPr/>
              <p14:nvPr/>
            </p14:nvContentPartPr>
            <p14:xfrm>
              <a:off x="1358900" y="2578100"/>
              <a:ext cx="63500" cy="6350"/>
            </p14:xfrm>
          </p:contentPart>
        </mc:Choice>
        <mc:Fallback xmlns="">
          <p:pic>
            <p:nvPicPr>
              <p:cNvPr id="73" name="墨迹 72"/>
            </p:nvPicPr>
            <p:blipFill>
              <a:blip r:embed="rId141"/>
            </p:blipFill>
            <p:spPr>
              <a:xfrm>
                <a:off x="1358900" y="2578100"/>
                <a:ext cx="63500" cy="6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2" p14:bwMode="auto">
            <p14:nvContentPartPr>
              <p14:cNvPr id="74" name="墨迹 73"/>
              <p14:cNvContentPartPr/>
              <p14:nvPr/>
            </p14:nvContentPartPr>
            <p14:xfrm>
              <a:off x="1422400" y="2495550"/>
              <a:ext cx="44450" cy="196850"/>
            </p14:xfrm>
          </p:contentPart>
        </mc:Choice>
        <mc:Fallback xmlns="">
          <p:pic>
            <p:nvPicPr>
              <p:cNvPr id="74" name="墨迹 73"/>
            </p:nvPicPr>
            <p:blipFill>
              <a:blip r:embed="rId143"/>
            </p:blipFill>
            <p:spPr>
              <a:xfrm>
                <a:off x="1422400" y="2495550"/>
                <a:ext cx="44450" cy="196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4" p14:bwMode="auto">
            <p14:nvContentPartPr>
              <p14:cNvPr id="75" name="墨迹 74"/>
              <p14:cNvContentPartPr/>
              <p14:nvPr/>
            </p14:nvContentPartPr>
            <p14:xfrm>
              <a:off x="4381500" y="2559050"/>
              <a:ext cx="88900" cy="127000"/>
            </p14:xfrm>
          </p:contentPart>
        </mc:Choice>
        <mc:Fallback xmlns="">
          <p:pic>
            <p:nvPicPr>
              <p:cNvPr id="75" name="墨迹 74"/>
            </p:nvPicPr>
            <p:blipFill>
              <a:blip r:embed="rId145"/>
            </p:blipFill>
            <p:spPr>
              <a:xfrm>
                <a:off x="4381500" y="2559050"/>
                <a:ext cx="88900" cy="127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6" p14:bwMode="auto">
            <p14:nvContentPartPr>
              <p14:cNvPr id="76" name="墨迹 75"/>
              <p14:cNvContentPartPr/>
              <p14:nvPr/>
            </p14:nvContentPartPr>
            <p14:xfrm>
              <a:off x="6146800" y="2578100"/>
              <a:ext cx="82550" cy="107950"/>
            </p14:xfrm>
          </p:contentPart>
        </mc:Choice>
        <mc:Fallback xmlns="">
          <p:pic>
            <p:nvPicPr>
              <p:cNvPr id="76" name="墨迹 75"/>
            </p:nvPicPr>
            <p:blipFill>
              <a:blip r:embed="rId147"/>
            </p:blipFill>
            <p:spPr>
              <a:xfrm>
                <a:off x="6146800" y="2578100"/>
                <a:ext cx="8255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8" p14:bwMode="auto">
            <p14:nvContentPartPr>
              <p14:cNvPr id="77" name="墨迹 76"/>
              <p14:cNvContentPartPr/>
              <p14:nvPr/>
            </p14:nvContentPartPr>
            <p14:xfrm>
              <a:off x="5892800" y="2584450"/>
              <a:ext cx="95250" cy="88900"/>
            </p14:xfrm>
          </p:contentPart>
        </mc:Choice>
        <mc:Fallback xmlns="">
          <p:pic>
            <p:nvPicPr>
              <p:cNvPr id="77" name="墨迹 76"/>
            </p:nvPicPr>
            <p:blipFill>
              <a:blip r:embed="rId149"/>
            </p:blipFill>
            <p:spPr>
              <a:xfrm>
                <a:off x="5892800" y="2584450"/>
                <a:ext cx="95250" cy="88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0" p14:bwMode="auto">
            <p14:nvContentPartPr>
              <p14:cNvPr id="78" name="墨迹 77"/>
              <p14:cNvContentPartPr/>
              <p14:nvPr/>
            </p14:nvContentPartPr>
            <p14:xfrm>
              <a:off x="5657850" y="2590800"/>
              <a:ext cx="114300" cy="95250"/>
            </p14:xfrm>
          </p:contentPart>
        </mc:Choice>
        <mc:Fallback xmlns="">
          <p:pic>
            <p:nvPicPr>
              <p:cNvPr id="78" name="墨迹 77"/>
            </p:nvPicPr>
            <p:blipFill>
              <a:blip r:embed="rId151"/>
            </p:blipFill>
            <p:spPr>
              <a:xfrm>
                <a:off x="5657850" y="2590800"/>
                <a:ext cx="114300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2" p14:bwMode="auto">
            <p14:nvContentPartPr>
              <p14:cNvPr id="79" name="墨迹 78"/>
              <p14:cNvContentPartPr/>
              <p14:nvPr/>
            </p14:nvContentPartPr>
            <p14:xfrm>
              <a:off x="5359400" y="2571750"/>
              <a:ext cx="19050" cy="127000"/>
            </p14:xfrm>
          </p:contentPart>
        </mc:Choice>
        <mc:Fallback xmlns="">
          <p:pic>
            <p:nvPicPr>
              <p:cNvPr id="79" name="墨迹 78"/>
            </p:nvPicPr>
            <p:blipFill>
              <a:blip r:embed="rId153"/>
            </p:blipFill>
            <p:spPr>
              <a:xfrm>
                <a:off x="5359400" y="2571750"/>
                <a:ext cx="19050" cy="127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4" p14:bwMode="auto">
            <p14:nvContentPartPr>
              <p14:cNvPr id="80" name="墨迹 79"/>
              <p14:cNvContentPartPr/>
              <p14:nvPr/>
            </p14:nvContentPartPr>
            <p14:xfrm>
              <a:off x="5181600" y="2565400"/>
              <a:ext cx="101600" cy="95250"/>
            </p14:xfrm>
          </p:contentPart>
        </mc:Choice>
        <mc:Fallback xmlns="">
          <p:pic>
            <p:nvPicPr>
              <p:cNvPr id="80" name="墨迹 79"/>
            </p:nvPicPr>
            <p:blipFill>
              <a:blip r:embed="rId155"/>
            </p:blipFill>
            <p:spPr>
              <a:xfrm>
                <a:off x="5181600" y="2565400"/>
                <a:ext cx="101600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6" p14:bwMode="auto">
            <p14:nvContentPartPr>
              <p14:cNvPr id="81" name="墨迹 80"/>
              <p14:cNvContentPartPr/>
              <p14:nvPr/>
            </p14:nvContentPartPr>
            <p14:xfrm>
              <a:off x="4832350" y="2603500"/>
              <a:ext cx="101600" cy="69850"/>
            </p14:xfrm>
          </p:contentPart>
        </mc:Choice>
        <mc:Fallback xmlns="">
          <p:pic>
            <p:nvPicPr>
              <p:cNvPr id="81" name="墨迹 80"/>
            </p:nvPicPr>
            <p:blipFill>
              <a:blip r:embed="rId157"/>
            </p:blipFill>
            <p:spPr>
              <a:xfrm>
                <a:off x="4832350" y="2603500"/>
                <a:ext cx="101600" cy="69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8" p14:bwMode="auto">
            <p14:nvContentPartPr>
              <p14:cNvPr id="82" name="墨迹 81"/>
              <p14:cNvContentPartPr/>
              <p14:nvPr/>
            </p14:nvContentPartPr>
            <p14:xfrm>
              <a:off x="4603750" y="2571750"/>
              <a:ext cx="146050" cy="95250"/>
            </p14:xfrm>
          </p:contentPart>
        </mc:Choice>
        <mc:Fallback xmlns="">
          <p:pic>
            <p:nvPicPr>
              <p:cNvPr id="82" name="墨迹 81"/>
            </p:nvPicPr>
            <p:blipFill>
              <a:blip r:embed="rId159"/>
            </p:blipFill>
            <p:spPr>
              <a:xfrm>
                <a:off x="4603750" y="2571750"/>
                <a:ext cx="146050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0" p14:bwMode="auto">
            <p14:nvContentPartPr>
              <p14:cNvPr id="83" name="墨迹 82"/>
              <p14:cNvContentPartPr/>
              <p14:nvPr/>
            </p14:nvContentPartPr>
            <p14:xfrm>
              <a:off x="1574800" y="2546350"/>
              <a:ext cx="120650" cy="120650"/>
            </p14:xfrm>
          </p:contentPart>
        </mc:Choice>
        <mc:Fallback xmlns="">
          <p:pic>
            <p:nvPicPr>
              <p:cNvPr id="83" name="墨迹 82"/>
            </p:nvPicPr>
            <p:blipFill>
              <a:blip r:embed="rId161"/>
            </p:blipFill>
            <p:spPr>
              <a:xfrm>
                <a:off x="1574800" y="2546350"/>
                <a:ext cx="120650" cy="120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2" p14:bwMode="auto">
            <p14:nvContentPartPr>
              <p14:cNvPr id="84" name="墨迹 83"/>
              <p14:cNvContentPartPr/>
              <p14:nvPr/>
            </p14:nvContentPartPr>
            <p14:xfrm>
              <a:off x="5302250" y="2247900"/>
              <a:ext cx="139700" cy="184150"/>
            </p14:xfrm>
          </p:contentPart>
        </mc:Choice>
        <mc:Fallback xmlns="">
          <p:pic>
            <p:nvPicPr>
              <p:cNvPr id="84" name="墨迹 83"/>
            </p:nvPicPr>
            <p:blipFill>
              <a:blip r:embed="rId163"/>
            </p:blipFill>
            <p:spPr>
              <a:xfrm>
                <a:off x="5302250" y="2247900"/>
                <a:ext cx="139700" cy="184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4" p14:bwMode="auto">
            <p14:nvContentPartPr>
              <p14:cNvPr id="85" name="墨迹 84"/>
              <p14:cNvContentPartPr/>
              <p14:nvPr/>
            </p14:nvContentPartPr>
            <p14:xfrm>
              <a:off x="5607050" y="2273300"/>
              <a:ext cx="184150" cy="88900"/>
            </p14:xfrm>
          </p:contentPart>
        </mc:Choice>
        <mc:Fallback xmlns="">
          <p:pic>
            <p:nvPicPr>
              <p:cNvPr id="85" name="墨迹 84"/>
            </p:nvPicPr>
            <p:blipFill>
              <a:blip r:embed="rId165"/>
            </p:blipFill>
            <p:spPr>
              <a:xfrm>
                <a:off x="5607050" y="2273300"/>
                <a:ext cx="184150" cy="889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6" p14:bwMode="auto">
            <p14:nvContentPartPr>
              <p14:cNvPr id="86" name="墨迹 85"/>
              <p14:cNvContentPartPr/>
              <p14:nvPr/>
            </p14:nvContentPartPr>
            <p14:xfrm>
              <a:off x="5695950" y="2324100"/>
              <a:ext cx="57150" cy="146050"/>
            </p14:xfrm>
          </p:contentPart>
        </mc:Choice>
        <mc:Fallback xmlns="">
          <p:pic>
            <p:nvPicPr>
              <p:cNvPr id="86" name="墨迹 85"/>
            </p:nvPicPr>
            <p:blipFill>
              <a:blip r:embed="rId167"/>
            </p:blipFill>
            <p:spPr>
              <a:xfrm>
                <a:off x="5695950" y="2324100"/>
                <a:ext cx="57150" cy="146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8" p14:bwMode="auto">
            <p14:nvContentPartPr>
              <p14:cNvPr id="87" name="墨迹 86"/>
              <p14:cNvContentPartPr/>
              <p14:nvPr/>
            </p14:nvContentPartPr>
            <p14:xfrm>
              <a:off x="5873750" y="2266950"/>
              <a:ext cx="177800" cy="139700"/>
            </p14:xfrm>
          </p:contentPart>
        </mc:Choice>
        <mc:Fallback xmlns="">
          <p:pic>
            <p:nvPicPr>
              <p:cNvPr id="87" name="墨迹 86"/>
            </p:nvPicPr>
            <p:blipFill>
              <a:blip r:embed="rId169"/>
            </p:blipFill>
            <p:spPr>
              <a:xfrm>
                <a:off x="5873750" y="2266950"/>
                <a:ext cx="177800" cy="139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0" p14:bwMode="auto">
            <p14:nvContentPartPr>
              <p14:cNvPr id="88" name="墨迹 87"/>
              <p14:cNvContentPartPr/>
              <p14:nvPr/>
            </p14:nvContentPartPr>
            <p14:xfrm>
              <a:off x="6178550" y="2241550"/>
              <a:ext cx="76200" cy="165100"/>
            </p14:xfrm>
          </p:contentPart>
        </mc:Choice>
        <mc:Fallback xmlns="">
          <p:pic>
            <p:nvPicPr>
              <p:cNvPr id="88" name="墨迹 87"/>
            </p:nvPicPr>
            <p:blipFill>
              <a:blip r:embed="rId171"/>
            </p:blipFill>
            <p:spPr>
              <a:xfrm>
                <a:off x="6178550" y="2241550"/>
                <a:ext cx="76200" cy="165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2" p14:bwMode="auto">
            <p14:nvContentPartPr>
              <p14:cNvPr id="89" name="墨迹 88"/>
              <p14:cNvContentPartPr/>
              <p14:nvPr/>
            </p14:nvContentPartPr>
            <p14:xfrm>
              <a:off x="1689100" y="2470150"/>
              <a:ext cx="146050" cy="247650"/>
            </p14:xfrm>
          </p:contentPart>
        </mc:Choice>
        <mc:Fallback xmlns="">
          <p:pic>
            <p:nvPicPr>
              <p:cNvPr id="89" name="墨迹 88"/>
            </p:nvPicPr>
            <p:blipFill>
              <a:blip r:embed="rId173"/>
            </p:blipFill>
            <p:spPr>
              <a:xfrm>
                <a:off x="1689100" y="2470150"/>
                <a:ext cx="146050" cy="247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4" p14:bwMode="auto">
            <p14:nvContentPartPr>
              <p14:cNvPr id="90" name="墨迹 89"/>
              <p14:cNvContentPartPr/>
              <p14:nvPr/>
            </p14:nvContentPartPr>
            <p14:xfrm>
              <a:off x="1860550" y="2540000"/>
              <a:ext cx="69850" cy="190500"/>
            </p14:xfrm>
          </p:contentPart>
        </mc:Choice>
        <mc:Fallback xmlns="">
          <p:pic>
            <p:nvPicPr>
              <p:cNvPr id="90" name="墨迹 89"/>
            </p:nvPicPr>
            <p:blipFill>
              <a:blip r:embed="rId175"/>
            </p:blipFill>
            <p:spPr>
              <a:xfrm>
                <a:off x="1860550" y="2540000"/>
                <a:ext cx="69850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6" p14:bwMode="auto">
            <p14:nvContentPartPr>
              <p14:cNvPr id="91" name="墨迹 90"/>
              <p14:cNvContentPartPr/>
              <p14:nvPr/>
            </p14:nvContentPartPr>
            <p14:xfrm>
              <a:off x="1905000" y="2559050"/>
              <a:ext cx="107950" cy="44450"/>
            </p14:xfrm>
          </p:contentPart>
        </mc:Choice>
        <mc:Fallback xmlns="">
          <p:pic>
            <p:nvPicPr>
              <p:cNvPr id="91" name="墨迹 90"/>
            </p:nvPicPr>
            <p:blipFill>
              <a:blip r:embed="rId177"/>
            </p:blipFill>
            <p:spPr>
              <a:xfrm>
                <a:off x="1905000" y="2559050"/>
                <a:ext cx="107950" cy="44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8" p14:bwMode="auto">
            <p14:nvContentPartPr>
              <p14:cNvPr id="92" name="墨迹 91"/>
              <p14:cNvContentPartPr/>
              <p14:nvPr/>
            </p14:nvContentPartPr>
            <p14:xfrm>
              <a:off x="2000250" y="2514600"/>
              <a:ext cx="38100" cy="184150"/>
            </p14:xfrm>
          </p:contentPart>
        </mc:Choice>
        <mc:Fallback xmlns="">
          <p:pic>
            <p:nvPicPr>
              <p:cNvPr id="92" name="墨迹 91"/>
            </p:nvPicPr>
            <p:blipFill>
              <a:blip r:embed="rId179"/>
            </p:blipFill>
            <p:spPr>
              <a:xfrm>
                <a:off x="2000250" y="2514600"/>
                <a:ext cx="38100" cy="184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0" p14:bwMode="auto">
            <p14:nvContentPartPr>
              <p14:cNvPr id="93" name="墨迹 92"/>
              <p14:cNvContentPartPr/>
              <p14:nvPr/>
            </p14:nvContentPartPr>
            <p14:xfrm>
              <a:off x="2470150" y="2806700"/>
              <a:ext cx="101600" cy="114300"/>
            </p14:xfrm>
          </p:contentPart>
        </mc:Choice>
        <mc:Fallback xmlns="">
          <p:pic>
            <p:nvPicPr>
              <p:cNvPr id="93" name="墨迹 92"/>
            </p:nvPicPr>
            <p:blipFill>
              <a:blip r:embed="rId181"/>
            </p:blipFill>
            <p:spPr>
              <a:xfrm>
                <a:off x="2470150" y="2806700"/>
                <a:ext cx="101600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2" p14:bwMode="auto">
            <p14:nvContentPartPr>
              <p14:cNvPr id="94" name="墨迹 93"/>
              <p14:cNvContentPartPr/>
              <p14:nvPr/>
            </p14:nvContentPartPr>
            <p14:xfrm>
              <a:off x="2686050" y="2806700"/>
              <a:ext cx="69850" cy="82550"/>
            </p14:xfrm>
          </p:contentPart>
        </mc:Choice>
        <mc:Fallback xmlns="">
          <p:pic>
            <p:nvPicPr>
              <p:cNvPr id="94" name="墨迹 93"/>
            </p:nvPicPr>
            <p:blipFill>
              <a:blip r:embed="rId183"/>
            </p:blipFill>
            <p:spPr>
              <a:xfrm>
                <a:off x="2686050" y="2806700"/>
                <a:ext cx="69850" cy="82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4" p14:bwMode="auto">
            <p14:nvContentPartPr>
              <p14:cNvPr id="95" name="墨迹 94"/>
              <p14:cNvContentPartPr/>
              <p14:nvPr/>
            </p14:nvContentPartPr>
            <p14:xfrm>
              <a:off x="2927350" y="2755900"/>
              <a:ext cx="25400" cy="101600"/>
            </p14:xfrm>
          </p:contentPart>
        </mc:Choice>
        <mc:Fallback xmlns="">
          <p:pic>
            <p:nvPicPr>
              <p:cNvPr id="95" name="墨迹 94"/>
            </p:nvPicPr>
            <p:blipFill>
              <a:blip r:embed="rId185"/>
            </p:blipFill>
            <p:spPr>
              <a:xfrm>
                <a:off x="2927350" y="2755900"/>
                <a:ext cx="25400" cy="101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6" p14:bwMode="auto">
            <p14:nvContentPartPr>
              <p14:cNvPr id="96" name="墨迹 95"/>
              <p14:cNvContentPartPr/>
              <p14:nvPr/>
            </p14:nvContentPartPr>
            <p14:xfrm>
              <a:off x="3175000" y="2774950"/>
              <a:ext cx="6350" cy="107950"/>
            </p14:xfrm>
          </p:contentPart>
        </mc:Choice>
        <mc:Fallback xmlns="">
          <p:pic>
            <p:nvPicPr>
              <p:cNvPr id="96" name="墨迹 95"/>
            </p:nvPicPr>
            <p:blipFill>
              <a:blip r:embed="rId187"/>
            </p:blipFill>
            <p:spPr>
              <a:xfrm>
                <a:off x="3175000" y="2774950"/>
                <a:ext cx="6350" cy="1079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8" p14:bwMode="auto">
            <p14:nvContentPartPr>
              <p14:cNvPr id="97" name="墨迹 96"/>
              <p14:cNvContentPartPr/>
              <p14:nvPr/>
            </p14:nvContentPartPr>
            <p14:xfrm>
              <a:off x="927100" y="2736850"/>
              <a:ext cx="133350" cy="209550"/>
            </p14:xfrm>
          </p:contentPart>
        </mc:Choice>
        <mc:Fallback xmlns="">
          <p:pic>
            <p:nvPicPr>
              <p:cNvPr id="97" name="墨迹 96"/>
            </p:nvPicPr>
            <p:blipFill>
              <a:blip r:embed="rId189"/>
            </p:blipFill>
            <p:spPr>
              <a:xfrm>
                <a:off x="927100" y="2736850"/>
                <a:ext cx="133350" cy="209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0" p14:bwMode="auto">
            <p14:nvContentPartPr>
              <p14:cNvPr id="98" name="墨迹 97"/>
              <p14:cNvContentPartPr/>
              <p14:nvPr/>
            </p14:nvContentPartPr>
            <p14:xfrm>
              <a:off x="3390900" y="2851150"/>
              <a:ext cx="88900" cy="95250"/>
            </p14:xfrm>
          </p:contentPart>
        </mc:Choice>
        <mc:Fallback xmlns="">
          <p:pic>
            <p:nvPicPr>
              <p:cNvPr id="98" name="墨迹 97"/>
            </p:nvPicPr>
            <p:blipFill>
              <a:blip r:embed="rId191"/>
            </p:blipFill>
            <p:spPr>
              <a:xfrm>
                <a:off x="3390900" y="2851150"/>
                <a:ext cx="88900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2" p14:bwMode="auto">
            <p14:nvContentPartPr>
              <p14:cNvPr id="99" name="墨迹 98"/>
              <p14:cNvContentPartPr/>
              <p14:nvPr/>
            </p14:nvContentPartPr>
            <p14:xfrm>
              <a:off x="3663950" y="2832100"/>
              <a:ext cx="38100" cy="127000"/>
            </p14:xfrm>
          </p:contentPart>
        </mc:Choice>
        <mc:Fallback xmlns="">
          <p:pic>
            <p:nvPicPr>
              <p:cNvPr id="99" name="墨迹 98"/>
            </p:nvPicPr>
            <p:blipFill>
              <a:blip r:embed="rId193"/>
            </p:blipFill>
            <p:spPr>
              <a:xfrm>
                <a:off x="3663950" y="2832100"/>
                <a:ext cx="38100" cy="127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4" p14:bwMode="auto">
            <p14:nvContentPartPr>
              <p14:cNvPr id="100" name="墨迹 99"/>
              <p14:cNvContentPartPr/>
              <p14:nvPr/>
            </p14:nvContentPartPr>
            <p14:xfrm>
              <a:off x="3841750" y="2813050"/>
              <a:ext cx="19050" cy="120650"/>
            </p14:xfrm>
          </p:contentPart>
        </mc:Choice>
        <mc:Fallback xmlns="">
          <p:pic>
            <p:nvPicPr>
              <p:cNvPr id="100" name="墨迹 99"/>
            </p:nvPicPr>
            <p:blipFill>
              <a:blip r:embed="rId195"/>
            </p:blipFill>
            <p:spPr>
              <a:xfrm>
                <a:off x="3841750" y="2813050"/>
                <a:ext cx="19050" cy="120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6" p14:bwMode="auto">
            <p14:nvContentPartPr>
              <p14:cNvPr id="101" name="墨迹 100"/>
              <p14:cNvContentPartPr/>
              <p14:nvPr/>
            </p14:nvContentPartPr>
            <p14:xfrm>
              <a:off x="4057650" y="2838450"/>
              <a:ext cx="6350" cy="114300"/>
            </p14:xfrm>
          </p:contentPart>
        </mc:Choice>
        <mc:Fallback xmlns="">
          <p:pic>
            <p:nvPicPr>
              <p:cNvPr id="101" name="墨迹 100"/>
            </p:nvPicPr>
            <p:blipFill>
              <a:blip r:embed="rId197"/>
            </p:blipFill>
            <p:spPr>
              <a:xfrm>
                <a:off x="4057650" y="2838450"/>
                <a:ext cx="6350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8" p14:bwMode="auto">
            <p14:nvContentPartPr>
              <p14:cNvPr id="102" name="墨迹 101"/>
              <p14:cNvContentPartPr/>
              <p14:nvPr/>
            </p14:nvContentPartPr>
            <p14:xfrm>
              <a:off x="1162050" y="2736850"/>
              <a:ext cx="95250" cy="228600"/>
            </p14:xfrm>
          </p:contentPart>
        </mc:Choice>
        <mc:Fallback xmlns="">
          <p:pic>
            <p:nvPicPr>
              <p:cNvPr id="102" name="墨迹 101"/>
            </p:nvPicPr>
            <p:blipFill>
              <a:blip r:embed="rId199"/>
            </p:blipFill>
            <p:spPr>
              <a:xfrm>
                <a:off x="1162050" y="2736850"/>
                <a:ext cx="95250" cy="228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0" p14:bwMode="auto">
            <p14:nvContentPartPr>
              <p14:cNvPr id="103" name="墨迹 102"/>
              <p14:cNvContentPartPr/>
              <p14:nvPr/>
            </p14:nvContentPartPr>
            <p14:xfrm>
              <a:off x="1314450" y="2768600"/>
              <a:ext cx="25400" cy="139700"/>
            </p14:xfrm>
          </p:contentPart>
        </mc:Choice>
        <mc:Fallback xmlns="">
          <p:pic>
            <p:nvPicPr>
              <p:cNvPr id="103" name="墨迹 102"/>
            </p:nvPicPr>
            <p:blipFill>
              <a:blip r:embed="rId201"/>
            </p:blipFill>
            <p:spPr>
              <a:xfrm>
                <a:off x="1314450" y="2768600"/>
                <a:ext cx="25400" cy="139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2" p14:bwMode="auto">
            <p14:nvContentPartPr>
              <p14:cNvPr id="104" name="墨迹 103"/>
              <p14:cNvContentPartPr/>
              <p14:nvPr/>
            </p14:nvContentPartPr>
            <p14:xfrm>
              <a:off x="1352550" y="2787650"/>
              <a:ext cx="76200" cy="12700"/>
            </p14:xfrm>
          </p:contentPart>
        </mc:Choice>
        <mc:Fallback xmlns="">
          <p:pic>
            <p:nvPicPr>
              <p:cNvPr id="104" name="墨迹 103"/>
            </p:nvPicPr>
            <p:blipFill>
              <a:blip r:embed="rId203"/>
            </p:blipFill>
            <p:spPr>
              <a:xfrm>
                <a:off x="1352550" y="2787650"/>
                <a:ext cx="7620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4" p14:bwMode="auto">
            <p14:nvContentPartPr>
              <p14:cNvPr id="105" name="墨迹 104"/>
              <p14:cNvContentPartPr/>
              <p14:nvPr/>
            </p14:nvContentPartPr>
            <p14:xfrm>
              <a:off x="1409700" y="2736850"/>
              <a:ext cx="12700" cy="146050"/>
            </p14:xfrm>
          </p:contentPart>
        </mc:Choice>
        <mc:Fallback xmlns="">
          <p:pic>
            <p:nvPicPr>
              <p:cNvPr id="105" name="墨迹 104"/>
            </p:nvPicPr>
            <p:blipFill>
              <a:blip r:embed="rId205"/>
            </p:blipFill>
            <p:spPr>
              <a:xfrm>
                <a:off x="1409700" y="2736850"/>
                <a:ext cx="12700" cy="146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6" p14:bwMode="auto">
            <p14:nvContentPartPr>
              <p14:cNvPr id="106" name="墨迹 105"/>
              <p14:cNvContentPartPr/>
              <p14:nvPr/>
            </p14:nvContentPartPr>
            <p14:xfrm>
              <a:off x="4419600" y="2819400"/>
              <a:ext cx="31750" cy="152400"/>
            </p14:xfrm>
          </p:contentPart>
        </mc:Choice>
        <mc:Fallback xmlns="">
          <p:pic>
            <p:nvPicPr>
              <p:cNvPr id="106" name="墨迹 105"/>
            </p:nvPicPr>
            <p:blipFill>
              <a:blip r:embed="rId207"/>
            </p:blipFill>
            <p:spPr>
              <a:xfrm>
                <a:off x="4419600" y="2819400"/>
                <a:ext cx="31750" cy="152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8" p14:bwMode="auto">
            <p14:nvContentPartPr>
              <p14:cNvPr id="107" name="墨迹 106"/>
              <p14:cNvContentPartPr/>
              <p14:nvPr/>
            </p14:nvContentPartPr>
            <p14:xfrm>
              <a:off x="4597400" y="2787650"/>
              <a:ext cx="12700" cy="139700"/>
            </p14:xfrm>
          </p:contentPart>
        </mc:Choice>
        <mc:Fallback xmlns="">
          <p:pic>
            <p:nvPicPr>
              <p:cNvPr id="107" name="墨迹 106"/>
            </p:nvPicPr>
            <p:blipFill>
              <a:blip r:embed="rId209"/>
            </p:blipFill>
            <p:spPr>
              <a:xfrm>
                <a:off x="4597400" y="2787650"/>
                <a:ext cx="12700" cy="139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0" p14:bwMode="auto">
            <p14:nvContentPartPr>
              <p14:cNvPr id="108" name="墨迹 107"/>
              <p14:cNvContentPartPr/>
              <p14:nvPr/>
            </p14:nvContentPartPr>
            <p14:xfrm>
              <a:off x="4864100" y="2819400"/>
              <a:ext cx="19050" cy="165100"/>
            </p14:xfrm>
          </p:contentPart>
        </mc:Choice>
        <mc:Fallback xmlns="">
          <p:pic>
            <p:nvPicPr>
              <p:cNvPr id="108" name="墨迹 107"/>
            </p:nvPicPr>
            <p:blipFill>
              <a:blip r:embed="rId211"/>
            </p:blipFill>
            <p:spPr>
              <a:xfrm>
                <a:off x="4864100" y="2819400"/>
                <a:ext cx="19050" cy="165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2" p14:bwMode="auto">
            <p14:nvContentPartPr>
              <p14:cNvPr id="109" name="墨迹 108"/>
              <p14:cNvContentPartPr/>
              <p14:nvPr/>
            </p14:nvContentPartPr>
            <p14:xfrm>
              <a:off x="5105400" y="2813050"/>
              <a:ext cx="107950" cy="196850"/>
            </p14:xfrm>
          </p:contentPart>
        </mc:Choice>
        <mc:Fallback xmlns="">
          <p:pic>
            <p:nvPicPr>
              <p:cNvPr id="109" name="墨迹 108"/>
            </p:nvPicPr>
            <p:blipFill>
              <a:blip r:embed="rId213"/>
            </p:blipFill>
            <p:spPr>
              <a:xfrm>
                <a:off x="5105400" y="2813050"/>
                <a:ext cx="107950" cy="196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4" p14:bwMode="auto">
            <p14:nvContentPartPr>
              <p14:cNvPr id="110" name="墨迹 109"/>
              <p14:cNvContentPartPr/>
              <p14:nvPr/>
            </p14:nvContentPartPr>
            <p14:xfrm>
              <a:off x="1644650" y="2781300"/>
              <a:ext cx="107950" cy="12700"/>
            </p14:xfrm>
          </p:contentPart>
        </mc:Choice>
        <mc:Fallback xmlns="">
          <p:pic>
            <p:nvPicPr>
              <p:cNvPr id="110" name="墨迹 109"/>
            </p:nvPicPr>
            <p:blipFill>
              <a:blip r:embed="rId215"/>
            </p:blipFill>
            <p:spPr>
              <a:xfrm>
                <a:off x="1644650" y="2781300"/>
                <a:ext cx="107950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6" p14:bwMode="auto">
            <p14:nvContentPartPr>
              <p14:cNvPr id="111" name="墨迹 110"/>
              <p14:cNvContentPartPr/>
              <p14:nvPr/>
            </p14:nvContentPartPr>
            <p14:xfrm>
              <a:off x="1625600" y="2787650"/>
              <a:ext cx="44450" cy="165100"/>
            </p14:xfrm>
          </p:contentPart>
        </mc:Choice>
        <mc:Fallback xmlns="">
          <p:pic>
            <p:nvPicPr>
              <p:cNvPr id="111" name="墨迹 110"/>
            </p:nvPicPr>
            <p:blipFill>
              <a:blip r:embed="rId217"/>
            </p:blipFill>
            <p:spPr>
              <a:xfrm>
                <a:off x="1625600" y="2787650"/>
                <a:ext cx="44450" cy="165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8" p14:bwMode="auto">
            <p14:nvContentPartPr>
              <p14:cNvPr id="112" name="墨迹 111"/>
              <p14:cNvContentPartPr/>
              <p14:nvPr/>
            </p14:nvContentPartPr>
            <p14:xfrm>
              <a:off x="1644650" y="2838450"/>
              <a:ext cx="63500" cy="360"/>
            </p14:xfrm>
          </p:contentPart>
        </mc:Choice>
        <mc:Fallback xmlns="">
          <p:pic>
            <p:nvPicPr>
              <p:cNvPr id="112" name="墨迹 111"/>
            </p:nvPicPr>
            <p:blipFill>
              <a:blip r:embed="rId219"/>
            </p:blipFill>
            <p:spPr>
              <a:xfrm>
                <a:off x="1644650" y="2838450"/>
                <a:ext cx="635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0" p14:bwMode="auto">
            <p14:nvContentPartPr>
              <p14:cNvPr id="113" name="墨迹 112"/>
              <p14:cNvContentPartPr/>
              <p14:nvPr/>
            </p14:nvContentPartPr>
            <p14:xfrm>
              <a:off x="5429250" y="2832100"/>
              <a:ext cx="12700" cy="146050"/>
            </p14:xfrm>
          </p:contentPart>
        </mc:Choice>
        <mc:Fallback xmlns="">
          <p:pic>
            <p:nvPicPr>
              <p:cNvPr id="113" name="墨迹 112"/>
            </p:nvPicPr>
            <p:blipFill>
              <a:blip r:embed="rId221"/>
            </p:blipFill>
            <p:spPr>
              <a:xfrm>
                <a:off x="5429250" y="2832100"/>
                <a:ext cx="12700" cy="146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2" p14:bwMode="auto">
            <p14:nvContentPartPr>
              <p14:cNvPr id="114" name="墨迹 113"/>
              <p14:cNvContentPartPr/>
              <p14:nvPr/>
            </p14:nvContentPartPr>
            <p14:xfrm>
              <a:off x="5657850" y="2825750"/>
              <a:ext cx="12700" cy="120650"/>
            </p14:xfrm>
          </p:contentPart>
        </mc:Choice>
        <mc:Fallback xmlns="">
          <p:pic>
            <p:nvPicPr>
              <p:cNvPr id="114" name="墨迹 113"/>
            </p:nvPicPr>
            <p:blipFill>
              <a:blip r:embed="rId223"/>
            </p:blipFill>
            <p:spPr>
              <a:xfrm>
                <a:off x="5657850" y="2825750"/>
                <a:ext cx="12700" cy="120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4" p14:bwMode="auto">
            <p14:nvContentPartPr>
              <p14:cNvPr id="115" name="墨迹 114"/>
              <p14:cNvContentPartPr/>
              <p14:nvPr/>
            </p14:nvContentPartPr>
            <p14:xfrm>
              <a:off x="5861050" y="2832100"/>
              <a:ext cx="88900" cy="95250"/>
            </p14:xfrm>
          </p:contentPart>
        </mc:Choice>
        <mc:Fallback xmlns="">
          <p:pic>
            <p:nvPicPr>
              <p:cNvPr id="115" name="墨迹 114"/>
            </p:nvPicPr>
            <p:blipFill>
              <a:blip r:embed="rId225"/>
            </p:blipFill>
            <p:spPr>
              <a:xfrm>
                <a:off x="5861050" y="2832100"/>
                <a:ext cx="88900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6" p14:bwMode="auto">
            <p14:nvContentPartPr>
              <p14:cNvPr id="116" name="墨迹 115"/>
              <p14:cNvContentPartPr/>
              <p14:nvPr/>
            </p14:nvContentPartPr>
            <p14:xfrm>
              <a:off x="6057900" y="2813050"/>
              <a:ext cx="146050" cy="120650"/>
            </p14:xfrm>
          </p:contentPart>
        </mc:Choice>
        <mc:Fallback xmlns="">
          <p:pic>
            <p:nvPicPr>
              <p:cNvPr id="116" name="墨迹 115"/>
            </p:nvPicPr>
            <p:blipFill>
              <a:blip r:embed="rId227"/>
            </p:blipFill>
            <p:spPr>
              <a:xfrm>
                <a:off x="6057900" y="2813050"/>
                <a:ext cx="146050" cy="120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8" p14:bwMode="auto">
            <p14:nvContentPartPr>
              <p14:cNvPr id="117" name="墨迹 116"/>
              <p14:cNvContentPartPr/>
              <p14:nvPr/>
            </p14:nvContentPartPr>
            <p14:xfrm>
              <a:off x="10534650" y="4140200"/>
              <a:ext cx="1447800" cy="69850"/>
            </p14:xfrm>
          </p:contentPart>
        </mc:Choice>
        <mc:Fallback xmlns="">
          <p:pic>
            <p:nvPicPr>
              <p:cNvPr id="117" name="墨迹 116"/>
            </p:nvPicPr>
            <p:blipFill>
              <a:blip r:embed="rId229"/>
            </p:blipFill>
            <p:spPr>
              <a:xfrm>
                <a:off x="10534650" y="4140200"/>
                <a:ext cx="1447800" cy="698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0" p14:bwMode="auto">
            <p14:nvContentPartPr>
              <p14:cNvPr id="118" name="墨迹 117"/>
              <p14:cNvContentPartPr/>
              <p14:nvPr/>
            </p14:nvContentPartPr>
            <p14:xfrm>
              <a:off x="1758950" y="2755900"/>
              <a:ext cx="158750" cy="184150"/>
            </p14:xfrm>
          </p:contentPart>
        </mc:Choice>
        <mc:Fallback xmlns="">
          <p:pic>
            <p:nvPicPr>
              <p:cNvPr id="118" name="墨迹 117"/>
            </p:nvPicPr>
            <p:blipFill>
              <a:blip r:embed="rId231"/>
            </p:blipFill>
            <p:spPr>
              <a:xfrm>
                <a:off x="1758950" y="2755900"/>
                <a:ext cx="158750" cy="184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2" p14:bwMode="auto">
            <p14:nvContentPartPr>
              <p14:cNvPr id="119" name="墨迹 118"/>
              <p14:cNvContentPartPr/>
              <p14:nvPr/>
            </p14:nvContentPartPr>
            <p14:xfrm>
              <a:off x="1968500" y="2787650"/>
              <a:ext cx="38100" cy="127000"/>
            </p14:xfrm>
          </p:contentPart>
        </mc:Choice>
        <mc:Fallback xmlns="">
          <p:pic>
            <p:nvPicPr>
              <p:cNvPr id="119" name="墨迹 118"/>
            </p:nvPicPr>
            <p:blipFill>
              <a:blip r:embed="rId233"/>
            </p:blipFill>
            <p:spPr>
              <a:xfrm>
                <a:off x="1968500" y="2787650"/>
                <a:ext cx="38100" cy="127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4" p14:bwMode="auto">
            <p14:nvContentPartPr>
              <p14:cNvPr id="120" name="墨迹 119"/>
              <p14:cNvContentPartPr/>
              <p14:nvPr/>
            </p14:nvContentPartPr>
            <p14:xfrm>
              <a:off x="2000250" y="2844800"/>
              <a:ext cx="101600" cy="25400"/>
            </p14:xfrm>
          </p:contentPart>
        </mc:Choice>
        <mc:Fallback xmlns="">
          <p:pic>
            <p:nvPicPr>
              <p:cNvPr id="120" name="墨迹 119"/>
            </p:nvPicPr>
            <p:blipFill>
              <a:blip r:embed="rId235"/>
            </p:blipFill>
            <p:spPr>
              <a:xfrm>
                <a:off x="2000250" y="2844800"/>
                <a:ext cx="101600" cy="25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6" p14:bwMode="auto">
            <p14:nvContentPartPr>
              <p14:cNvPr id="121" name="墨迹 120"/>
              <p14:cNvContentPartPr/>
              <p14:nvPr/>
            </p14:nvContentPartPr>
            <p14:xfrm>
              <a:off x="2101850" y="2787650"/>
              <a:ext cx="12700" cy="254000"/>
            </p14:xfrm>
          </p:contentPart>
        </mc:Choice>
        <mc:Fallback xmlns="">
          <p:pic>
            <p:nvPicPr>
              <p:cNvPr id="121" name="墨迹 120"/>
            </p:nvPicPr>
            <p:blipFill>
              <a:blip r:embed="rId237"/>
            </p:blipFill>
            <p:spPr>
              <a:xfrm>
                <a:off x="2101850" y="2787650"/>
                <a:ext cx="12700" cy="2540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8" p14:bwMode="auto">
            <p14:nvContentPartPr>
              <p14:cNvPr id="122" name="墨迹 121"/>
              <p14:cNvContentPartPr/>
              <p14:nvPr/>
            </p14:nvContentPartPr>
            <p14:xfrm>
              <a:off x="9734550" y="2057400"/>
              <a:ext cx="920750" cy="3917950"/>
            </p14:xfrm>
          </p:contentPart>
        </mc:Choice>
        <mc:Fallback xmlns="">
          <p:pic>
            <p:nvPicPr>
              <p:cNvPr id="122" name="墨迹 121"/>
            </p:nvPicPr>
            <p:blipFill>
              <a:blip r:embed="rId239"/>
            </p:blipFill>
            <p:spPr>
              <a:xfrm>
                <a:off x="9734550" y="2057400"/>
                <a:ext cx="920750" cy="3917950"/>
              </a:xfrm>
              <a:prstGeom prst="rect"/>
            </p:spPr>
          </p:pic>
        </mc:Fallback>
      </mc:AlternateContent>
    </p:spTree>
    <p:custDataLst>
      <p:tags r:id="rId24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46100" y="584200"/>
            <a:ext cx="10020300" cy="1353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二</a:t>
            </a:r>
            <a:r>
              <a:rPr lang="en-US" altLang="zh-CN">
                <a:sym typeface="+mn-ea"/>
              </a:rPr>
              <a:t>.4.存储器是计算机硬件系统的重要组成部分，按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存取方式</a:t>
            </a:r>
            <a:r>
              <a:rPr lang="en-US" altLang="zh-CN">
                <a:sym typeface="+mn-ea"/>
              </a:rPr>
              <a:t>可分成三种不同的存储器，请简要阐述他们各自的特点。</a:t>
            </a: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endParaRPr lang="en-US" altLang="zh-CN"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抄书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09600" y="584200"/>
            <a:ext cx="10020300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600"/>
              </a:spcAft>
            </a:pPr>
            <a:r>
              <a:rPr>
                <a:sym typeface="+mn-ea"/>
              </a:rPr>
              <a:t>三、设计题:每小题10分，共30分</a:t>
            </a:r>
            <a:r>
              <a:rPr lang="zh-CN">
                <a:sym typeface="+mn-ea"/>
              </a:rPr>
              <a:t>。</a:t>
            </a:r>
            <a:endParaRPr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>
                <a:sym typeface="+mn-ea"/>
              </a:rPr>
              <a:t>1. 给定十进制数 -20，请完成:</a:t>
            </a:r>
            <a:endParaRPr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>
                <a:sym typeface="+mn-ea"/>
              </a:rPr>
              <a:t>(1)将这个数用八位二进制补码表示，并填入下面的纸带。(2分)</a:t>
            </a:r>
            <a:endParaRPr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>
                <a:sym typeface="+mn-ea"/>
              </a:rPr>
              <a:t>(2)设计一个图灵机指令集，实现对任意数字乘以2。初始时刻读写头位于纸带右侧第一个非空格单元，图灵机初始状态q1，结束状态qf。(6分)</a:t>
            </a:r>
            <a:endParaRPr>
              <a:sym typeface="+mn-ea"/>
            </a:endParaRPr>
          </a:p>
          <a:p>
            <a:pPr indent="0" fontAlgn="auto">
              <a:spcAft>
                <a:spcPts val="600"/>
              </a:spcAft>
            </a:pPr>
            <a:r>
              <a:rPr>
                <a:sym typeface="+mn-ea"/>
              </a:rPr>
              <a:t>(3)采用设计的指令集对第一步的结果执行运算，写出纸带的运算结果。(2分)</a:t>
            </a:r>
            <a:endParaRPr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838835" y="2827655"/>
            <a:ext cx="4396740" cy="8839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46100" y="584200"/>
            <a:ext cx="100203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三</a:t>
            </a:r>
            <a:r>
              <a:rPr lang="en-US" altLang="zh-CN">
                <a:sym typeface="+mn-ea"/>
              </a:rPr>
              <a:t>.2. 假设要在个城市(ABCDEF)之间建立通信网络，如图所示，顶点表示城市，边上权值表示两个城市间建立通信线路所需的花费代价，请用贪心法求解最小生成树，得到所有城市间建立通信网络的最小代价，写出最小生成树计算过程。</a:t>
            </a:r>
            <a:endParaRPr lang="en-US" altLang="zh-CN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546100" y="1665605"/>
            <a:ext cx="3025140" cy="19126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46100" y="584200"/>
            <a:ext cx="100203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Aft>
                <a:spcPts val="600"/>
              </a:spcAft>
            </a:pPr>
            <a:r>
              <a:rPr lang="zh-CN" altLang="en-US">
                <a:sym typeface="+mn-ea"/>
              </a:rPr>
              <a:t>三</a:t>
            </a:r>
            <a:r>
              <a:rPr lang="en-US" altLang="zh-CN">
                <a:sym typeface="+mn-ea"/>
              </a:rPr>
              <a:t>.3.利用 Raptor 编写一个程序，输出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100以内</a:t>
            </a:r>
            <a:r>
              <a:rPr lang="en-US" altLang="zh-CN">
                <a:sym typeface="+mn-ea"/>
              </a:rPr>
              <a:t>所有能同时被3整除和5整除的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自然数</a:t>
            </a:r>
            <a:r>
              <a:rPr lang="en-US" altLang="zh-CN">
                <a:sym typeface="+mn-ea"/>
              </a:rPr>
              <a:t>并输出这些自然数的数目。(提示:求10对3的余数表示为10 mod 3)</a:t>
            </a:r>
            <a:endParaRPr lang="en-US" altLang="zh-CN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61975" y="38544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四</a:t>
            </a:r>
            <a:r>
              <a:rPr lang="en-US" altLang="zh-CN"/>
              <a:t>.</a:t>
            </a:r>
            <a:r>
              <a:rPr lang="zh-CN" altLang="en-US"/>
              <a:t>论述题</a:t>
            </a:r>
            <a:endParaRPr lang="zh-CN" altLang="en-US"/>
          </a:p>
          <a:p>
            <a:r>
              <a:rPr lang="zh-CN" altLang="en-US"/>
              <a:t>黑客是什么意思？是好人还是坏人？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无固定答案，，自己看书总结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commondata" val="eyJoZGlkIjoiMTlkNWZiN2I0NTQ4ZDAyMTBmYzA0OWNjMmMxZDJkMz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2591</Words>
  <Application>WPS 演示</Application>
  <PresentationFormat>宽屏</PresentationFormat>
  <Paragraphs>151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HOU</cp:lastModifiedBy>
  <cp:revision>161</cp:revision>
  <dcterms:created xsi:type="dcterms:W3CDTF">2019-06-19T02:08:00Z</dcterms:created>
  <dcterms:modified xsi:type="dcterms:W3CDTF">2024-01-04T15:36:06Z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72103543A70D4923A2F3D6D9FCAF03E0_13</vt:lpwstr>
  </property>
</Properties>
</file>